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3e7bf3358ec3caa2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h3e7bf3358ec3caa2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3e7bf3358ec3caa2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3e7bf3358ec3caa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b37ab565b5276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b37ab565b5276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b37ab565b52767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b37ab565b52767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3e7bf3358ec3caa2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3e7bf3358ec3caa2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3e7bf3358ec3caa2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3e7bf3358ec3caa2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3e7bf3358ec3caa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3e7bf3358ec3caa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3e7bf3358ec3caa2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h3e7bf3358ec3caa2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3e7bf3358ec3caa2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3e7bf3358ec3caa2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3e7bf3358ec3caa2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3e7bf3358ec3caa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3e7bf3358ec3caa2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3e7bf3358ec3caa2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3e7bf3358ec3caa2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h3e7bf3358ec3caa2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3e7bf3358ec3caa2_0_3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h3e7bf3358ec3caa2_0_3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3e7bf3358ec3caa2_0_3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3e7bf3358ec3caa2_0_3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3e7bf3358ec3caa2_0_3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h3e7bf3358ec3caa2_0_3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h21d08fc781d5457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h21d08fc781d5457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3e171104fe6ab064_32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h3e171104fe6ab064_32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3e7bf3358ec3caa2_0_3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h3e7bf3358ec3caa2_0_3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h3e7bf3358ec3caa2_0_3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h3e7bf3358ec3caa2_0_3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3e171104fe6ab064_32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h3e171104fe6ab064_32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3e171104fe6ab064_32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h3e171104fe6ab064_32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h3e171104fe6ab064_32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h3e171104fe6ab064_32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3e171104fe6ab064_32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h3e171104fe6ab064_32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3e171104fe6ab064_32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h3e171104fe6ab064_32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h3e171104fe6ab064_32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h3e171104fe6ab064_32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3e171104fe6ab064_32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h3e171104fe6ab064_32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h3e171104fe6ab064_32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h3e171104fe6ab064_32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h3e171104fe6ab064_32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h3e171104fe6ab064_32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3e171104fe6ab064_32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h3e171104fe6ab064_32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h3e171104fe6ab064_32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h3e171104fe6ab064_32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h3e171104fe6ab064_32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h3e171104fe6ab064_32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h3e171104fe6ab064_32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h3e171104fe6ab064_32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h3e171104fe6ab064_32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h3e171104fe6ab064_32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h3e171104fe6ab064_32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h3e171104fe6ab064_32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h3e171104fe6ab064_32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h3e171104fe6ab064_32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h3e171104fe6ab064_32_1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h3e171104fe6ab064_32_1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h3e171104fe6ab064_32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h3e171104fe6ab064_32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h3e171104fe6ab064_32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h3e171104fe6ab064_32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h3e171104fe6ab064_32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h3e171104fe6ab064_32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h3e171104fe6ab064_32_1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h3e171104fe6ab064_32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3e171104fe6ab064_32_1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h3e171104fe6ab064_32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h3e171104fe6ab064_32_1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h3e171104fe6ab064_32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h3e171104fe6ab064_32_1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h3e171104fe6ab064_32_1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3e171104fe6ab064_32_1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h3e171104fe6ab064_32_1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3e171104fe6ab064_32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h3e171104fe6ab064_32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3e171104fe6ab064_32_1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h3e171104fe6ab064_32_1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h3e171104fe6ab064_32_1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h3e171104fe6ab064_32_1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h3e171104fe6ab064_32_1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h3e171104fe6ab064_32_1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h3e171104fe6ab064_32_1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h3e171104fe6ab064_32_1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h3e171104fe6ab064_32_1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h3e171104fe6ab064_32_1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h3e171104fe6ab064_32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h3e171104fe6ab064_32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h3e171104fe6ab064_32_1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h3e171104fe6ab064_32_1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h3e7bf3358ec3caa2_0_3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h3e7bf3358ec3caa2_0_3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h3e7bf3358ec3caa2_0_3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h3e7bf3358ec3caa2_0_3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h3e171104fe6ab064_32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h3e171104fe6ab064_32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h3e171104fe6ab064_32_1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h3e171104fe6ab064_32_1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h3e171104fe6ab064_32_1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2" name="Google Shape;1552;h3e171104fe6ab064_32_1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h3e171104fe6ab064_32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2" name="Google Shape;1572;h3e171104fe6ab064_32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h3e171104fe6ab064_32_1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h3e171104fe6ab064_32_1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h3e7bf3358ec3caa2_0_3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h3e7bf3358ec3caa2_0_3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h3e7bf3358ec3caa2_0_3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h3e7bf3358ec3caa2_0_3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h55a8585103cc94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9" name="Google Shape;1669;h55a8585103cc94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h55a8585103cc945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1" name="Google Shape;1721;h55a8585103cc945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h3e7bf3358ec3caa2_0_3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4" name="Google Shape;1794;h3e7bf3358ec3caa2_0_3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h55a8585103cc945b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4" name="Google Shape;1804;h55a8585103cc945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h55a8585103cc945b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4" name="Google Shape;1814;h55a8585103cc945b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h55a8585103cc945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h55a8585103cc945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h55a8585103cc945b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h55a8585103cc945b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h55a8585103cc945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8" name="Google Shape;1928;h55a8585103cc945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h55a8585103cc945b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8" name="Google Shape;1938;h55a8585103cc945b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h55a8585103cc945b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8" name="Google Shape;1948;h55a8585103cc945b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h55a8585103cc945b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4" name="Google Shape;1984;h55a8585103cc945b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h55a8585103cc945b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0" name="Google Shape;2020;h55a8585103cc945b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h55a8585103cc945b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2" name="Google Shape;2062;h55a8585103cc945b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0" name="Shape 2070"/>
        <p:cNvGrpSpPr/>
        <p:nvPr/>
      </p:nvGrpSpPr>
      <p:grpSpPr>
        <a:xfrm>
          <a:off x="0" y="0"/>
          <a:ext cx="0" cy="0"/>
          <a:chOff x="0" y="0"/>
          <a:chExt cx="0" cy="0"/>
        </a:xfrm>
      </p:grpSpPr>
      <p:sp>
        <p:nvSpPr>
          <p:cNvPr id="2071" name="Google Shape;2071;h55a8585103cc945b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2" name="Google Shape;2072;h55a8585103cc945b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h3e7bf3358ec3caa2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h3e7bf3358ec3caa2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h3e7bf3358ec3caa2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2" name="Google Shape;2132;h3e7bf3358ec3caa2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0" name="Shape 2140"/>
        <p:cNvGrpSpPr/>
        <p:nvPr/>
      </p:nvGrpSpPr>
      <p:grpSpPr>
        <a:xfrm>
          <a:off x="0" y="0"/>
          <a:ext cx="0" cy="0"/>
          <a:chOff x="0" y="0"/>
          <a:chExt cx="0" cy="0"/>
        </a:xfrm>
      </p:grpSpPr>
      <p:sp>
        <p:nvSpPr>
          <p:cNvPr id="2141" name="Google Shape;2141;h3e7bf3358ec3caa2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2" name="Google Shape;2142;h3e7bf3358ec3caa2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h3e7bf3358ec3caa2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2" name="Google Shape;2152;h3e7bf3358ec3caa2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8" name="Shape 2198"/>
        <p:cNvGrpSpPr/>
        <p:nvPr/>
      </p:nvGrpSpPr>
      <p:grpSpPr>
        <a:xfrm>
          <a:off x="0" y="0"/>
          <a:ext cx="0" cy="0"/>
          <a:chOff x="0" y="0"/>
          <a:chExt cx="0" cy="0"/>
        </a:xfrm>
      </p:grpSpPr>
      <p:sp>
        <p:nvSpPr>
          <p:cNvPr id="2199" name="Google Shape;2199;h3e7bf3358ec3caa2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0" name="Google Shape;2200;h3e7bf3358ec3caa2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h3e7bf3358ec3caa2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2" name="Google Shape;2252;h3e7bf3358ec3caa2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h3e7bf3358ec3caa2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4" name="Google Shape;2304;h3e7bf3358ec3caa2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h3e7bf3358ec3caa2_0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4" name="Google Shape;2314;h3e7bf3358ec3caa2_0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h3e7bf3358ec3caa2_0_1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4" name="Google Shape;2324;h3e7bf3358ec3caa2_0_1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h3e7bf3358ec3caa2_0_1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2" name="Google Shape;2372;h3e7bf3358ec3caa2_0_1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8" name="Shape 2418"/>
        <p:cNvGrpSpPr/>
        <p:nvPr/>
      </p:nvGrpSpPr>
      <p:grpSpPr>
        <a:xfrm>
          <a:off x="0" y="0"/>
          <a:ext cx="0" cy="0"/>
          <a:chOff x="0" y="0"/>
          <a:chExt cx="0" cy="0"/>
        </a:xfrm>
      </p:grpSpPr>
      <p:sp>
        <p:nvSpPr>
          <p:cNvPr id="2419" name="Google Shape;2419;h3e7bf3358ec3caa2_0_1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0" name="Google Shape;2420;h3e7bf3358ec3caa2_0_1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6" name="Shape 2466"/>
        <p:cNvGrpSpPr/>
        <p:nvPr/>
      </p:nvGrpSpPr>
      <p:grpSpPr>
        <a:xfrm>
          <a:off x="0" y="0"/>
          <a:ext cx="0" cy="0"/>
          <a:chOff x="0" y="0"/>
          <a:chExt cx="0" cy="0"/>
        </a:xfrm>
      </p:grpSpPr>
      <p:sp>
        <p:nvSpPr>
          <p:cNvPr id="2467" name="Google Shape;2467;h3e7bf3358ec3caa2_0_1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8" name="Google Shape;2468;h3e7bf3358ec3caa2_0_1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8" name="Shape 2488"/>
        <p:cNvGrpSpPr/>
        <p:nvPr/>
      </p:nvGrpSpPr>
      <p:grpSpPr>
        <a:xfrm>
          <a:off x="0" y="0"/>
          <a:ext cx="0" cy="0"/>
          <a:chOff x="0" y="0"/>
          <a:chExt cx="0" cy="0"/>
        </a:xfrm>
      </p:grpSpPr>
      <p:sp>
        <p:nvSpPr>
          <p:cNvPr id="2489" name="Google Shape;2489;h21d08fc781d5457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0" name="Google Shape;2490;h21d08fc781d5457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2" name="Shape 2512"/>
        <p:cNvGrpSpPr/>
        <p:nvPr/>
      </p:nvGrpSpPr>
      <p:grpSpPr>
        <a:xfrm>
          <a:off x="0" y="0"/>
          <a:ext cx="0" cy="0"/>
          <a:chOff x="0" y="0"/>
          <a:chExt cx="0" cy="0"/>
        </a:xfrm>
      </p:grpSpPr>
      <p:sp>
        <p:nvSpPr>
          <p:cNvPr id="2513" name="Google Shape;2513;h21d08fc781d5457a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4" name="Google Shape;2514;h21d08fc781d5457a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0" name="Shape 2540"/>
        <p:cNvGrpSpPr/>
        <p:nvPr/>
      </p:nvGrpSpPr>
      <p:grpSpPr>
        <a:xfrm>
          <a:off x="0" y="0"/>
          <a:ext cx="0" cy="0"/>
          <a:chOff x="0" y="0"/>
          <a:chExt cx="0" cy="0"/>
        </a:xfrm>
      </p:grpSpPr>
      <p:sp>
        <p:nvSpPr>
          <p:cNvPr id="2541" name="Google Shape;2541;h3e7bf3358ec3caa2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2" name="Google Shape;2542;h3e7bf3358ec3caa2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0" name="Shape 2550"/>
        <p:cNvGrpSpPr/>
        <p:nvPr/>
      </p:nvGrpSpPr>
      <p:grpSpPr>
        <a:xfrm>
          <a:off x="0" y="0"/>
          <a:ext cx="0" cy="0"/>
          <a:chOff x="0" y="0"/>
          <a:chExt cx="0" cy="0"/>
        </a:xfrm>
      </p:grpSpPr>
      <p:sp>
        <p:nvSpPr>
          <p:cNvPr id="2551" name="Google Shape;2551;h3e7bf3358ec3caa2_0_1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2" name="Google Shape;2552;h3e7bf3358ec3caa2_0_1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h3e7bf3358ec3caa2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2" name="Google Shape;2562;h3e7bf3358ec3caa2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h3e7bf3358ec3caa2_0_1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9" name="Google Shape;2609;h3e7bf3358ec3caa2_0_1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h3e7bf3358ec3caa2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7" name="Google Shape;2657;h3e7bf3358ec3caa2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2" name="Shape 2702"/>
        <p:cNvGrpSpPr/>
        <p:nvPr/>
      </p:nvGrpSpPr>
      <p:grpSpPr>
        <a:xfrm>
          <a:off x="0" y="0"/>
          <a:ext cx="0" cy="0"/>
          <a:chOff x="0" y="0"/>
          <a:chExt cx="0" cy="0"/>
        </a:xfrm>
      </p:grpSpPr>
      <p:sp>
        <p:nvSpPr>
          <p:cNvPr id="2703" name="Google Shape;2703;h3e7bf3358ec3caa2_0_1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4" name="Google Shape;2704;h3e7bf3358ec3caa2_0_1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3" name="Shape 2753"/>
        <p:cNvGrpSpPr/>
        <p:nvPr/>
      </p:nvGrpSpPr>
      <p:grpSpPr>
        <a:xfrm>
          <a:off x="0" y="0"/>
          <a:ext cx="0" cy="0"/>
          <a:chOff x="0" y="0"/>
          <a:chExt cx="0" cy="0"/>
        </a:xfrm>
      </p:grpSpPr>
      <p:sp>
        <p:nvSpPr>
          <p:cNvPr id="2754" name="Google Shape;2754;h3e7bf3358ec3caa2_0_1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5" name="Google Shape;2755;h3e7bf3358ec3caa2_0_1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5" name="Shape 2805"/>
        <p:cNvGrpSpPr/>
        <p:nvPr/>
      </p:nvGrpSpPr>
      <p:grpSpPr>
        <a:xfrm>
          <a:off x="0" y="0"/>
          <a:ext cx="0" cy="0"/>
          <a:chOff x="0" y="0"/>
          <a:chExt cx="0" cy="0"/>
        </a:xfrm>
      </p:grpSpPr>
      <p:sp>
        <p:nvSpPr>
          <p:cNvPr id="2806" name="Google Shape;2806;h3e7bf3358ec3caa2_0_3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7" name="Google Shape;2807;h3e7bf3358ec3caa2_0_3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8" name="Shape 2858"/>
        <p:cNvGrpSpPr/>
        <p:nvPr/>
      </p:nvGrpSpPr>
      <p:grpSpPr>
        <a:xfrm>
          <a:off x="0" y="0"/>
          <a:ext cx="0" cy="0"/>
          <a:chOff x="0" y="0"/>
          <a:chExt cx="0" cy="0"/>
        </a:xfrm>
      </p:grpSpPr>
      <p:sp>
        <p:nvSpPr>
          <p:cNvPr id="2859" name="Google Shape;2859;h21d08fc781d5457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0" name="Google Shape;2860;h21d08fc781d5457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5" name="Shape 2915"/>
        <p:cNvGrpSpPr/>
        <p:nvPr/>
      </p:nvGrpSpPr>
      <p:grpSpPr>
        <a:xfrm>
          <a:off x="0" y="0"/>
          <a:ext cx="0" cy="0"/>
          <a:chOff x="0" y="0"/>
          <a:chExt cx="0" cy="0"/>
        </a:xfrm>
      </p:grpSpPr>
      <p:sp>
        <p:nvSpPr>
          <p:cNvPr id="2916" name="Google Shape;2916;h3e7bf3358ec3caa2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7" name="Google Shape;2917;h3e7bf3358ec3caa2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5" name="Shape 2925"/>
        <p:cNvGrpSpPr/>
        <p:nvPr/>
      </p:nvGrpSpPr>
      <p:grpSpPr>
        <a:xfrm>
          <a:off x="0" y="0"/>
          <a:ext cx="0" cy="0"/>
          <a:chOff x="0" y="0"/>
          <a:chExt cx="0" cy="0"/>
        </a:xfrm>
      </p:grpSpPr>
      <p:sp>
        <p:nvSpPr>
          <p:cNvPr id="2926" name="Google Shape;2926;h3e7bf3358ec3caa2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7" name="Google Shape;2927;h3e7bf3358ec3caa2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h3e7bf3358ec3caa2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7" name="Google Shape;2937;h3e7bf3358ec3caa2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4" name="Shape 2984"/>
        <p:cNvGrpSpPr/>
        <p:nvPr/>
      </p:nvGrpSpPr>
      <p:grpSpPr>
        <a:xfrm>
          <a:off x="0" y="0"/>
          <a:ext cx="0" cy="0"/>
          <a:chOff x="0" y="0"/>
          <a:chExt cx="0" cy="0"/>
        </a:xfrm>
      </p:grpSpPr>
      <p:sp>
        <p:nvSpPr>
          <p:cNvPr id="2985" name="Google Shape;2985;h3e7bf3358ec3caa2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6" name="Google Shape;2986;h3e7bf3358ec3caa2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4" name="Shape 2994"/>
        <p:cNvGrpSpPr/>
        <p:nvPr/>
      </p:nvGrpSpPr>
      <p:grpSpPr>
        <a:xfrm>
          <a:off x="0" y="0"/>
          <a:ext cx="0" cy="0"/>
          <a:chOff x="0" y="0"/>
          <a:chExt cx="0" cy="0"/>
        </a:xfrm>
      </p:grpSpPr>
      <p:sp>
        <p:nvSpPr>
          <p:cNvPr id="2995" name="Google Shape;2995;h3e7bf3358ec3caa2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6" name="Google Shape;2996;h3e7bf3358ec3caa2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4" name="Shape 3004"/>
        <p:cNvGrpSpPr/>
        <p:nvPr/>
      </p:nvGrpSpPr>
      <p:grpSpPr>
        <a:xfrm>
          <a:off x="0" y="0"/>
          <a:ext cx="0" cy="0"/>
          <a:chOff x="0" y="0"/>
          <a:chExt cx="0" cy="0"/>
        </a:xfrm>
      </p:grpSpPr>
      <p:sp>
        <p:nvSpPr>
          <p:cNvPr id="3005" name="Google Shape;3005;h3e7bf3358ec3caa2_0_1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6" name="Google Shape;3006;h3e7bf3358ec3caa2_0_1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h21d08fc781d5457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2" name="Google Shape;3012;h21d08fc781d5457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6" name="Shape 3016"/>
        <p:cNvGrpSpPr/>
        <p:nvPr/>
      </p:nvGrpSpPr>
      <p:grpSpPr>
        <a:xfrm>
          <a:off x="0" y="0"/>
          <a:ext cx="0" cy="0"/>
          <a:chOff x="0" y="0"/>
          <a:chExt cx="0" cy="0"/>
        </a:xfrm>
      </p:grpSpPr>
      <p:sp>
        <p:nvSpPr>
          <p:cNvPr id="3017" name="Google Shape;3017;h21d08fc781d5457a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8" name="Google Shape;3018;h21d08fc781d5457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1" name="Shape 3061"/>
        <p:cNvGrpSpPr/>
        <p:nvPr/>
      </p:nvGrpSpPr>
      <p:grpSpPr>
        <a:xfrm>
          <a:off x="0" y="0"/>
          <a:ext cx="0" cy="0"/>
          <a:chOff x="0" y="0"/>
          <a:chExt cx="0" cy="0"/>
        </a:xfrm>
      </p:grpSpPr>
      <p:sp>
        <p:nvSpPr>
          <p:cNvPr id="3062" name="Google Shape;3062;h3e171104fe6ab064_32_1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3" name="Google Shape;3063;h3e171104fe6ab064_32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6" name="Shape 3106"/>
        <p:cNvGrpSpPr/>
        <p:nvPr/>
      </p:nvGrpSpPr>
      <p:grpSpPr>
        <a:xfrm>
          <a:off x="0" y="0"/>
          <a:ext cx="0" cy="0"/>
          <a:chOff x="0" y="0"/>
          <a:chExt cx="0" cy="0"/>
        </a:xfrm>
      </p:grpSpPr>
      <p:sp>
        <p:nvSpPr>
          <p:cNvPr id="3107" name="Google Shape;3107;h3e171104fe6ab064_32_2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8" name="Google Shape;3108;h3e171104fe6ab064_32_2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1" name="Shape 3151"/>
        <p:cNvGrpSpPr/>
        <p:nvPr/>
      </p:nvGrpSpPr>
      <p:grpSpPr>
        <a:xfrm>
          <a:off x="0" y="0"/>
          <a:ext cx="0" cy="0"/>
          <a:chOff x="0" y="0"/>
          <a:chExt cx="0" cy="0"/>
        </a:xfrm>
      </p:grpSpPr>
      <p:sp>
        <p:nvSpPr>
          <p:cNvPr id="3152" name="Google Shape;3152;h55a8585103cc945b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3" name="Google Shape;3153;h55a8585103cc945b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1" name="Shape 3201"/>
        <p:cNvGrpSpPr/>
        <p:nvPr/>
      </p:nvGrpSpPr>
      <p:grpSpPr>
        <a:xfrm>
          <a:off x="0" y="0"/>
          <a:ext cx="0" cy="0"/>
          <a:chOff x="0" y="0"/>
          <a:chExt cx="0" cy="0"/>
        </a:xfrm>
      </p:grpSpPr>
      <p:sp>
        <p:nvSpPr>
          <p:cNvPr id="3202" name="Google Shape;3202;h3e7bf3358ec3caa2_0_1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3" name="Google Shape;3203;h3e7bf3358ec3caa2_0_1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1" name="Shape 3211"/>
        <p:cNvGrpSpPr/>
        <p:nvPr/>
      </p:nvGrpSpPr>
      <p:grpSpPr>
        <a:xfrm>
          <a:off x="0" y="0"/>
          <a:ext cx="0" cy="0"/>
          <a:chOff x="0" y="0"/>
          <a:chExt cx="0" cy="0"/>
        </a:xfrm>
      </p:grpSpPr>
      <p:sp>
        <p:nvSpPr>
          <p:cNvPr id="3212" name="Google Shape;3212;h3e7bf3358ec3caa2_0_1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3" name="Google Shape;3213;h3e7bf3358ec3caa2_0_1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1" name="Shape 3221"/>
        <p:cNvGrpSpPr/>
        <p:nvPr/>
      </p:nvGrpSpPr>
      <p:grpSpPr>
        <a:xfrm>
          <a:off x="0" y="0"/>
          <a:ext cx="0" cy="0"/>
          <a:chOff x="0" y="0"/>
          <a:chExt cx="0" cy="0"/>
        </a:xfrm>
      </p:grpSpPr>
      <p:sp>
        <p:nvSpPr>
          <p:cNvPr id="3222" name="Google Shape;3222;h55a8585103cc945b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3" name="Google Shape;3223;h55a8585103cc945b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6" name="Shape 3266"/>
        <p:cNvGrpSpPr/>
        <p:nvPr/>
      </p:nvGrpSpPr>
      <p:grpSpPr>
        <a:xfrm>
          <a:off x="0" y="0"/>
          <a:ext cx="0" cy="0"/>
          <a:chOff x="0" y="0"/>
          <a:chExt cx="0" cy="0"/>
        </a:xfrm>
      </p:grpSpPr>
      <p:sp>
        <p:nvSpPr>
          <p:cNvPr id="3267" name="Google Shape;3267;h55a8585103cc945b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8" name="Google Shape;3268;h55a8585103cc945b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2" name="Shape 3312"/>
        <p:cNvGrpSpPr/>
        <p:nvPr/>
      </p:nvGrpSpPr>
      <p:grpSpPr>
        <a:xfrm>
          <a:off x="0" y="0"/>
          <a:ext cx="0" cy="0"/>
          <a:chOff x="0" y="0"/>
          <a:chExt cx="0" cy="0"/>
        </a:xfrm>
      </p:grpSpPr>
      <p:sp>
        <p:nvSpPr>
          <p:cNvPr id="3313" name="Google Shape;3313;h55a8585103cc945b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4" name="Google Shape;3314;h55a8585103cc945b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9" name="Shape 3359"/>
        <p:cNvGrpSpPr/>
        <p:nvPr/>
      </p:nvGrpSpPr>
      <p:grpSpPr>
        <a:xfrm>
          <a:off x="0" y="0"/>
          <a:ext cx="0" cy="0"/>
          <a:chOff x="0" y="0"/>
          <a:chExt cx="0" cy="0"/>
        </a:xfrm>
      </p:grpSpPr>
      <p:sp>
        <p:nvSpPr>
          <p:cNvPr id="3360" name="Google Shape;3360;h55a8585103cc945b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1" name="Google Shape;3361;h55a8585103cc945b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9" name="Shape 3399"/>
        <p:cNvGrpSpPr/>
        <p:nvPr/>
      </p:nvGrpSpPr>
      <p:grpSpPr>
        <a:xfrm>
          <a:off x="0" y="0"/>
          <a:ext cx="0" cy="0"/>
          <a:chOff x="0" y="0"/>
          <a:chExt cx="0" cy="0"/>
        </a:xfrm>
      </p:grpSpPr>
      <p:sp>
        <p:nvSpPr>
          <p:cNvPr id="3400" name="Google Shape;3400;h55a8585103cc945b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1" name="Google Shape;3401;h55a8585103cc945b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5" name="Shape 3425"/>
        <p:cNvGrpSpPr/>
        <p:nvPr/>
      </p:nvGrpSpPr>
      <p:grpSpPr>
        <a:xfrm>
          <a:off x="0" y="0"/>
          <a:ext cx="0" cy="0"/>
          <a:chOff x="0" y="0"/>
          <a:chExt cx="0" cy="0"/>
        </a:xfrm>
      </p:grpSpPr>
      <p:sp>
        <p:nvSpPr>
          <p:cNvPr id="3426" name="Google Shape;3426;h55a8585103cc945b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7" name="Google Shape;3427;h55a8585103cc945b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7" name="Shape 3457"/>
        <p:cNvGrpSpPr/>
        <p:nvPr/>
      </p:nvGrpSpPr>
      <p:grpSpPr>
        <a:xfrm>
          <a:off x="0" y="0"/>
          <a:ext cx="0" cy="0"/>
          <a:chOff x="0" y="0"/>
          <a:chExt cx="0" cy="0"/>
        </a:xfrm>
      </p:grpSpPr>
      <p:sp>
        <p:nvSpPr>
          <p:cNvPr id="3458" name="Google Shape;3458;h55a8585103cc945b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9" name="Google Shape;3459;h55a8585103cc945b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7" name="Shape 3467"/>
        <p:cNvGrpSpPr/>
        <p:nvPr/>
      </p:nvGrpSpPr>
      <p:grpSpPr>
        <a:xfrm>
          <a:off x="0" y="0"/>
          <a:ext cx="0" cy="0"/>
          <a:chOff x="0" y="0"/>
          <a:chExt cx="0" cy="0"/>
        </a:xfrm>
      </p:grpSpPr>
      <p:sp>
        <p:nvSpPr>
          <p:cNvPr id="3468" name="Google Shape;3468;h55a8585103cc945b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9" name="Google Shape;3469;h55a8585103cc945b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7" name="Shape 3477"/>
        <p:cNvGrpSpPr/>
        <p:nvPr/>
      </p:nvGrpSpPr>
      <p:grpSpPr>
        <a:xfrm>
          <a:off x="0" y="0"/>
          <a:ext cx="0" cy="0"/>
          <a:chOff x="0" y="0"/>
          <a:chExt cx="0" cy="0"/>
        </a:xfrm>
      </p:grpSpPr>
      <p:sp>
        <p:nvSpPr>
          <p:cNvPr id="3478" name="Google Shape;3478;h3e7bf3358ec3caa2_0_1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9" name="Google Shape;3479;h3e7bf3358ec3caa2_0_1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3" name="Shape 3483"/>
        <p:cNvGrpSpPr/>
        <p:nvPr/>
      </p:nvGrpSpPr>
      <p:grpSpPr>
        <a:xfrm>
          <a:off x="0" y="0"/>
          <a:ext cx="0" cy="0"/>
          <a:chOff x="0" y="0"/>
          <a:chExt cx="0" cy="0"/>
        </a:xfrm>
      </p:grpSpPr>
      <p:sp>
        <p:nvSpPr>
          <p:cNvPr id="3484" name="Google Shape;3484;h3e7bf3358ec3caa2_0_3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5" name="Google Shape;3485;h3e7bf3358ec3caa2_0_3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0" name="Shape 3490"/>
        <p:cNvGrpSpPr/>
        <p:nvPr/>
      </p:nvGrpSpPr>
      <p:grpSpPr>
        <a:xfrm>
          <a:off x="0" y="0"/>
          <a:ext cx="0" cy="0"/>
          <a:chOff x="0" y="0"/>
          <a:chExt cx="0" cy="0"/>
        </a:xfrm>
      </p:grpSpPr>
      <p:sp>
        <p:nvSpPr>
          <p:cNvPr id="3491" name="Google Shape;3491;h3e7bf3358ec3caa2_0_3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2" name="Google Shape;3492;h3e7bf3358ec3caa2_0_3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7" name="Shape 3497"/>
        <p:cNvGrpSpPr/>
        <p:nvPr/>
      </p:nvGrpSpPr>
      <p:grpSpPr>
        <a:xfrm>
          <a:off x="0" y="0"/>
          <a:ext cx="0" cy="0"/>
          <a:chOff x="0" y="0"/>
          <a:chExt cx="0" cy="0"/>
        </a:xfrm>
      </p:grpSpPr>
      <p:sp>
        <p:nvSpPr>
          <p:cNvPr id="3498" name="Google Shape;3498;h21d08fc781d5457a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9" name="Google Shape;3499;h21d08fc781d5457a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4" name="Shape 3544"/>
        <p:cNvGrpSpPr/>
        <p:nvPr/>
      </p:nvGrpSpPr>
      <p:grpSpPr>
        <a:xfrm>
          <a:off x="0" y="0"/>
          <a:ext cx="0" cy="0"/>
          <a:chOff x="0" y="0"/>
          <a:chExt cx="0" cy="0"/>
        </a:xfrm>
      </p:grpSpPr>
      <p:sp>
        <p:nvSpPr>
          <p:cNvPr id="3545" name="Google Shape;3545;h21d08fc781d5457a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6" name="Google Shape;3546;h21d08fc781d5457a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4" name="Shape 3584"/>
        <p:cNvGrpSpPr/>
        <p:nvPr/>
      </p:nvGrpSpPr>
      <p:grpSpPr>
        <a:xfrm>
          <a:off x="0" y="0"/>
          <a:ext cx="0" cy="0"/>
          <a:chOff x="0" y="0"/>
          <a:chExt cx="0" cy="0"/>
        </a:xfrm>
      </p:grpSpPr>
      <p:sp>
        <p:nvSpPr>
          <p:cNvPr id="3585" name="Google Shape;3585;h3e7bf3358ec3caa2_0_1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6" name="Google Shape;3586;h3e7bf3358ec3caa2_0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4" name="Shape 3594"/>
        <p:cNvGrpSpPr/>
        <p:nvPr/>
      </p:nvGrpSpPr>
      <p:grpSpPr>
        <a:xfrm>
          <a:off x="0" y="0"/>
          <a:ext cx="0" cy="0"/>
          <a:chOff x="0" y="0"/>
          <a:chExt cx="0" cy="0"/>
        </a:xfrm>
      </p:grpSpPr>
      <p:sp>
        <p:nvSpPr>
          <p:cNvPr id="3595" name="Google Shape;3595;h3e7bf3358ec3caa2_0_1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6" name="Google Shape;3596;h3e7bf3358ec3caa2_0_1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4" name="Shape 3604"/>
        <p:cNvGrpSpPr/>
        <p:nvPr/>
      </p:nvGrpSpPr>
      <p:grpSpPr>
        <a:xfrm>
          <a:off x="0" y="0"/>
          <a:ext cx="0" cy="0"/>
          <a:chOff x="0" y="0"/>
          <a:chExt cx="0" cy="0"/>
        </a:xfrm>
      </p:grpSpPr>
      <p:sp>
        <p:nvSpPr>
          <p:cNvPr id="3605" name="Google Shape;3605;h3e7bf3358ec3caa2_0_2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6" name="Google Shape;3606;h3e7bf3358ec3caa2_0_2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0" name="Shape 3610"/>
        <p:cNvGrpSpPr/>
        <p:nvPr/>
      </p:nvGrpSpPr>
      <p:grpSpPr>
        <a:xfrm>
          <a:off x="0" y="0"/>
          <a:ext cx="0" cy="0"/>
          <a:chOff x="0" y="0"/>
          <a:chExt cx="0" cy="0"/>
        </a:xfrm>
      </p:grpSpPr>
      <p:sp>
        <p:nvSpPr>
          <p:cNvPr id="3611" name="Google Shape;3611;h3e7bf3358ec3caa2_0_3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2" name="Google Shape;3612;h3e7bf3358ec3caa2_0_3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9" name="Shape 3629"/>
        <p:cNvGrpSpPr/>
        <p:nvPr/>
      </p:nvGrpSpPr>
      <p:grpSpPr>
        <a:xfrm>
          <a:off x="0" y="0"/>
          <a:ext cx="0" cy="0"/>
          <a:chOff x="0" y="0"/>
          <a:chExt cx="0" cy="0"/>
        </a:xfrm>
      </p:grpSpPr>
      <p:sp>
        <p:nvSpPr>
          <p:cNvPr id="3630" name="Google Shape;3630;h21d08fc781d5457a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1" name="Google Shape;3631;h21d08fc781d5457a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8" name="Shape 3678"/>
        <p:cNvGrpSpPr/>
        <p:nvPr/>
      </p:nvGrpSpPr>
      <p:grpSpPr>
        <a:xfrm>
          <a:off x="0" y="0"/>
          <a:ext cx="0" cy="0"/>
          <a:chOff x="0" y="0"/>
          <a:chExt cx="0" cy="0"/>
        </a:xfrm>
      </p:grpSpPr>
      <p:sp>
        <p:nvSpPr>
          <p:cNvPr id="3679" name="Google Shape;3679;h55a8585103cc945b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0" name="Google Shape;3680;h55a8585103cc945b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4" name="Shape 3724"/>
        <p:cNvGrpSpPr/>
        <p:nvPr/>
      </p:nvGrpSpPr>
      <p:grpSpPr>
        <a:xfrm>
          <a:off x="0" y="0"/>
          <a:ext cx="0" cy="0"/>
          <a:chOff x="0" y="0"/>
          <a:chExt cx="0" cy="0"/>
        </a:xfrm>
      </p:grpSpPr>
      <p:sp>
        <p:nvSpPr>
          <p:cNvPr id="3725" name="Google Shape;3725;h55a8585103cc945b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6" name="Google Shape;3726;h55a8585103cc945b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4" name="Shape 3774"/>
        <p:cNvGrpSpPr/>
        <p:nvPr/>
      </p:nvGrpSpPr>
      <p:grpSpPr>
        <a:xfrm>
          <a:off x="0" y="0"/>
          <a:ext cx="0" cy="0"/>
          <a:chOff x="0" y="0"/>
          <a:chExt cx="0" cy="0"/>
        </a:xfrm>
      </p:grpSpPr>
      <p:sp>
        <p:nvSpPr>
          <p:cNvPr id="3775" name="Google Shape;3775;h55a8585103cc945b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6" name="Google Shape;3776;h55a8585103cc945b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1" name="Shape 3801"/>
        <p:cNvGrpSpPr/>
        <p:nvPr/>
      </p:nvGrpSpPr>
      <p:grpSpPr>
        <a:xfrm>
          <a:off x="0" y="0"/>
          <a:ext cx="0" cy="0"/>
          <a:chOff x="0" y="0"/>
          <a:chExt cx="0" cy="0"/>
        </a:xfrm>
      </p:grpSpPr>
      <p:sp>
        <p:nvSpPr>
          <p:cNvPr id="3802" name="Google Shape;3802;h55a8585103cc945b_0_1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3" name="Google Shape;3803;h55a8585103cc945b_0_1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4" name="Shape 3834"/>
        <p:cNvGrpSpPr/>
        <p:nvPr/>
      </p:nvGrpSpPr>
      <p:grpSpPr>
        <a:xfrm>
          <a:off x="0" y="0"/>
          <a:ext cx="0" cy="0"/>
          <a:chOff x="0" y="0"/>
          <a:chExt cx="0" cy="0"/>
        </a:xfrm>
      </p:grpSpPr>
      <p:sp>
        <p:nvSpPr>
          <p:cNvPr id="3835" name="Google Shape;3835;h3e7bf3358ec3caa2_0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6" name="Google Shape;3836;h3e7bf3358ec3caa2_0_2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4" name="Shape 3844"/>
        <p:cNvGrpSpPr/>
        <p:nvPr/>
      </p:nvGrpSpPr>
      <p:grpSpPr>
        <a:xfrm>
          <a:off x="0" y="0"/>
          <a:ext cx="0" cy="0"/>
          <a:chOff x="0" y="0"/>
          <a:chExt cx="0" cy="0"/>
        </a:xfrm>
      </p:grpSpPr>
      <p:sp>
        <p:nvSpPr>
          <p:cNvPr id="3845" name="Google Shape;3845;h3e7bf3358ec3caa2_0_2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6" name="Google Shape;3846;h3e7bf3358ec3caa2_0_2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4" name="Shape 3854"/>
        <p:cNvGrpSpPr/>
        <p:nvPr/>
      </p:nvGrpSpPr>
      <p:grpSpPr>
        <a:xfrm>
          <a:off x="0" y="0"/>
          <a:ext cx="0" cy="0"/>
          <a:chOff x="0" y="0"/>
          <a:chExt cx="0" cy="0"/>
        </a:xfrm>
      </p:grpSpPr>
      <p:sp>
        <p:nvSpPr>
          <p:cNvPr id="3855" name="Google Shape;3855;h3e7bf3358ec3caa2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6" name="Google Shape;3856;h3e7bf3358ec3caa2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1" name="Shape 3901"/>
        <p:cNvGrpSpPr/>
        <p:nvPr/>
      </p:nvGrpSpPr>
      <p:grpSpPr>
        <a:xfrm>
          <a:off x="0" y="0"/>
          <a:ext cx="0" cy="0"/>
          <a:chOff x="0" y="0"/>
          <a:chExt cx="0" cy="0"/>
        </a:xfrm>
      </p:grpSpPr>
      <p:sp>
        <p:nvSpPr>
          <p:cNvPr id="3902" name="Google Shape;3902;h3e7bf3358ec3caa2_0_2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3" name="Google Shape;3903;h3e7bf3358ec3caa2_0_2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9" name="Shape 3949"/>
        <p:cNvGrpSpPr/>
        <p:nvPr/>
      </p:nvGrpSpPr>
      <p:grpSpPr>
        <a:xfrm>
          <a:off x="0" y="0"/>
          <a:ext cx="0" cy="0"/>
          <a:chOff x="0" y="0"/>
          <a:chExt cx="0" cy="0"/>
        </a:xfrm>
      </p:grpSpPr>
      <p:sp>
        <p:nvSpPr>
          <p:cNvPr id="3950" name="Google Shape;3950;h3e7bf3358ec3caa2_0_2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1" name="Google Shape;3951;h3e7bf3358ec3caa2_0_2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7" name="Shape 3997"/>
        <p:cNvGrpSpPr/>
        <p:nvPr/>
      </p:nvGrpSpPr>
      <p:grpSpPr>
        <a:xfrm>
          <a:off x="0" y="0"/>
          <a:ext cx="0" cy="0"/>
          <a:chOff x="0" y="0"/>
          <a:chExt cx="0" cy="0"/>
        </a:xfrm>
      </p:grpSpPr>
      <p:sp>
        <p:nvSpPr>
          <p:cNvPr id="3998" name="Google Shape;3998;h3e7bf3358ec3caa2_0_2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9" name="Google Shape;3999;h3e7bf3358ec3caa2_0_2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7" name="Shape 4047"/>
        <p:cNvGrpSpPr/>
        <p:nvPr/>
      </p:nvGrpSpPr>
      <p:grpSpPr>
        <a:xfrm>
          <a:off x="0" y="0"/>
          <a:ext cx="0" cy="0"/>
          <a:chOff x="0" y="0"/>
          <a:chExt cx="0" cy="0"/>
        </a:xfrm>
      </p:grpSpPr>
      <p:sp>
        <p:nvSpPr>
          <p:cNvPr id="4048" name="Google Shape;4048;h3e7bf3358ec3caa2_0_2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9" name="Google Shape;4049;h3e7bf3358ec3caa2_0_2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0" name="Shape 4100"/>
        <p:cNvGrpSpPr/>
        <p:nvPr/>
      </p:nvGrpSpPr>
      <p:grpSpPr>
        <a:xfrm>
          <a:off x="0" y="0"/>
          <a:ext cx="0" cy="0"/>
          <a:chOff x="0" y="0"/>
          <a:chExt cx="0" cy="0"/>
        </a:xfrm>
      </p:grpSpPr>
      <p:sp>
        <p:nvSpPr>
          <p:cNvPr id="4101" name="Google Shape;4101;h3e7bf3358ec3caa2_0_2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2" name="Google Shape;4102;h3e7bf3358ec3caa2_0_2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3" name="Shape 4163"/>
        <p:cNvGrpSpPr/>
        <p:nvPr/>
      </p:nvGrpSpPr>
      <p:grpSpPr>
        <a:xfrm>
          <a:off x="0" y="0"/>
          <a:ext cx="0" cy="0"/>
          <a:chOff x="0" y="0"/>
          <a:chExt cx="0" cy="0"/>
        </a:xfrm>
      </p:grpSpPr>
      <p:sp>
        <p:nvSpPr>
          <p:cNvPr id="4164" name="Google Shape;4164;h21d08fc781d5457a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5" name="Google Shape;4165;h21d08fc781d5457a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7" name="Shape 4187"/>
        <p:cNvGrpSpPr/>
        <p:nvPr/>
      </p:nvGrpSpPr>
      <p:grpSpPr>
        <a:xfrm>
          <a:off x="0" y="0"/>
          <a:ext cx="0" cy="0"/>
          <a:chOff x="0" y="0"/>
          <a:chExt cx="0" cy="0"/>
        </a:xfrm>
      </p:grpSpPr>
      <p:sp>
        <p:nvSpPr>
          <p:cNvPr id="4188" name="Google Shape;4188;h21d08fc781d5457a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9" name="Google Shape;4189;h21d08fc781d5457a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1" name="Shape 4211"/>
        <p:cNvGrpSpPr/>
        <p:nvPr/>
      </p:nvGrpSpPr>
      <p:grpSpPr>
        <a:xfrm>
          <a:off x="0" y="0"/>
          <a:ext cx="0" cy="0"/>
          <a:chOff x="0" y="0"/>
          <a:chExt cx="0" cy="0"/>
        </a:xfrm>
      </p:grpSpPr>
      <p:sp>
        <p:nvSpPr>
          <p:cNvPr id="4212" name="Google Shape;4212;h21d08fc781d5457a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3" name="Google Shape;4213;h21d08fc781d5457a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h3e7bf3358ec3caa2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8" name="Google Shape;4228;h3e7bf3358ec3caa2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6" name="Shape 4236"/>
        <p:cNvGrpSpPr/>
        <p:nvPr/>
      </p:nvGrpSpPr>
      <p:grpSpPr>
        <a:xfrm>
          <a:off x="0" y="0"/>
          <a:ext cx="0" cy="0"/>
          <a:chOff x="0" y="0"/>
          <a:chExt cx="0" cy="0"/>
        </a:xfrm>
      </p:grpSpPr>
      <p:sp>
        <p:nvSpPr>
          <p:cNvPr id="4237" name="Google Shape;4237;h3e7bf3358ec3caa2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8" name="Google Shape;4238;h3e7bf3358ec3caa2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6" name="Shape 4246"/>
        <p:cNvGrpSpPr/>
        <p:nvPr/>
      </p:nvGrpSpPr>
      <p:grpSpPr>
        <a:xfrm>
          <a:off x="0" y="0"/>
          <a:ext cx="0" cy="0"/>
          <a:chOff x="0" y="0"/>
          <a:chExt cx="0" cy="0"/>
        </a:xfrm>
      </p:grpSpPr>
      <p:sp>
        <p:nvSpPr>
          <p:cNvPr id="4247" name="Google Shape;4247;h3e7bf3358ec3caa2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8" name="Google Shape;4248;h3e7bf3358ec3caa2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3" name="Shape 4293"/>
        <p:cNvGrpSpPr/>
        <p:nvPr/>
      </p:nvGrpSpPr>
      <p:grpSpPr>
        <a:xfrm>
          <a:off x="0" y="0"/>
          <a:ext cx="0" cy="0"/>
          <a:chOff x="0" y="0"/>
          <a:chExt cx="0" cy="0"/>
        </a:xfrm>
      </p:grpSpPr>
      <p:sp>
        <p:nvSpPr>
          <p:cNvPr id="4294" name="Google Shape;4294;h3e7bf3358ec3caa2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5" name="Google Shape;4295;h3e7bf3358ec3caa2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3" name="Shape 4303"/>
        <p:cNvGrpSpPr/>
        <p:nvPr/>
      </p:nvGrpSpPr>
      <p:grpSpPr>
        <a:xfrm>
          <a:off x="0" y="0"/>
          <a:ext cx="0" cy="0"/>
          <a:chOff x="0" y="0"/>
          <a:chExt cx="0" cy="0"/>
        </a:xfrm>
      </p:grpSpPr>
      <p:sp>
        <p:nvSpPr>
          <p:cNvPr id="4304" name="Google Shape;4304;h3e7bf3358ec3caa2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5" name="Google Shape;4305;h3e7bf3358ec3caa2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3" name="Shape 4313"/>
        <p:cNvGrpSpPr/>
        <p:nvPr/>
      </p:nvGrpSpPr>
      <p:grpSpPr>
        <a:xfrm>
          <a:off x="0" y="0"/>
          <a:ext cx="0" cy="0"/>
          <a:chOff x="0" y="0"/>
          <a:chExt cx="0" cy="0"/>
        </a:xfrm>
      </p:grpSpPr>
      <p:sp>
        <p:nvSpPr>
          <p:cNvPr id="4314" name="Google Shape;4314;h3e7bf3358ec3caa2_0_2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5" name="Google Shape;4315;h3e7bf3358ec3caa2_0_2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7" name="Shape 4357"/>
        <p:cNvGrpSpPr/>
        <p:nvPr/>
      </p:nvGrpSpPr>
      <p:grpSpPr>
        <a:xfrm>
          <a:off x="0" y="0"/>
          <a:ext cx="0" cy="0"/>
          <a:chOff x="0" y="0"/>
          <a:chExt cx="0" cy="0"/>
        </a:xfrm>
      </p:grpSpPr>
      <p:sp>
        <p:nvSpPr>
          <p:cNvPr id="4358" name="Google Shape;4358;h3e7bf3358ec3caa2_0_2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9" name="Google Shape;4359;h3e7bf3358ec3caa2_0_2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2" name="Shape 4402"/>
        <p:cNvGrpSpPr/>
        <p:nvPr/>
      </p:nvGrpSpPr>
      <p:grpSpPr>
        <a:xfrm>
          <a:off x="0" y="0"/>
          <a:ext cx="0" cy="0"/>
          <a:chOff x="0" y="0"/>
          <a:chExt cx="0" cy="0"/>
        </a:xfrm>
      </p:grpSpPr>
      <p:sp>
        <p:nvSpPr>
          <p:cNvPr id="4403" name="Google Shape;4403;h3e7bf3358ec3caa2_0_2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4" name="Google Shape;4404;h3e7bf3358ec3caa2_0_2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6" name="Shape 4446"/>
        <p:cNvGrpSpPr/>
        <p:nvPr/>
      </p:nvGrpSpPr>
      <p:grpSpPr>
        <a:xfrm>
          <a:off x="0" y="0"/>
          <a:ext cx="0" cy="0"/>
          <a:chOff x="0" y="0"/>
          <a:chExt cx="0" cy="0"/>
        </a:xfrm>
      </p:grpSpPr>
      <p:sp>
        <p:nvSpPr>
          <p:cNvPr id="4447" name="Google Shape;4447;h3e7bf3358ec3caa2_0_2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8" name="Google Shape;4448;h3e7bf3358ec3caa2_0_2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3" name="Shape 4483"/>
        <p:cNvGrpSpPr/>
        <p:nvPr/>
      </p:nvGrpSpPr>
      <p:grpSpPr>
        <a:xfrm>
          <a:off x="0" y="0"/>
          <a:ext cx="0" cy="0"/>
          <a:chOff x="0" y="0"/>
          <a:chExt cx="0" cy="0"/>
        </a:xfrm>
      </p:grpSpPr>
      <p:sp>
        <p:nvSpPr>
          <p:cNvPr id="4484" name="Google Shape;4484;h3e7bf3358ec3caa2_0_2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5" name="Google Shape;4485;h3e7bf3358ec3caa2_0_2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3" name="Shape 4493"/>
        <p:cNvGrpSpPr/>
        <p:nvPr/>
      </p:nvGrpSpPr>
      <p:grpSpPr>
        <a:xfrm>
          <a:off x="0" y="0"/>
          <a:ext cx="0" cy="0"/>
          <a:chOff x="0" y="0"/>
          <a:chExt cx="0" cy="0"/>
        </a:xfrm>
      </p:grpSpPr>
      <p:sp>
        <p:nvSpPr>
          <p:cNvPr id="4494" name="Google Shape;4494;h3e7bf3358ec3caa2_0_2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5" name="Google Shape;4495;h3e7bf3358ec3caa2_0_2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3" name="Shape 4503"/>
        <p:cNvGrpSpPr/>
        <p:nvPr/>
      </p:nvGrpSpPr>
      <p:grpSpPr>
        <a:xfrm>
          <a:off x="0" y="0"/>
          <a:ext cx="0" cy="0"/>
          <a:chOff x="0" y="0"/>
          <a:chExt cx="0" cy="0"/>
        </a:xfrm>
      </p:grpSpPr>
      <p:sp>
        <p:nvSpPr>
          <p:cNvPr id="4504" name="Google Shape;4504;h21d08fc781d5457a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5" name="Google Shape;4505;h21d08fc781d5457a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8" name="Shape 4548"/>
        <p:cNvGrpSpPr/>
        <p:nvPr/>
      </p:nvGrpSpPr>
      <p:grpSpPr>
        <a:xfrm>
          <a:off x="0" y="0"/>
          <a:ext cx="0" cy="0"/>
          <a:chOff x="0" y="0"/>
          <a:chExt cx="0" cy="0"/>
        </a:xfrm>
      </p:grpSpPr>
      <p:sp>
        <p:nvSpPr>
          <p:cNvPr id="4549" name="Google Shape;4549;h21d08fc781d5457a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0" name="Google Shape;4550;h21d08fc781d5457a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3" name="Shape 4593"/>
        <p:cNvGrpSpPr/>
        <p:nvPr/>
      </p:nvGrpSpPr>
      <p:grpSpPr>
        <a:xfrm>
          <a:off x="0" y="0"/>
          <a:ext cx="0" cy="0"/>
          <a:chOff x="0" y="0"/>
          <a:chExt cx="0" cy="0"/>
        </a:xfrm>
      </p:grpSpPr>
      <p:sp>
        <p:nvSpPr>
          <p:cNvPr id="4594" name="Google Shape;4594;h3e171104fe6ab064_3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5" name="Google Shape;4595;h3e171104fe6ab064_3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8" name="Shape 4638"/>
        <p:cNvGrpSpPr/>
        <p:nvPr/>
      </p:nvGrpSpPr>
      <p:grpSpPr>
        <a:xfrm>
          <a:off x="0" y="0"/>
          <a:ext cx="0" cy="0"/>
          <a:chOff x="0" y="0"/>
          <a:chExt cx="0" cy="0"/>
        </a:xfrm>
      </p:grpSpPr>
      <p:sp>
        <p:nvSpPr>
          <p:cNvPr id="4639" name="Google Shape;4639;h3e171104fe6ab064_3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0" name="Google Shape;4640;h3e171104fe6ab064_3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4" name="Shape 4684"/>
        <p:cNvGrpSpPr/>
        <p:nvPr/>
      </p:nvGrpSpPr>
      <p:grpSpPr>
        <a:xfrm>
          <a:off x="0" y="0"/>
          <a:ext cx="0" cy="0"/>
          <a:chOff x="0" y="0"/>
          <a:chExt cx="0" cy="0"/>
        </a:xfrm>
      </p:grpSpPr>
      <p:sp>
        <p:nvSpPr>
          <p:cNvPr id="4685" name="Google Shape;4685;h55a8585103cc945b_0_1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6" name="Google Shape;4686;h55a8585103cc945b_0_1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4" name="Shape 4734"/>
        <p:cNvGrpSpPr/>
        <p:nvPr/>
      </p:nvGrpSpPr>
      <p:grpSpPr>
        <a:xfrm>
          <a:off x="0" y="0"/>
          <a:ext cx="0" cy="0"/>
          <a:chOff x="0" y="0"/>
          <a:chExt cx="0" cy="0"/>
        </a:xfrm>
      </p:grpSpPr>
      <p:sp>
        <p:nvSpPr>
          <p:cNvPr id="4735" name="Google Shape;4735;h21d08fc781d5457a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6" name="Google Shape;4736;h21d08fc781d5457a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4" name="Shape 4744"/>
        <p:cNvGrpSpPr/>
        <p:nvPr/>
      </p:nvGrpSpPr>
      <p:grpSpPr>
        <a:xfrm>
          <a:off x="0" y="0"/>
          <a:ext cx="0" cy="0"/>
          <a:chOff x="0" y="0"/>
          <a:chExt cx="0" cy="0"/>
        </a:xfrm>
      </p:grpSpPr>
      <p:sp>
        <p:nvSpPr>
          <p:cNvPr id="4745" name="Google Shape;4745;h21d08fc781d5457a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6" name="Google Shape;4746;h21d08fc781d5457a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4" name="Shape 4754"/>
        <p:cNvGrpSpPr/>
        <p:nvPr/>
      </p:nvGrpSpPr>
      <p:grpSpPr>
        <a:xfrm>
          <a:off x="0" y="0"/>
          <a:ext cx="0" cy="0"/>
          <a:chOff x="0" y="0"/>
          <a:chExt cx="0" cy="0"/>
        </a:xfrm>
      </p:grpSpPr>
      <p:sp>
        <p:nvSpPr>
          <p:cNvPr id="4755" name="Google Shape;4755;h3e7bf3358ec3caa2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6" name="Google Shape;4756;h3e7bf3358ec3caa2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9" name="Shape 4799"/>
        <p:cNvGrpSpPr/>
        <p:nvPr/>
      </p:nvGrpSpPr>
      <p:grpSpPr>
        <a:xfrm>
          <a:off x="0" y="0"/>
          <a:ext cx="0" cy="0"/>
          <a:chOff x="0" y="0"/>
          <a:chExt cx="0" cy="0"/>
        </a:xfrm>
      </p:grpSpPr>
      <p:sp>
        <p:nvSpPr>
          <p:cNvPr id="4800" name="Google Shape;4800;h3e7bf3358ec3caa2_0_2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1" name="Google Shape;4801;h3e7bf3358ec3caa2_0_2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5" name="Shape 4845"/>
        <p:cNvGrpSpPr/>
        <p:nvPr/>
      </p:nvGrpSpPr>
      <p:grpSpPr>
        <a:xfrm>
          <a:off x="0" y="0"/>
          <a:ext cx="0" cy="0"/>
          <a:chOff x="0" y="0"/>
          <a:chExt cx="0" cy="0"/>
        </a:xfrm>
      </p:grpSpPr>
      <p:sp>
        <p:nvSpPr>
          <p:cNvPr id="4846" name="Google Shape;4846;h3e7bf3358ec3caa2_0_2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7" name="Google Shape;4847;h3e7bf3358ec3caa2_0_2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4" name="Shape 4904"/>
        <p:cNvGrpSpPr/>
        <p:nvPr/>
      </p:nvGrpSpPr>
      <p:grpSpPr>
        <a:xfrm>
          <a:off x="0" y="0"/>
          <a:ext cx="0" cy="0"/>
          <a:chOff x="0" y="0"/>
          <a:chExt cx="0" cy="0"/>
        </a:xfrm>
      </p:grpSpPr>
      <p:sp>
        <p:nvSpPr>
          <p:cNvPr id="4905" name="Google Shape;4905;h3e171104fe6ab064_32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6" name="Google Shape;4906;h3e171104fe6ab064_32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3" name="Shape 4963"/>
        <p:cNvGrpSpPr/>
        <p:nvPr/>
      </p:nvGrpSpPr>
      <p:grpSpPr>
        <a:xfrm>
          <a:off x="0" y="0"/>
          <a:ext cx="0" cy="0"/>
          <a:chOff x="0" y="0"/>
          <a:chExt cx="0" cy="0"/>
        </a:xfrm>
      </p:grpSpPr>
      <p:sp>
        <p:nvSpPr>
          <p:cNvPr id="4964" name="Google Shape;4964;h3e171104fe6ab064_32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5" name="Google Shape;4965;h3e171104fe6ab064_32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4" name="Shape 5014"/>
        <p:cNvGrpSpPr/>
        <p:nvPr/>
      </p:nvGrpSpPr>
      <p:grpSpPr>
        <a:xfrm>
          <a:off x="0" y="0"/>
          <a:ext cx="0" cy="0"/>
          <a:chOff x="0" y="0"/>
          <a:chExt cx="0" cy="0"/>
        </a:xfrm>
      </p:grpSpPr>
      <p:sp>
        <p:nvSpPr>
          <p:cNvPr id="5015" name="Google Shape;5015;h3e171104fe6ab064_32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6" name="Google Shape;5016;h3e171104fe6ab064_32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5" name="Shape 5065"/>
        <p:cNvGrpSpPr/>
        <p:nvPr/>
      </p:nvGrpSpPr>
      <p:grpSpPr>
        <a:xfrm>
          <a:off x="0" y="0"/>
          <a:ext cx="0" cy="0"/>
          <a:chOff x="0" y="0"/>
          <a:chExt cx="0" cy="0"/>
        </a:xfrm>
      </p:grpSpPr>
      <p:sp>
        <p:nvSpPr>
          <p:cNvPr id="5066" name="Google Shape;5066;h3e7bf3358ec3caa2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7" name="Google Shape;5067;h3e7bf3358ec3caa2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5" name="Shape 5075"/>
        <p:cNvGrpSpPr/>
        <p:nvPr/>
      </p:nvGrpSpPr>
      <p:grpSpPr>
        <a:xfrm>
          <a:off x="0" y="0"/>
          <a:ext cx="0" cy="0"/>
          <a:chOff x="0" y="0"/>
          <a:chExt cx="0" cy="0"/>
        </a:xfrm>
      </p:grpSpPr>
      <p:sp>
        <p:nvSpPr>
          <p:cNvPr id="5076" name="Google Shape;5076;h3e7bf3358ec3caa2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7" name="Google Shape;5077;h3e7bf3358ec3caa2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5" name="Shape 5085"/>
        <p:cNvGrpSpPr/>
        <p:nvPr/>
      </p:nvGrpSpPr>
      <p:grpSpPr>
        <a:xfrm>
          <a:off x="0" y="0"/>
          <a:ext cx="0" cy="0"/>
          <a:chOff x="0" y="0"/>
          <a:chExt cx="0" cy="0"/>
        </a:xfrm>
      </p:grpSpPr>
      <p:sp>
        <p:nvSpPr>
          <p:cNvPr id="5086" name="Google Shape;5086;h3e7bf3358ec3caa2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7" name="Google Shape;5087;h3e7bf3358ec3caa2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3" name="Shape 5133"/>
        <p:cNvGrpSpPr/>
        <p:nvPr/>
      </p:nvGrpSpPr>
      <p:grpSpPr>
        <a:xfrm>
          <a:off x="0" y="0"/>
          <a:ext cx="0" cy="0"/>
          <a:chOff x="0" y="0"/>
          <a:chExt cx="0" cy="0"/>
        </a:xfrm>
      </p:grpSpPr>
      <p:sp>
        <p:nvSpPr>
          <p:cNvPr id="5134" name="Google Shape;5134;h3e7bf3358ec3caa2_0_2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5" name="Google Shape;5135;h3e7bf3358ec3caa2_0_2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1" name="Shape 5181"/>
        <p:cNvGrpSpPr/>
        <p:nvPr/>
      </p:nvGrpSpPr>
      <p:grpSpPr>
        <a:xfrm>
          <a:off x="0" y="0"/>
          <a:ext cx="0" cy="0"/>
          <a:chOff x="0" y="0"/>
          <a:chExt cx="0" cy="0"/>
        </a:xfrm>
      </p:grpSpPr>
      <p:sp>
        <p:nvSpPr>
          <p:cNvPr id="5182" name="Google Shape;5182;h3e7bf3358ec3caa2_0_2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3" name="Google Shape;5183;h3e7bf3358ec3caa2_0_2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9" name="Shape 5229"/>
        <p:cNvGrpSpPr/>
        <p:nvPr/>
      </p:nvGrpSpPr>
      <p:grpSpPr>
        <a:xfrm>
          <a:off x="0" y="0"/>
          <a:ext cx="0" cy="0"/>
          <a:chOff x="0" y="0"/>
          <a:chExt cx="0" cy="0"/>
        </a:xfrm>
      </p:grpSpPr>
      <p:sp>
        <p:nvSpPr>
          <p:cNvPr id="5230" name="Google Shape;5230;h3e7bf3358ec3caa2_0_2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1" name="Google Shape;5231;h3e7bf3358ec3caa2_0_2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7" name="Shape 5277"/>
        <p:cNvGrpSpPr/>
        <p:nvPr/>
      </p:nvGrpSpPr>
      <p:grpSpPr>
        <a:xfrm>
          <a:off x="0" y="0"/>
          <a:ext cx="0" cy="0"/>
          <a:chOff x="0" y="0"/>
          <a:chExt cx="0" cy="0"/>
        </a:xfrm>
      </p:grpSpPr>
      <p:sp>
        <p:nvSpPr>
          <p:cNvPr id="5278" name="Google Shape;5278;h3e7bf3358ec3caa2_0_2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9" name="Google Shape;5279;h3e7bf3358ec3caa2_0_2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5" name="Shape 5325"/>
        <p:cNvGrpSpPr/>
        <p:nvPr/>
      </p:nvGrpSpPr>
      <p:grpSpPr>
        <a:xfrm>
          <a:off x="0" y="0"/>
          <a:ext cx="0" cy="0"/>
          <a:chOff x="0" y="0"/>
          <a:chExt cx="0" cy="0"/>
        </a:xfrm>
      </p:grpSpPr>
      <p:sp>
        <p:nvSpPr>
          <p:cNvPr id="5326" name="Google Shape;5326;h3e7bf3358ec3caa2_0_3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7" name="Google Shape;5327;h3e7bf3358ec3caa2_0_3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1" name="Shape 5371"/>
        <p:cNvGrpSpPr/>
        <p:nvPr/>
      </p:nvGrpSpPr>
      <p:grpSpPr>
        <a:xfrm>
          <a:off x="0" y="0"/>
          <a:ext cx="0" cy="0"/>
          <a:chOff x="0" y="0"/>
          <a:chExt cx="0" cy="0"/>
        </a:xfrm>
      </p:grpSpPr>
      <p:sp>
        <p:nvSpPr>
          <p:cNvPr id="5372" name="Google Shape;5372;h3e171104fe6ab064_32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3" name="Google Shape;5373;h3e171104fe6ab064_32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8" name="Shape 5418"/>
        <p:cNvGrpSpPr/>
        <p:nvPr/>
      </p:nvGrpSpPr>
      <p:grpSpPr>
        <a:xfrm>
          <a:off x="0" y="0"/>
          <a:ext cx="0" cy="0"/>
          <a:chOff x="0" y="0"/>
          <a:chExt cx="0" cy="0"/>
        </a:xfrm>
      </p:grpSpPr>
      <p:sp>
        <p:nvSpPr>
          <p:cNvPr id="5419" name="Google Shape;5419;h3e171104fe6ab064_32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0" name="Google Shape;5420;h3e171104fe6ab064_32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7" name="Shape 5457"/>
        <p:cNvGrpSpPr/>
        <p:nvPr/>
      </p:nvGrpSpPr>
      <p:grpSpPr>
        <a:xfrm>
          <a:off x="0" y="0"/>
          <a:ext cx="0" cy="0"/>
          <a:chOff x="0" y="0"/>
          <a:chExt cx="0" cy="0"/>
        </a:xfrm>
      </p:grpSpPr>
      <p:sp>
        <p:nvSpPr>
          <p:cNvPr id="5458" name="Google Shape;5458;h3e7bf3358ec3caa2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9" name="Google Shape;5459;h3e7bf3358ec3caa2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7" name="Shape 5467"/>
        <p:cNvGrpSpPr/>
        <p:nvPr/>
      </p:nvGrpSpPr>
      <p:grpSpPr>
        <a:xfrm>
          <a:off x="0" y="0"/>
          <a:ext cx="0" cy="0"/>
          <a:chOff x="0" y="0"/>
          <a:chExt cx="0" cy="0"/>
        </a:xfrm>
      </p:grpSpPr>
      <p:sp>
        <p:nvSpPr>
          <p:cNvPr id="5468" name="Google Shape;5468;h3e7bf3358ec3caa2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9" name="Google Shape;5469;h3e7bf3358ec3caa2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7" name="Shape 5477"/>
        <p:cNvGrpSpPr/>
        <p:nvPr/>
      </p:nvGrpSpPr>
      <p:grpSpPr>
        <a:xfrm>
          <a:off x="0" y="0"/>
          <a:ext cx="0" cy="0"/>
          <a:chOff x="0" y="0"/>
          <a:chExt cx="0" cy="0"/>
        </a:xfrm>
      </p:grpSpPr>
      <p:sp>
        <p:nvSpPr>
          <p:cNvPr id="5478" name="Google Shape;5478;h3e7bf3358ec3caa2_0_1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9" name="Google Shape;5479;h3e7bf3358ec3caa2_0_1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0" name="Shape 5520"/>
        <p:cNvGrpSpPr/>
        <p:nvPr/>
      </p:nvGrpSpPr>
      <p:grpSpPr>
        <a:xfrm>
          <a:off x="0" y="0"/>
          <a:ext cx="0" cy="0"/>
          <a:chOff x="0" y="0"/>
          <a:chExt cx="0" cy="0"/>
        </a:xfrm>
      </p:grpSpPr>
      <p:sp>
        <p:nvSpPr>
          <p:cNvPr id="5521" name="Google Shape;5521;h55a8585103cc945b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2" name="Google Shape;5522;h55a8585103cc945b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6" name="Shape 5586"/>
        <p:cNvGrpSpPr/>
        <p:nvPr/>
      </p:nvGrpSpPr>
      <p:grpSpPr>
        <a:xfrm>
          <a:off x="0" y="0"/>
          <a:ext cx="0" cy="0"/>
          <a:chOff x="0" y="0"/>
          <a:chExt cx="0" cy="0"/>
        </a:xfrm>
      </p:grpSpPr>
      <p:sp>
        <p:nvSpPr>
          <p:cNvPr id="5587" name="Google Shape;5587;h55a8585103cc945b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8" name="Google Shape;5588;h55a8585103cc945b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4" name="Shape 5654"/>
        <p:cNvGrpSpPr/>
        <p:nvPr/>
      </p:nvGrpSpPr>
      <p:grpSpPr>
        <a:xfrm>
          <a:off x="0" y="0"/>
          <a:ext cx="0" cy="0"/>
          <a:chOff x="0" y="0"/>
          <a:chExt cx="0" cy="0"/>
        </a:xfrm>
      </p:grpSpPr>
      <p:sp>
        <p:nvSpPr>
          <p:cNvPr id="5655" name="Google Shape;5655;h55a8585103cc945b_0_1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6" name="Google Shape;5656;h55a8585103cc945b_0_1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1" name="Shape 5721"/>
        <p:cNvGrpSpPr/>
        <p:nvPr/>
      </p:nvGrpSpPr>
      <p:grpSpPr>
        <a:xfrm>
          <a:off x="0" y="0"/>
          <a:ext cx="0" cy="0"/>
          <a:chOff x="0" y="0"/>
          <a:chExt cx="0" cy="0"/>
        </a:xfrm>
      </p:grpSpPr>
      <p:sp>
        <p:nvSpPr>
          <p:cNvPr id="5722" name="Google Shape;5722;h55a8585103cc945b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3" name="Google Shape;5723;h55a8585103cc945b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0" name="Shape 5790"/>
        <p:cNvGrpSpPr/>
        <p:nvPr/>
      </p:nvGrpSpPr>
      <p:grpSpPr>
        <a:xfrm>
          <a:off x="0" y="0"/>
          <a:ext cx="0" cy="0"/>
          <a:chOff x="0" y="0"/>
          <a:chExt cx="0" cy="0"/>
        </a:xfrm>
      </p:grpSpPr>
      <p:sp>
        <p:nvSpPr>
          <p:cNvPr id="5791" name="Google Shape;5791;h55a8585103cc945b_0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2" name="Google Shape;5792;h55a8585103cc945b_0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0" name="Shape 5800"/>
        <p:cNvGrpSpPr/>
        <p:nvPr/>
      </p:nvGrpSpPr>
      <p:grpSpPr>
        <a:xfrm>
          <a:off x="0" y="0"/>
          <a:ext cx="0" cy="0"/>
          <a:chOff x="0" y="0"/>
          <a:chExt cx="0" cy="0"/>
        </a:xfrm>
      </p:grpSpPr>
      <p:sp>
        <p:nvSpPr>
          <p:cNvPr id="5801" name="Google Shape;5801;h55a8585103cc945b_0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2" name="Google Shape;5802;h55a8585103cc945b_0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0" name="Shape 5810"/>
        <p:cNvGrpSpPr/>
        <p:nvPr/>
      </p:nvGrpSpPr>
      <p:grpSpPr>
        <a:xfrm>
          <a:off x="0" y="0"/>
          <a:ext cx="0" cy="0"/>
          <a:chOff x="0" y="0"/>
          <a:chExt cx="0" cy="0"/>
        </a:xfrm>
      </p:grpSpPr>
      <p:sp>
        <p:nvSpPr>
          <p:cNvPr id="5811" name="Google Shape;5811;h55a8585103cc945b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2" name="Google Shape;5812;h55a8585103cc945b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5" name="Shape 5855"/>
        <p:cNvGrpSpPr/>
        <p:nvPr/>
      </p:nvGrpSpPr>
      <p:grpSpPr>
        <a:xfrm>
          <a:off x="0" y="0"/>
          <a:ext cx="0" cy="0"/>
          <a:chOff x="0" y="0"/>
          <a:chExt cx="0" cy="0"/>
        </a:xfrm>
      </p:grpSpPr>
      <p:sp>
        <p:nvSpPr>
          <p:cNvPr id="5856" name="Google Shape;5856;h55a8585103cc945b_0_1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7" name="Google Shape;5857;h55a8585103cc945b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4" name="Shape 5924"/>
        <p:cNvGrpSpPr/>
        <p:nvPr/>
      </p:nvGrpSpPr>
      <p:grpSpPr>
        <a:xfrm>
          <a:off x="0" y="0"/>
          <a:ext cx="0" cy="0"/>
          <a:chOff x="0" y="0"/>
          <a:chExt cx="0" cy="0"/>
        </a:xfrm>
      </p:grpSpPr>
      <p:sp>
        <p:nvSpPr>
          <p:cNvPr id="5925" name="Google Shape;5925;h55a8585103cc945b_0_1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6" name="Google Shape;5926;h55a8585103cc945b_0_1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8" name="Shape 5988"/>
        <p:cNvGrpSpPr/>
        <p:nvPr/>
      </p:nvGrpSpPr>
      <p:grpSpPr>
        <a:xfrm>
          <a:off x="0" y="0"/>
          <a:ext cx="0" cy="0"/>
          <a:chOff x="0" y="0"/>
          <a:chExt cx="0" cy="0"/>
        </a:xfrm>
      </p:grpSpPr>
      <p:sp>
        <p:nvSpPr>
          <p:cNvPr id="5989" name="Google Shape;5989;h55a8585103cc945b_0_1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0" name="Google Shape;5990;h55a8585103cc945b_0_1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4" name="Shape 6054"/>
        <p:cNvGrpSpPr/>
        <p:nvPr/>
      </p:nvGrpSpPr>
      <p:grpSpPr>
        <a:xfrm>
          <a:off x="0" y="0"/>
          <a:ext cx="0" cy="0"/>
          <a:chOff x="0" y="0"/>
          <a:chExt cx="0" cy="0"/>
        </a:xfrm>
      </p:grpSpPr>
      <p:sp>
        <p:nvSpPr>
          <p:cNvPr id="6055" name="Google Shape;6055;h55a8585103cc945b_0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6" name="Google Shape;6056;h55a8585103cc945b_0_1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4" name="Shape 6084"/>
        <p:cNvGrpSpPr/>
        <p:nvPr/>
      </p:nvGrpSpPr>
      <p:grpSpPr>
        <a:xfrm>
          <a:off x="0" y="0"/>
          <a:ext cx="0" cy="0"/>
          <a:chOff x="0" y="0"/>
          <a:chExt cx="0" cy="0"/>
        </a:xfrm>
      </p:grpSpPr>
      <p:sp>
        <p:nvSpPr>
          <p:cNvPr id="6085" name="Google Shape;6085;h55a8585103cc945b_0_2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6" name="Google Shape;6086;h55a8585103cc945b_0_2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4" name="Shape 6114"/>
        <p:cNvGrpSpPr/>
        <p:nvPr/>
      </p:nvGrpSpPr>
      <p:grpSpPr>
        <a:xfrm>
          <a:off x="0" y="0"/>
          <a:ext cx="0" cy="0"/>
          <a:chOff x="0" y="0"/>
          <a:chExt cx="0" cy="0"/>
        </a:xfrm>
      </p:grpSpPr>
      <p:sp>
        <p:nvSpPr>
          <p:cNvPr id="6115" name="Google Shape;6115;h55a8585103cc945b_0_2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6" name="Google Shape;6116;h55a8585103cc945b_0_2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slide" Target="/ppt/slid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1.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1.xm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gif"/><Relationship Id="rId4" Type="http://schemas.openxmlformats.org/officeDocument/2006/relationships/slide" Target="/ppt/slides/slide8.xml"/><Relationship Id="rId9" Type="http://schemas.openxmlformats.org/officeDocument/2006/relationships/image" Target="../media/image5.jpg"/><Relationship Id="rId5" Type="http://schemas.openxmlformats.org/officeDocument/2006/relationships/image" Target="../media/image9.jpg"/><Relationship Id="rId6" Type="http://schemas.openxmlformats.org/officeDocument/2006/relationships/image" Target="../media/image8.jpg"/><Relationship Id="rId7" Type="http://schemas.openxmlformats.org/officeDocument/2006/relationships/image" Target="../media/image2.jpg"/><Relationship Id="rId8"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slide" Target="/ppt/slides/slide5.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slide" Target="/ppt/slides/slide5.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0" Type="http://schemas.openxmlformats.org/officeDocument/2006/relationships/image" Target="../media/image25.jpg"/><Relationship Id="rId11" Type="http://schemas.openxmlformats.org/officeDocument/2006/relationships/slide" Target="/ppt/slides/slide77.xml"/><Relationship Id="rId22" Type="http://schemas.openxmlformats.org/officeDocument/2006/relationships/image" Target="../media/image14.jpg"/><Relationship Id="rId10" Type="http://schemas.openxmlformats.org/officeDocument/2006/relationships/image" Target="../media/image5.jpg"/><Relationship Id="rId21" Type="http://schemas.openxmlformats.org/officeDocument/2006/relationships/slide" Target="/ppt/slides/slide164.xml"/><Relationship Id="rId13" Type="http://schemas.openxmlformats.org/officeDocument/2006/relationships/slide" Target="/ppt/slides/slide93.xml"/><Relationship Id="rId24" Type="http://schemas.openxmlformats.org/officeDocument/2006/relationships/image" Target="../media/image10.jpg"/><Relationship Id="rId12" Type="http://schemas.openxmlformats.org/officeDocument/2006/relationships/image" Target="../media/image22.png"/><Relationship Id="rId23" Type="http://schemas.openxmlformats.org/officeDocument/2006/relationships/slide" Target="/ppt/slides/slide172.xml"/><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gif"/><Relationship Id="rId4" Type="http://schemas.openxmlformats.org/officeDocument/2006/relationships/image" Target="../media/image13.jpg"/><Relationship Id="rId9" Type="http://schemas.openxmlformats.org/officeDocument/2006/relationships/image" Target="../media/image1.jpg"/><Relationship Id="rId15" Type="http://schemas.openxmlformats.org/officeDocument/2006/relationships/slide" Target="/ppt/slides/slide102.xml"/><Relationship Id="rId14" Type="http://schemas.openxmlformats.org/officeDocument/2006/relationships/image" Target="../media/image12.jpg"/><Relationship Id="rId17" Type="http://schemas.openxmlformats.org/officeDocument/2006/relationships/slide" Target="/ppt/slides/slide137.xml"/><Relationship Id="rId16" Type="http://schemas.openxmlformats.org/officeDocument/2006/relationships/image" Target="../media/image7.jpg"/><Relationship Id="rId5" Type="http://schemas.openxmlformats.org/officeDocument/2006/relationships/image" Target="../media/image8.jpg"/><Relationship Id="rId19" Type="http://schemas.openxmlformats.org/officeDocument/2006/relationships/slide" Target="/ppt/slides/slide148.xml"/><Relationship Id="rId6" Type="http://schemas.openxmlformats.org/officeDocument/2006/relationships/image" Target="../media/image2.jpg"/><Relationship Id="rId18" Type="http://schemas.openxmlformats.org/officeDocument/2006/relationships/image" Target="../media/image26.jpg"/><Relationship Id="rId7" Type="http://schemas.openxmlformats.org/officeDocument/2006/relationships/image" Target="../media/image4.jpg"/><Relationship Id="rId8" Type="http://schemas.openxmlformats.org/officeDocument/2006/relationships/slide" Target="/ppt/slid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slide" Target="/ppt/slides/slide8.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1" Type="http://schemas.openxmlformats.org/officeDocument/2006/relationships/slide" Target="/ppt/slides/slide54.xml"/><Relationship Id="rId10" Type="http://schemas.openxmlformats.org/officeDocument/2006/relationships/image" Target="../media/image20.jpg"/><Relationship Id="rId12" Type="http://schemas.openxmlformats.org/officeDocument/2006/relationships/image" Target="../media/image19.jp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slide" Target="/ppt/slides/slide14.xml"/><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slide" Target="/ppt/slides/slide11.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jpg"/><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11" Type="http://schemas.openxmlformats.org/officeDocument/2006/relationships/image" Target="../media/image24.jpg"/><Relationship Id="rId10" Type="http://schemas.openxmlformats.org/officeDocument/2006/relationships/slide" Target="/ppt/slides/slide40.xml"/><Relationship Id="rId13" Type="http://schemas.openxmlformats.org/officeDocument/2006/relationships/image" Target="../media/image21.jpg"/><Relationship Id="rId12" Type="http://schemas.openxmlformats.org/officeDocument/2006/relationships/slide" Target="/ppt/slides/slide47.xml"/><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image" Target="../media/image17.jpg"/><Relationship Id="rId9" Type="http://schemas.openxmlformats.org/officeDocument/2006/relationships/image" Target="../media/image23.jpg"/><Relationship Id="rId5" Type="http://schemas.openxmlformats.org/officeDocument/2006/relationships/image" Target="../media/image16.gif"/><Relationship Id="rId6" Type="http://schemas.openxmlformats.org/officeDocument/2006/relationships/slide" Target="/ppt/slides/slide21.xml"/><Relationship Id="rId7" Type="http://schemas.openxmlformats.org/officeDocument/2006/relationships/image" Target="../media/image36.jpg"/><Relationship Id="rId8" Type="http://schemas.openxmlformats.org/officeDocument/2006/relationships/slide" Target="/ppt/slides/slide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slide" Target="/ppt/slides/slide18.xml"/><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jpg"/><Relationship Id="rId4" Type="http://schemas.openxmlformats.org/officeDocument/2006/relationships/image" Target="../media/image36.jpg"/><Relationship Id="rId5" Type="http://schemas.openxmlformats.org/officeDocument/2006/relationships/slide" Target="/ppt/slides/slide24.xml"/><Relationship Id="rId6" Type="http://schemas.openxmlformats.org/officeDocument/2006/relationships/slide" Target="/ppt/slides/slide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slide" Target="/ppt/slides/slide21.xml"/><Relationship Id="rId4"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jpg"/><Relationship Id="rId4" Type="http://schemas.openxmlformats.org/officeDocument/2006/relationships/image" Target="../media/image36.jpg"/><Relationship Id="rId5" Type="http://schemas.openxmlformats.org/officeDocument/2006/relationships/image" Target="../media/image3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jpg"/><Relationship Id="rId4" Type="http://schemas.openxmlformats.org/officeDocument/2006/relationships/image" Target="../media/image27.gif"/><Relationship Id="rId5" Type="http://schemas.openxmlformats.org/officeDocument/2006/relationships/image" Target="../media/image30.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jpg"/><Relationship Id="rId4" Type="http://schemas.openxmlformats.org/officeDocument/2006/relationships/image" Target="../media/image27.gif"/><Relationship Id="rId5" Type="http://schemas.openxmlformats.org/officeDocument/2006/relationships/image" Target="../media/image30.gif"/><Relationship Id="rId6" Type="http://schemas.openxmlformats.org/officeDocument/2006/relationships/slide" Target="/ppt/slides/sl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slide" Target="/ppt/slides/slide26.xml"/><Relationship Id="rId4" Type="http://schemas.openxmlformats.org/officeDocument/2006/relationships/image" Target="../media/image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jpg"/><Relationship Id="rId4" Type="http://schemas.openxmlformats.org/officeDocument/2006/relationships/image" Target="../media/image3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jpg"/><Relationship Id="rId4" Type="http://schemas.openxmlformats.org/officeDocument/2006/relationships/image" Target="../media/image29.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gif"/><Relationship Id="rId4" Type="http://schemas.openxmlformats.org/officeDocument/2006/relationships/slide" Target="/ppt/slides/slide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slide" Target="/ppt/slides/slide31.xml"/><Relationship Id="rId4" Type="http://schemas.openxmlformats.org/officeDocument/2006/relationships/image" Target="../media/image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8.jp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8.jp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jp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8.jpg"/><Relationship Id="rId4" Type="http://schemas.openxmlformats.org/officeDocument/2006/relationships/image" Target="../media/image32.png"/><Relationship Id="rId5" Type="http://schemas.openxmlformats.org/officeDocument/2006/relationships/slide" Target="/ppt/slides/slide6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slide" Target="/ppt/slides/slide37.xml"/><Relationship Id="rId4" Type="http://schemas.openxmlformats.org/officeDocument/2006/relationships/image" Target="../media/image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8.jp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8.jpg"/><Relationship Id="rId4" Type="http://schemas.openxmlformats.org/officeDocument/2006/relationships/image" Target="../media/image40.png"/><Relationship Id="rId5" Type="http://schemas.openxmlformats.org/officeDocument/2006/relationships/image" Target="../media/image33.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8.jpg"/><Relationship Id="rId4" Type="http://schemas.openxmlformats.org/officeDocument/2006/relationships/image" Target="../media/image40.png"/><Relationship Id="rId5" Type="http://schemas.openxmlformats.org/officeDocument/2006/relationships/image" Target="../media/image33.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8.jpg"/><Relationship Id="rId4" Type="http://schemas.openxmlformats.org/officeDocument/2006/relationships/image" Target="../media/image40.png"/><Relationship Id="rId5" Type="http://schemas.openxmlformats.org/officeDocument/2006/relationships/image" Target="../media/image33.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8.jpg"/><Relationship Id="rId4" Type="http://schemas.openxmlformats.org/officeDocument/2006/relationships/image" Target="../media/image40.png"/><Relationship Id="rId5" Type="http://schemas.openxmlformats.org/officeDocument/2006/relationships/image" Target="../media/image33.gif"/><Relationship Id="rId6" Type="http://schemas.openxmlformats.org/officeDocument/2006/relationships/slide" Target="/ppt/slides/slide6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slide" Target="/ppt/slides/slide44.xml"/><Relationship Id="rId4" Type="http://schemas.openxmlformats.org/officeDocument/2006/relationships/image" Target="../media/image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7.jpg"/><Relationship Id="rId4" Type="http://schemas.openxmlformats.org/officeDocument/2006/relationships/image" Target="../media/image38.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7.jpg"/><Relationship Id="rId4" Type="http://schemas.openxmlformats.org/officeDocument/2006/relationships/image" Target="../media/image38.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7.jpg"/><Relationship Id="rId4" Type="http://schemas.openxmlformats.org/officeDocument/2006/relationships/image" Target="../media/image38.gif"/><Relationship Id="rId5" Type="http://schemas.openxmlformats.org/officeDocument/2006/relationships/slide" Target="/ppt/slides/slid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slide" Target="/ppt/slides/slide51.xml"/><Relationship Id="rId4" Type="http://schemas.openxmlformats.org/officeDocument/2006/relationships/image" Target="../media/image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4.jpg"/><Relationship Id="rId4" Type="http://schemas.openxmlformats.org/officeDocument/2006/relationships/image" Target="../media/image1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4.jpg"/><Relationship Id="rId4" Type="http://schemas.openxmlformats.org/officeDocument/2006/relationships/image" Target="../media/image19.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2.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2.gif"/><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2.gif"/><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2.gif"/><Relationship Id="rId4" Type="http://schemas.openxmlformats.org/officeDocument/2006/relationships/image" Target="../media/image49.png"/><Relationship Id="rId5" Type="http://schemas.openxmlformats.org/officeDocument/2006/relationships/image" Target="../media/image37.jpg"/><Relationship Id="rId6" Type="http://schemas.openxmlformats.org/officeDocument/2006/relationships/image" Target="../media/image38.gif"/><Relationship Id="rId7" Type="http://schemas.openxmlformats.org/officeDocument/2006/relationships/image" Target="../media/image41.gi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2.gif"/><Relationship Id="rId4" Type="http://schemas.openxmlformats.org/officeDocument/2006/relationships/image" Target="../media/image49.png"/><Relationship Id="rId9" Type="http://schemas.openxmlformats.org/officeDocument/2006/relationships/slide" Target="/ppt/slides/slide1.xml"/><Relationship Id="rId5" Type="http://schemas.openxmlformats.org/officeDocument/2006/relationships/image" Target="../media/image37.jpg"/><Relationship Id="rId6" Type="http://schemas.openxmlformats.org/officeDocument/2006/relationships/image" Target="../media/image38.gif"/><Relationship Id="rId7" Type="http://schemas.openxmlformats.org/officeDocument/2006/relationships/image" Target="../media/image41.gif"/><Relationship Id="rId8" Type="http://schemas.openxmlformats.org/officeDocument/2006/relationships/image" Target="../media/image4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9.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slide" Target="/ppt/slides/slide60.xml"/><Relationship Id="rId4" Type="http://schemas.openxmlformats.org/officeDocument/2006/relationships/image" Target="../media/image9.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s>
</file>

<file path=ppt/slides/_rels/slide64.xml.rels><?xml version="1.0" encoding="UTF-8" standalone="yes"?><Relationships xmlns="http://schemas.openxmlformats.org/package/2006/relationships"><Relationship Id="rId11" Type="http://schemas.openxmlformats.org/officeDocument/2006/relationships/image" Target="../media/image37.jpg"/><Relationship Id="rId10" Type="http://schemas.openxmlformats.org/officeDocument/2006/relationships/image" Target="../media/image46.gif"/><Relationship Id="rId13" Type="http://schemas.openxmlformats.org/officeDocument/2006/relationships/image" Target="../media/image52.gif"/><Relationship Id="rId12" Type="http://schemas.openxmlformats.org/officeDocument/2006/relationships/image" Target="../media/image38.gif"/><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48.png"/><Relationship Id="rId15" Type="http://schemas.openxmlformats.org/officeDocument/2006/relationships/slide" Target="/ppt/slides/slide72.xml"/><Relationship Id="rId14" Type="http://schemas.openxmlformats.org/officeDocument/2006/relationships/image" Target="../media/image44.jpg"/><Relationship Id="rId16" Type="http://schemas.openxmlformats.org/officeDocument/2006/relationships/image" Target="../media/image47.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slide" Target="/ppt/slides/slide6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9.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slide" Target="/ppt/slides/slide64.xml"/><Relationship Id="rId4" Type="http://schemas.openxmlformats.org/officeDocument/2006/relationships/image" Target="../media/image9.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0.gif"/><Relationship Id="rId4" Type="http://schemas.openxmlformats.org/officeDocument/2006/relationships/image" Target="../media/image5.jpg"/><Relationship Id="rId5" Type="http://schemas.openxmlformats.org/officeDocument/2006/relationships/image" Target="../media/image43.gi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50.gif"/><Relationship Id="rId4" Type="http://schemas.openxmlformats.org/officeDocument/2006/relationships/image" Target="../media/image5.jpg"/><Relationship Id="rId5" Type="http://schemas.openxmlformats.org/officeDocument/2006/relationships/image" Target="../media/image43.gi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0.gif"/><Relationship Id="rId4" Type="http://schemas.openxmlformats.org/officeDocument/2006/relationships/image" Target="../media/image5.jpg"/><Relationship Id="rId5" Type="http://schemas.openxmlformats.org/officeDocument/2006/relationships/image" Target="../media/image43.gif"/><Relationship Id="rId6" Type="http://schemas.openxmlformats.org/officeDocument/2006/relationships/slide" Target="/ppt/slides/slide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9.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slide" Target="/ppt/slides/slide69.xml"/><Relationship Id="rId4" Type="http://schemas.openxmlformats.org/officeDocument/2006/relationships/image" Target="../media/image9.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jpg"/><Relationship Id="rId4" Type="http://schemas.openxmlformats.org/officeDocument/2006/relationships/image" Target="../media/image43.gif"/><Relationship Id="rId5"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jpg"/><Relationship Id="rId4" Type="http://schemas.openxmlformats.org/officeDocument/2006/relationships/image" Target="../media/image43.gif"/><Relationship Id="rId5" Type="http://schemas.openxmlformats.org/officeDocument/2006/relationships/image" Target="../media/image5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5.jpg"/><Relationship Id="rId4" Type="http://schemas.openxmlformats.org/officeDocument/2006/relationships/image" Target="../media/image43.gif"/><Relationship Id="rId5" Type="http://schemas.openxmlformats.org/officeDocument/2006/relationships/image" Target="../media/image56.png"/><Relationship Id="rId6" Type="http://schemas.openxmlformats.org/officeDocument/2006/relationships/slide" Target="/ppt/slides/slide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9.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slide" Target="/ppt/slides/slide74.xml"/><Relationship Id="rId4" Type="http://schemas.openxmlformats.org/officeDocument/2006/relationships/image" Target="../media/image9.jpg"/></Relationships>
</file>

<file path=ppt/slides/_rels/slide77.xml.rels><?xml version="1.0" encoding="UTF-8" standalone="yes"?><Relationships xmlns="http://schemas.openxmlformats.org/package/2006/relationships"><Relationship Id="rId10" Type="http://schemas.openxmlformats.org/officeDocument/2006/relationships/slide" Target="/ppt/slides/slide85.xml"/><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slide" Target="/ppt/slides/slide80.xml"/><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9.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slide" Target="/ppt/slides/slide77.xml"/><Relationship Id="rId4" Type="http://schemas.openxmlformats.org/officeDocument/2006/relationships/image" Target="../media/image9.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2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62.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22.png"/></Relationships>
</file>

<file path=ppt/slides/_rels/slide82.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slide" Target="/ppt/slides/slide182.xml"/><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62.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2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9.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slide" Target="/ppt/slides/slide82.xml"/><Relationship Id="rId4" Type="http://schemas.openxmlformats.org/officeDocument/2006/relationships/image" Target="../media/image9.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8.jpg"/><Relationship Id="rId4" Type="http://schemas.openxmlformats.org/officeDocument/2006/relationships/image" Target="../media/image22.png"/><Relationship Id="rId5" Type="http://schemas.openxmlformats.org/officeDocument/2006/relationships/image" Target="../media/image3.gif"/><Relationship Id="rId6" Type="http://schemas.openxmlformats.org/officeDocument/2006/relationships/image" Target="../media/image2.jpg"/><Relationship Id="rId7" Type="http://schemas.openxmlformats.org/officeDocument/2006/relationships/image" Target="../media/image4.jpg"/><Relationship Id="rId8" Type="http://schemas.openxmlformats.org/officeDocument/2006/relationships/image" Target="../media/image5.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8.jpg"/><Relationship Id="rId4" Type="http://schemas.openxmlformats.org/officeDocument/2006/relationships/image" Target="../media/image22.png"/><Relationship Id="rId9" Type="http://schemas.openxmlformats.org/officeDocument/2006/relationships/image" Target="../media/image62.png"/><Relationship Id="rId5" Type="http://schemas.openxmlformats.org/officeDocument/2006/relationships/image" Target="../media/image3.gif"/><Relationship Id="rId6" Type="http://schemas.openxmlformats.org/officeDocument/2006/relationships/image" Target="../media/image2.jpg"/><Relationship Id="rId7" Type="http://schemas.openxmlformats.org/officeDocument/2006/relationships/image" Target="../media/image4.jpg"/><Relationship Id="rId8" Type="http://schemas.openxmlformats.org/officeDocument/2006/relationships/image" Target="../media/image5.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8.jpg"/><Relationship Id="rId4" Type="http://schemas.openxmlformats.org/officeDocument/2006/relationships/image" Target="../media/image22.png"/><Relationship Id="rId9" Type="http://schemas.openxmlformats.org/officeDocument/2006/relationships/image" Target="../media/image62.png"/><Relationship Id="rId5" Type="http://schemas.openxmlformats.org/officeDocument/2006/relationships/image" Target="../media/image3.gif"/><Relationship Id="rId6" Type="http://schemas.openxmlformats.org/officeDocument/2006/relationships/image" Target="../media/image2.jpg"/><Relationship Id="rId7" Type="http://schemas.openxmlformats.org/officeDocument/2006/relationships/image" Target="../media/image4.jpg"/><Relationship Id="rId8" Type="http://schemas.openxmlformats.org/officeDocument/2006/relationships/image" Target="../media/image5.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57.png"/><Relationship Id="rId4" Type="http://schemas.openxmlformats.org/officeDocument/2006/relationships/image" Target="../media/image5.jpg"/><Relationship Id="rId5" Type="http://schemas.openxmlformats.org/officeDocument/2006/relationships/image" Target="../media/image55.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5.jpg"/><Relationship Id="rId4" Type="http://schemas.openxmlformats.org/officeDocument/2006/relationships/image" Target="../media/image55.jpg"/><Relationship Id="rId5" Type="http://schemas.openxmlformats.org/officeDocument/2006/relationships/image" Target="../media/image5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5.jpg"/><Relationship Id="rId4" Type="http://schemas.openxmlformats.org/officeDocument/2006/relationships/image" Target="../media/image55.jpg"/><Relationship Id="rId5" Type="http://schemas.openxmlformats.org/officeDocument/2006/relationships/image" Target="../media/image57.png"/><Relationship Id="rId6" Type="http://schemas.openxmlformats.org/officeDocument/2006/relationships/slide" Target="/ppt/slides/slide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slide" Target="/ppt/slides/slide90.xml"/><Relationship Id="rId4" Type="http://schemas.openxmlformats.org/officeDocument/2006/relationships/image" Target="../media/image9.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4.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3.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4.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3.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4.jpg"/></Relationships>
</file>

<file path=ppt/slides/_rels/slide96.xml.rels><?xml version="1.0" encoding="UTF-8" standalone="yes"?><Relationships xmlns="http://schemas.openxmlformats.org/package/2006/relationships"><Relationship Id="rId10" Type="http://schemas.openxmlformats.org/officeDocument/2006/relationships/image" Target="../media/image58.png"/><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3.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4.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8.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8.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3.png"/></Relationships>
</file>

<file path=ppt/slides/_rels/slide99.xml.rels><?xml version="1.0" encoding="UTF-8" standalone="yes"?><Relationships xmlns="http://schemas.openxmlformats.org/package/2006/relationships"><Relationship Id="rId10"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8.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9.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slide" Target="/ppt/slides/slide99.xml"/><Relationship Id="rId4" Type="http://schemas.openxmlformats.org/officeDocument/2006/relationships/image" Target="../media/image9.jpg"/></Relationships>
</file>

<file path=ppt/slides/_rels/slide102.xml.rels><?xml version="1.0" encoding="UTF-8" standalone="yes"?><Relationships xmlns="http://schemas.openxmlformats.org/package/2006/relationships"><Relationship Id="rId11" Type="http://schemas.openxmlformats.org/officeDocument/2006/relationships/slide" Target="/ppt/slides/slide128.xml"/><Relationship Id="rId10" Type="http://schemas.openxmlformats.org/officeDocument/2006/relationships/image" Target="../media/image61.png"/><Relationship Id="rId13" Type="http://schemas.openxmlformats.org/officeDocument/2006/relationships/slide" Target="/ppt/slides/slide121.xml"/><Relationship Id="rId12" Type="http://schemas.openxmlformats.org/officeDocument/2006/relationships/image" Target="../media/image60.png"/><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slide" Target="/ppt/slides/slide105.xml"/><Relationship Id="rId14" Type="http://schemas.openxmlformats.org/officeDocument/2006/relationships/image" Target="../media/image71.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59.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9.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slide" Target="/ppt/slides/slide102.xml"/><Relationship Id="rId4" Type="http://schemas.openxmlformats.org/officeDocument/2006/relationships/image" Target="../media/image9.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65.png"/><Relationship Id="rId4" Type="http://schemas.openxmlformats.org/officeDocument/2006/relationships/image" Target="../media/image8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65.png"/><Relationship Id="rId4" Type="http://schemas.openxmlformats.org/officeDocument/2006/relationships/image" Target="../media/image8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66.jpg"/><Relationship Id="rId5" Type="http://schemas.openxmlformats.org/officeDocument/2006/relationships/image" Target="../media/image2.jpg"/><Relationship Id="rId6" Type="http://schemas.openxmlformats.org/officeDocument/2006/relationships/slide" Target="/ppt/slides/slide113.xml"/><Relationship Id="rId7" Type="http://schemas.openxmlformats.org/officeDocument/2006/relationships/image" Target="../media/image4.jpg"/><Relationship Id="rId8" Type="http://schemas.openxmlformats.org/officeDocument/2006/relationships/image" Target="../media/image5.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6.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6.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8.jpg"/><Relationship Id="rId4" Type="http://schemas.openxmlformats.org/officeDocument/2006/relationships/image" Target="../media/image2.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6.jpg"/><Relationship Id="rId8" Type="http://schemas.openxmlformats.org/officeDocument/2006/relationships/slide" Target="/ppt/slides/slide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9.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slide" Target="/ppt/slides/slide110.xml"/><Relationship Id="rId4" Type="http://schemas.openxmlformats.org/officeDocument/2006/relationships/image" Target="../media/image9.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6.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6.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2.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6.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69.gif"/><Relationship Id="rId4" Type="http://schemas.openxmlformats.org/officeDocument/2006/relationships/image" Target="../media/image64.gif"/><Relationship Id="rId5" Type="http://schemas.openxmlformats.org/officeDocument/2006/relationships/image" Target="../media/image5.jpg"/><Relationship Id="rId6" Type="http://schemas.openxmlformats.org/officeDocument/2006/relationships/image" Target="../media/image52.gif"/><Relationship Id="rId7" Type="http://schemas.openxmlformats.org/officeDocument/2006/relationships/image" Target="../media/image68.gif"/><Relationship Id="rId8" Type="http://schemas.openxmlformats.org/officeDocument/2006/relationships/image" Target="../media/image38.gi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5.jpg"/><Relationship Id="rId4" Type="http://schemas.openxmlformats.org/officeDocument/2006/relationships/image" Target="../media/image67.gi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5.jpg"/><Relationship Id="rId4" Type="http://schemas.openxmlformats.org/officeDocument/2006/relationships/image" Target="../media/image67.gif"/><Relationship Id="rId5" Type="http://schemas.openxmlformats.org/officeDocument/2006/relationships/slide" Target="/ppt/slides/slide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9.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slide" Target="/ppt/slides/slide118.xml"/><Relationship Id="rId4" Type="http://schemas.openxmlformats.org/officeDocument/2006/relationships/image" Target="../media/image9.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65.png"/><Relationship Id="rId4" Type="http://schemas.openxmlformats.org/officeDocument/2006/relationships/image" Target="../media/image7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65.png"/><Relationship Id="rId4" Type="http://schemas.openxmlformats.org/officeDocument/2006/relationships/image" Target="../media/image7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65.png"/><Relationship Id="rId4" Type="http://schemas.openxmlformats.org/officeDocument/2006/relationships/image" Target="../media/image7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74.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73.jpg"/></Relationships>
</file>

<file path=ppt/slides/_rels/slide125.xml.rels><?xml version="1.0" encoding="UTF-8" standalone="yes"?><Relationships xmlns="http://schemas.openxmlformats.org/package/2006/relationships"><Relationship Id="rId10" Type="http://schemas.openxmlformats.org/officeDocument/2006/relationships/slide" Target="/ppt/slides/slide182.xml"/><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74.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73.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9.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slide" Target="/ppt/slides/slide125.xml"/><Relationship Id="rId4" Type="http://schemas.openxmlformats.org/officeDocument/2006/relationships/image" Target="../media/image9.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65.png"/><Relationship Id="rId4" Type="http://schemas.openxmlformats.org/officeDocument/2006/relationships/image" Target="../media/image77.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65.png"/><Relationship Id="rId4" Type="http://schemas.openxmlformats.org/officeDocument/2006/relationships/image" Target="../media/image87.png"/><Relationship Id="rId5" Type="http://schemas.openxmlformats.org/officeDocument/2006/relationships/image" Target="../media/image5.jpg"/></Relationships>
</file>

<file path=ppt/slides/_rels/slide130.xml.rels><?xml version="1.0" encoding="UTF-8" standalone="yes"?><Relationships xmlns="http://schemas.openxmlformats.org/package/2006/relationships"><Relationship Id="rId10" Type="http://schemas.openxmlformats.org/officeDocument/2006/relationships/image" Target="../media/image72.gif"/><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77.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73.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76.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72.gif"/></Relationships>
</file>

<file path=ppt/slides/_rels/slide132.xml.rels><?xml version="1.0" encoding="UTF-8" standalone="yes"?><Relationships xmlns="http://schemas.openxmlformats.org/package/2006/relationships"><Relationship Id="rId10" Type="http://schemas.openxmlformats.org/officeDocument/2006/relationships/image" Target="../media/image79.gif"/><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76.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72.gi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78.gif"/><Relationship Id="rId4" Type="http://schemas.openxmlformats.org/officeDocument/2006/relationships/image" Target="../media/image75.gif"/></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78.gif"/><Relationship Id="rId4" Type="http://schemas.openxmlformats.org/officeDocument/2006/relationships/image" Target="../media/image75.gif"/><Relationship Id="rId5" Type="http://schemas.openxmlformats.org/officeDocument/2006/relationships/slide" Target="/ppt/slides/slide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9.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slide" Target="/ppt/slides/slide134.xml"/><Relationship Id="rId4" Type="http://schemas.openxmlformats.org/officeDocument/2006/relationships/image" Target="../media/image9.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2.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83.jpg"/></Relationships>
</file>

<file path=ppt/slides/_rels/slide138.xml.rels><?xml version="1.0" encoding="UTF-8" standalone="yes"?><Relationships xmlns="http://schemas.openxmlformats.org/package/2006/relationships"><Relationship Id="rId10" Type="http://schemas.openxmlformats.org/officeDocument/2006/relationships/image" Target="../media/image84.gif"/><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2.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83.jpg"/></Relationships>
</file>

<file path=ppt/slides/_rels/slide139.xml.rels><?xml version="1.0" encoding="UTF-8" standalone="yes"?><Relationships xmlns="http://schemas.openxmlformats.org/package/2006/relationships"><Relationship Id="rId10" Type="http://schemas.openxmlformats.org/officeDocument/2006/relationships/image" Target="../media/image88.gif"/><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2.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83.jpg"/></Relationships>
</file>

<file path=ppt/slides/_rels/slide140.xml.rels><?xml version="1.0" encoding="UTF-8" standalone="yes"?><Relationships xmlns="http://schemas.openxmlformats.org/package/2006/relationships"><Relationship Id="rId11" Type="http://schemas.openxmlformats.org/officeDocument/2006/relationships/image" Target="../media/image88.gif"/><Relationship Id="rId10" Type="http://schemas.openxmlformats.org/officeDocument/2006/relationships/image" Target="../media/image99.png"/><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2.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83.jpg"/></Relationships>
</file>

<file path=ppt/slides/_rels/slide141.xml.rels><?xml version="1.0" encoding="UTF-8" standalone="yes"?><Relationships xmlns="http://schemas.openxmlformats.org/package/2006/relationships"><Relationship Id="rId11" Type="http://schemas.openxmlformats.org/officeDocument/2006/relationships/image" Target="../media/image88.gif"/><Relationship Id="rId10" Type="http://schemas.openxmlformats.org/officeDocument/2006/relationships/image" Target="../media/image99.png"/><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2.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83.jpg"/></Relationships>
</file>

<file path=ppt/slides/_rels/slide142.xml.rels><?xml version="1.0" encoding="UTF-8" standalone="yes"?><Relationships xmlns="http://schemas.openxmlformats.org/package/2006/relationships"><Relationship Id="rId11" Type="http://schemas.openxmlformats.org/officeDocument/2006/relationships/image" Target="../media/image88.gif"/><Relationship Id="rId10" Type="http://schemas.openxmlformats.org/officeDocument/2006/relationships/image" Target="../media/image99.png"/><Relationship Id="rId13" Type="http://schemas.openxmlformats.org/officeDocument/2006/relationships/image" Target="../media/image38.gif"/><Relationship Id="rId12" Type="http://schemas.openxmlformats.org/officeDocument/2006/relationships/image" Target="../media/image37.jpg"/><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2.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83.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85.gif"/><Relationship Id="rId4" Type="http://schemas.openxmlformats.org/officeDocument/2006/relationships/image" Target="../media/image5.jpg"/><Relationship Id="rId5" Type="http://schemas.openxmlformats.org/officeDocument/2006/relationships/image" Target="../media/image99.png"/><Relationship Id="rId6" Type="http://schemas.openxmlformats.org/officeDocument/2006/relationships/image" Target="../media/image88.gif"/></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85.gif"/><Relationship Id="rId4" Type="http://schemas.openxmlformats.org/officeDocument/2006/relationships/image" Target="../media/image5.jpg"/><Relationship Id="rId5" Type="http://schemas.openxmlformats.org/officeDocument/2006/relationships/image" Target="../media/image99.png"/><Relationship Id="rId6" Type="http://schemas.openxmlformats.org/officeDocument/2006/relationships/image" Target="../media/image88.gif"/></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85.gif"/><Relationship Id="rId4" Type="http://schemas.openxmlformats.org/officeDocument/2006/relationships/image" Target="../media/image86.gif"/><Relationship Id="rId5" Type="http://schemas.openxmlformats.org/officeDocument/2006/relationships/slide" Target="/ppt/slides/slide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9.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slide" Target="/ppt/slides/slide145.xml"/><Relationship Id="rId4" Type="http://schemas.openxmlformats.org/officeDocument/2006/relationships/image" Target="../media/image9.jpg"/></Relationships>
</file>

<file path=ppt/slides/_rels/slide148.xml.rels><?xml version="1.0" encoding="UTF-8" standalone="yes"?><Relationships xmlns="http://schemas.openxmlformats.org/package/2006/relationships"><Relationship Id="rId10" Type="http://schemas.openxmlformats.org/officeDocument/2006/relationships/slide" Target="/ppt/slides/slide157.xml"/><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slide" Target="/ppt/slides/slide151.xml"/><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3.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9.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slide" Target="/ppt/slides/slide148.xml"/><Relationship Id="rId4" Type="http://schemas.openxmlformats.org/officeDocument/2006/relationships/image" Target="../media/image9.jp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3.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89.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3.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slide" Target="/ppt/slides/slide182.xml"/><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1.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9.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slide" Target="/ppt/slides/slide154.xml"/><Relationship Id="rId4" Type="http://schemas.openxmlformats.org/officeDocument/2006/relationships/image" Target="../media/image9.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2.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3.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2.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1.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52.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1.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95.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1.jpg"/></Relationships>
</file>

<file path=ppt/slides/_rels/slide161.xml.rels><?xml version="1.0" encoding="UTF-8" standalone="yes"?><Relationships xmlns="http://schemas.openxmlformats.org/package/2006/relationships"><Relationship Id="rId10"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95.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1.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9.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slide" Target="/ppt/slides/slide161.xml"/><Relationship Id="rId4" Type="http://schemas.openxmlformats.org/officeDocument/2006/relationships/image" Target="../media/image9.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4.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96.pn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4.jpg"/></Relationships>
</file>

<file path=ppt/slides/_rels/slide166.xml.rels><?xml version="1.0" encoding="UTF-8" standalone="yes"?><Relationships xmlns="http://schemas.openxmlformats.org/package/2006/relationships"><Relationship Id="rId10" Type="http://schemas.openxmlformats.org/officeDocument/2006/relationships/image" Target="../media/image38.gif"/><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37.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4.jpg"/></Relationships>
</file>

<file path=ppt/slides/_rels/slide167.xml.rels><?xml version="1.0" encoding="UTF-8" standalone="yes"?><Relationships xmlns="http://schemas.openxmlformats.org/package/2006/relationships"><Relationship Id="rId10" Type="http://schemas.openxmlformats.org/officeDocument/2006/relationships/image" Target="../media/image38.gif"/><Relationship Id="rId1" Type="http://schemas.openxmlformats.org/officeDocument/2006/relationships/slideLayout" Target="../slideLayouts/slideLayout3.xml"/><Relationship Id="rId2" Type="http://schemas.openxmlformats.org/officeDocument/2006/relationships/notesSlide" Target="../notesSlides/notesSlide167.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37.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4.jpg"/></Relationships>
</file>

<file path=ppt/slides/_rels/slide168.xml.rels><?xml version="1.0" encoding="UTF-8" standalone="yes"?><Relationships xmlns="http://schemas.openxmlformats.org/package/2006/relationships"><Relationship Id="rId10" Type="http://schemas.openxmlformats.org/officeDocument/2006/relationships/image" Target="../media/image38.gif"/><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37.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4.jpg"/></Relationships>
</file>

<file path=ppt/slides/_rels/slide169.xml.rels><?xml version="1.0" encoding="UTF-8" standalone="yes"?><Relationships xmlns="http://schemas.openxmlformats.org/package/2006/relationships"><Relationship Id="rId10" Type="http://schemas.openxmlformats.org/officeDocument/2006/relationships/slide" Target="/ppt/slides/slide182.xml"/><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38.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37.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9.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slide" Target="/ppt/slides/slide169.xml"/><Relationship Id="rId4" Type="http://schemas.openxmlformats.org/officeDocument/2006/relationships/image" Target="../media/image9.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7.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97.jpg"/><Relationship Id="rId4" Type="http://schemas.openxmlformats.org/officeDocument/2006/relationships/image" Target="../media/image3.gif"/><Relationship Id="rId5" Type="http://schemas.openxmlformats.org/officeDocument/2006/relationships/image" Target="../media/image8.jpg"/><Relationship Id="rId6" Type="http://schemas.openxmlformats.org/officeDocument/2006/relationships/image" Target="../media/image2.jpg"/><Relationship Id="rId7" Type="http://schemas.openxmlformats.org/officeDocument/2006/relationships/image" Target="../media/image4.jpg"/><Relationship Id="rId8" Type="http://schemas.openxmlformats.org/officeDocument/2006/relationships/image" Target="../media/image5.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7.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97.jpg"/><Relationship Id="rId4" Type="http://schemas.openxmlformats.org/officeDocument/2006/relationships/image" Target="../media/image3.gif"/><Relationship Id="rId5" Type="http://schemas.openxmlformats.org/officeDocument/2006/relationships/image" Target="../media/image8.jpg"/><Relationship Id="rId6" Type="http://schemas.openxmlformats.org/officeDocument/2006/relationships/image" Target="../media/image2.jpg"/><Relationship Id="rId7" Type="http://schemas.openxmlformats.org/officeDocument/2006/relationships/image" Target="../media/image4.jpg"/><Relationship Id="rId8" Type="http://schemas.openxmlformats.org/officeDocument/2006/relationships/image" Target="../media/image5.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97.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 Id="rId3" Type="http://schemas.openxmlformats.org/officeDocument/2006/relationships/image" Target="../media/image3.gif"/><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00.gif"/></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image" Target="../media/image27.gif"/><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00.gif"/></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 Id="rId3" Type="http://schemas.openxmlformats.org/officeDocument/2006/relationships/image" Target="../media/image3.gif"/><Relationship Id="rId4" Type="http://schemas.openxmlformats.org/officeDocument/2006/relationships/image" Target="../media/image8.jpg"/><Relationship Id="rId9" Type="http://schemas.openxmlformats.org/officeDocument/2006/relationships/slide" Target="/ppt/slides/slide189.xml"/><Relationship Id="rId5" Type="http://schemas.openxmlformats.org/officeDocument/2006/relationships/image" Target="../media/image2.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100.gif"/></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9.jp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slide" Target="/ppt/slides/slide179.xml"/><Relationship Id="rId4" Type="http://schemas.openxmlformats.org/officeDocument/2006/relationships/image" Target="../media/image9.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102.jpg"/><Relationship Id="rId4" Type="http://schemas.openxmlformats.org/officeDocument/2006/relationships/image" Target="../media/image5.jpg"/><Relationship Id="rId5" Type="http://schemas.openxmlformats.org/officeDocument/2006/relationships/image" Target="../media/image101.jpg"/><Relationship Id="rId6" Type="http://schemas.openxmlformats.org/officeDocument/2006/relationships/image" Target="../media/image104.gif"/></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 Id="rId3" Type="http://schemas.openxmlformats.org/officeDocument/2006/relationships/image" Target="../media/image101.jpg"/><Relationship Id="rId4" Type="http://schemas.openxmlformats.org/officeDocument/2006/relationships/image" Target="../media/image5.jpg"/><Relationship Id="rId5" Type="http://schemas.openxmlformats.org/officeDocument/2006/relationships/image" Target="../media/image37.jpg"/><Relationship Id="rId6" Type="http://schemas.openxmlformats.org/officeDocument/2006/relationships/image" Target="../media/image38.gif"/></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 Id="rId3" Type="http://schemas.openxmlformats.org/officeDocument/2006/relationships/image" Target="../media/image101.jpg"/><Relationship Id="rId4" Type="http://schemas.openxmlformats.org/officeDocument/2006/relationships/image" Target="../media/image5.jpg"/><Relationship Id="rId5" Type="http://schemas.openxmlformats.org/officeDocument/2006/relationships/image" Target="../media/image37.jpg"/><Relationship Id="rId6" Type="http://schemas.openxmlformats.org/officeDocument/2006/relationships/image" Target="../media/image38.gif"/></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 Id="rId3" Type="http://schemas.openxmlformats.org/officeDocument/2006/relationships/image" Target="../media/image101.jpg"/><Relationship Id="rId4" Type="http://schemas.openxmlformats.org/officeDocument/2006/relationships/image" Target="../media/image37.jpg"/><Relationship Id="rId5" Type="http://schemas.openxmlformats.org/officeDocument/2006/relationships/image" Target="../media/image38.gif"/><Relationship Id="rId6" Type="http://schemas.openxmlformats.org/officeDocument/2006/relationships/image" Target="../media/image5.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 Id="rId3" Type="http://schemas.openxmlformats.org/officeDocument/2006/relationships/image" Target="../media/image37.jpg"/><Relationship Id="rId4" Type="http://schemas.openxmlformats.org/officeDocument/2006/relationships/image" Target="../media/image38.gif"/><Relationship Id="rId5" Type="http://schemas.openxmlformats.org/officeDocument/2006/relationships/image" Target="../media/image5.jpg"/><Relationship Id="rId6" Type="http://schemas.openxmlformats.org/officeDocument/2006/relationships/slide" Target="/ppt/slides/slide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9.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slide" Target="/ppt/slides/slide186.xml"/><Relationship Id="rId4" Type="http://schemas.openxmlformats.org/officeDocument/2006/relationships/image" Target="../media/image9.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102.jpg"/><Relationship Id="rId4" Type="http://schemas.openxmlformats.org/officeDocument/2006/relationships/image" Target="../media/image5.jpg"/><Relationship Id="rId5" Type="http://schemas.openxmlformats.org/officeDocument/2006/relationships/image" Target="../media/image101.jpg"/><Relationship Id="rId6" Type="http://schemas.openxmlformats.org/officeDocument/2006/relationships/image" Target="../media/image104.gif"/><Relationship Id="rId7" Type="http://schemas.openxmlformats.org/officeDocument/2006/relationships/image" Target="../media/image103.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101.jpg"/><Relationship Id="rId4" Type="http://schemas.openxmlformats.org/officeDocument/2006/relationships/image" Target="../media/image5.jpg"/><Relationship Id="rId5" Type="http://schemas.openxmlformats.org/officeDocument/2006/relationships/image" Target="../media/image37.jpg"/><Relationship Id="rId6" Type="http://schemas.openxmlformats.org/officeDocument/2006/relationships/image" Target="../media/image38.gif"/><Relationship Id="rId7" Type="http://schemas.openxmlformats.org/officeDocument/2006/relationships/image" Target="../media/image103.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 Id="rId3" Type="http://schemas.openxmlformats.org/officeDocument/2006/relationships/image" Target="../media/image101.jpg"/><Relationship Id="rId4" Type="http://schemas.openxmlformats.org/officeDocument/2006/relationships/image" Target="../media/image5.jpg"/><Relationship Id="rId5" Type="http://schemas.openxmlformats.org/officeDocument/2006/relationships/image" Target="../media/image37.jpg"/><Relationship Id="rId6" Type="http://schemas.openxmlformats.org/officeDocument/2006/relationships/image" Target="../media/image38.gif"/><Relationship Id="rId7" Type="http://schemas.openxmlformats.org/officeDocument/2006/relationships/image" Target="../media/image103.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 Id="rId3" Type="http://schemas.openxmlformats.org/officeDocument/2006/relationships/image" Target="../media/image101.jpg"/><Relationship Id="rId4" Type="http://schemas.openxmlformats.org/officeDocument/2006/relationships/image" Target="../media/image37.jpg"/><Relationship Id="rId5" Type="http://schemas.openxmlformats.org/officeDocument/2006/relationships/image" Target="../media/image38.gif"/><Relationship Id="rId6" Type="http://schemas.openxmlformats.org/officeDocument/2006/relationships/image" Target="../media/image5.jpg"/><Relationship Id="rId7" Type="http://schemas.openxmlformats.org/officeDocument/2006/relationships/image" Target="../media/image103.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 Id="rId3" Type="http://schemas.openxmlformats.org/officeDocument/2006/relationships/image" Target="../media/image5.jpg"/><Relationship Id="rId4" Type="http://schemas.openxmlformats.org/officeDocument/2006/relationships/image" Target="../media/image103.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5.jpg"/><Relationship Id="rId4" Type="http://schemas.openxmlformats.org/officeDocument/2006/relationships/image" Target="../media/image103.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 Id="rId3" Type="http://schemas.openxmlformats.org/officeDocument/2006/relationships/image" Target="../media/image5.jpg"/><Relationship Id="rId4" Type="http://schemas.openxmlformats.org/officeDocument/2006/relationships/image" Target="../media/image103.jpg"/><Relationship Id="rId5" Type="http://schemas.openxmlformats.org/officeDocument/2006/relationships/slide" Target="/ppt/slid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143625" y="3253400"/>
            <a:ext cx="2319300" cy="1317900"/>
          </a:xfrm>
          <a:prstGeom prst="rightArrow">
            <a:avLst>
              <a:gd fmla="val 50000" name="adj1"/>
              <a:gd fmla="val 50000" name="adj2"/>
            </a:avLst>
          </a:prstGeom>
          <a:solidFill>
            <a:srgbClr val="FF0000"/>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endParaRPr>
          </a:p>
        </p:txBody>
      </p:sp>
      <p:sp>
        <p:nvSpPr>
          <p:cNvPr id="55" name="Google Shape;5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 name="Google Shape;56;p13">
            <a:hlinkClick action="ppaction://hlinksldjump" r:id="rId4"/>
          </p:cNvPr>
          <p:cNvSpPr/>
          <p:nvPr/>
        </p:nvSpPr>
        <p:spPr>
          <a:xfrm>
            <a:off x="2592000" y="3322175"/>
            <a:ext cx="3960000" cy="1249200"/>
          </a:xfrm>
          <a:prstGeom prst="rect">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57" name="Google Shape;57;p13"/>
          <p:cNvSpPr txBox="1"/>
          <p:nvPr/>
        </p:nvSpPr>
        <p:spPr>
          <a:xfrm>
            <a:off x="3839450" y="3692825"/>
            <a:ext cx="12378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2"/>
                </a:solidFill>
              </a:rPr>
              <a:t>START</a:t>
            </a:r>
            <a:endParaRPr sz="2100">
              <a:solidFill>
                <a:schemeClr val="dk2"/>
              </a:solidFill>
            </a:endParaRPr>
          </a:p>
        </p:txBody>
      </p:sp>
      <p:sp>
        <p:nvSpPr>
          <p:cNvPr id="58" name="Google Shape;58;p13"/>
          <p:cNvSpPr/>
          <p:nvPr/>
        </p:nvSpPr>
        <p:spPr>
          <a:xfrm>
            <a:off x="602875" y="788800"/>
            <a:ext cx="8151600" cy="1155900"/>
          </a:xfrm>
          <a:prstGeom prst="parallelogram">
            <a:avLst>
              <a:gd fmla="val 12775" name="adj"/>
            </a:avLst>
          </a:prstGeom>
          <a:solidFill>
            <a:srgbClr val="FF0000"/>
          </a:solidFill>
          <a:ln cap="flat" cmpd="sng" w="9525">
            <a:solidFill>
              <a:schemeClr val="dk2"/>
            </a:solidFill>
            <a:prstDash val="solid"/>
            <a:round/>
            <a:headEnd len="sm" w="sm" type="none"/>
            <a:tailEnd len="sm" w="sm" type="none"/>
          </a:ln>
          <a:effectLst>
            <a:outerShdw blurRad="57150" rotWithShape="0" algn="bl" dir="5400000" dist="19050">
              <a:srgbClr val="000000">
                <a:alpha val="30000"/>
              </a:srgbClr>
            </a:outerShdw>
            <a:reflection blurRad="0" dir="0" dist="0" endA="0" endPos="44000" fadeDir="5400012" kx="0" rotWithShape="0" algn="bl"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txBox="1"/>
          <p:nvPr/>
        </p:nvSpPr>
        <p:spPr>
          <a:xfrm>
            <a:off x="710125" y="828304"/>
            <a:ext cx="7937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0"/>
              <a:t>ESCAPE THE JAIL</a:t>
            </a:r>
            <a:endParaRPr sz="7000"/>
          </a:p>
        </p:txBody>
      </p:sp>
      <p:sp>
        <p:nvSpPr>
          <p:cNvPr id="60" name="Google Shape;60;p13"/>
          <p:cNvSpPr txBox="1"/>
          <p:nvPr/>
        </p:nvSpPr>
        <p:spPr>
          <a:xfrm>
            <a:off x="602875" y="3681500"/>
            <a:ext cx="1699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CLICK</a:t>
            </a:r>
            <a:endParaRPr b="1"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4" name="Shape 64"/>
        <p:cNvGrpSpPr/>
        <p:nvPr/>
      </p:nvGrpSpPr>
      <p:grpSpPr>
        <a:xfrm>
          <a:off x="0" y="0"/>
          <a:ext cx="0" cy="0"/>
          <a:chOff x="0" y="0"/>
          <a:chExt cx="0" cy="0"/>
        </a:xfrm>
      </p:grpSpPr>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6" name="Google Shape;66;p14">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67" name="Google Shape;67;p1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68" name="Google Shape;68;p1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69" name="Google Shape;69;p1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70" name="Google Shape;70;p14"/>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4" name="Shape 74"/>
        <p:cNvGrpSpPr/>
        <p:nvPr/>
      </p:nvGrpSpPr>
      <p:grpSpPr>
        <a:xfrm>
          <a:off x="0" y="0"/>
          <a:ext cx="0" cy="0"/>
          <a:chOff x="0" y="0"/>
          <a:chExt cx="0" cy="0"/>
        </a:xfrm>
      </p:grpSpPr>
      <p:sp>
        <p:nvSpPr>
          <p:cNvPr id="75" name="Google Shape;7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6" name="Google Shape;76;p15">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77" name="Google Shape;77;p1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78" name="Google Shape;78;p1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79" name="Google Shape;79;p1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80" name="Google Shape;80;p15"/>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6"/>
          <p:cNvSpPr txBox="1"/>
          <p:nvPr/>
        </p:nvSpPr>
        <p:spPr>
          <a:xfrm>
            <a:off x="330375" y="228725"/>
            <a:ext cx="881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7" name="Google Shape;87;p16"/>
          <p:cNvSpPr txBox="1"/>
          <p:nvPr/>
        </p:nvSpPr>
        <p:spPr>
          <a:xfrm>
            <a:off x="561450" y="389425"/>
            <a:ext cx="46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8" name="Google Shape;88;p16"/>
          <p:cNvSpPr txBox="1"/>
          <p:nvPr/>
        </p:nvSpPr>
        <p:spPr>
          <a:xfrm>
            <a:off x="330375" y="564375"/>
            <a:ext cx="46731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2"/>
                </a:solidFill>
              </a:rPr>
              <a:t>Click on green items to escape.</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spcBef>
                <a:spcPts val="0"/>
              </a:spcBef>
              <a:spcAft>
                <a:spcPts val="0"/>
              </a:spcAft>
              <a:buNone/>
            </a:pPr>
            <a:r>
              <a:rPr b="1" lang="en" sz="3000">
                <a:solidFill>
                  <a:schemeClr val="dk2"/>
                </a:solidFill>
              </a:rPr>
              <a:t>Press spacebar to continue if there is no items highlighted green. </a:t>
            </a:r>
            <a:endParaRPr b="1" sz="3000">
              <a:solidFill>
                <a:schemeClr val="dk2"/>
              </a:solidFill>
            </a:endParaRPr>
          </a:p>
        </p:txBody>
      </p:sp>
      <p:pic>
        <p:nvPicPr>
          <p:cNvPr descr="Christmas Present (Square) with Bow &amp; Tag isolated (Provided by Getty Images)" id="89" name="Google Shape;89;p16"/>
          <p:cNvPicPr preferRelativeResize="0"/>
          <p:nvPr/>
        </p:nvPicPr>
        <p:blipFill>
          <a:blip r:embed="rId3">
            <a:alphaModFix/>
          </a:blip>
          <a:stretch>
            <a:fillRect/>
          </a:stretch>
        </p:blipFill>
        <p:spPr>
          <a:xfrm>
            <a:off x="6072331" y="997501"/>
            <a:ext cx="2274324" cy="1896798"/>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95" name="Google Shape;95;p17"/>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1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1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1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1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17"/>
          <p:cNvCxnSpPr/>
          <p:nvPr/>
        </p:nvCxnSpPr>
        <p:spPr>
          <a:xfrm>
            <a:off x="8492550" y="731950"/>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17"/>
          <p:cNvCxnSpPr/>
          <p:nvPr/>
        </p:nvCxnSpPr>
        <p:spPr>
          <a:xfrm>
            <a:off x="8468725" y="1949175"/>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17"/>
          <p:cNvCxnSpPr/>
          <p:nvPr/>
        </p:nvCxnSpPr>
        <p:spPr>
          <a:xfrm flipH="1" rot="10800000">
            <a:off x="9005950" y="1140850"/>
            <a:ext cx="18900" cy="11598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17"/>
          <p:cNvCxnSpPr/>
          <p:nvPr/>
        </p:nvCxnSpPr>
        <p:spPr>
          <a:xfrm flipH="1" rot="10800000">
            <a:off x="8476225" y="721825"/>
            <a:ext cx="14700" cy="12201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17"/>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05" name="Google Shape;105;p17"/>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17"/>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17"/>
          <p:cNvCxnSpPr/>
          <p:nvPr/>
        </p:nvCxnSpPr>
        <p:spPr>
          <a:xfrm flipH="1" rot="10800000">
            <a:off x="8540075" y="8745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17"/>
          <p:cNvCxnSpPr/>
          <p:nvPr/>
        </p:nvCxnSpPr>
        <p:spPr>
          <a:xfrm flipH="1" rot="10800000">
            <a:off x="8692475" y="10269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109" name="Google Shape;109;p17"/>
          <p:cNvCxnSpPr/>
          <p:nvPr/>
        </p:nvCxnSpPr>
        <p:spPr>
          <a:xfrm flipH="1" rot="10800000">
            <a:off x="8844875" y="1083650"/>
            <a:ext cx="113400" cy="1236600"/>
          </a:xfrm>
          <a:prstGeom prst="straightConnector1">
            <a:avLst/>
          </a:prstGeom>
          <a:noFill/>
          <a:ln cap="flat" cmpd="sng" w="9525">
            <a:solidFill>
              <a:schemeClr val="dk2"/>
            </a:solidFill>
            <a:prstDash val="solid"/>
            <a:round/>
            <a:headEnd len="med" w="med" type="none"/>
            <a:tailEnd len="med" w="med" type="none"/>
          </a:ln>
        </p:spPr>
      </p:cxnSp>
      <p:cxnSp>
        <p:nvCxnSpPr>
          <p:cNvPr id="110" name="Google Shape;110;p17"/>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17"/>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17"/>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13" name="Google Shape;113;p17"/>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14" name="Google Shape;114;p17"/>
          <p:cNvCxnSpPr/>
          <p:nvPr/>
        </p:nvCxnSpPr>
        <p:spPr>
          <a:xfrm>
            <a:off x="1803994" y="329962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17"/>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16" name="Google Shape;116;p17"/>
          <p:cNvCxnSpPr/>
          <p:nvPr/>
        </p:nvCxnSpPr>
        <p:spPr>
          <a:xfrm flipH="1" rot="10800000">
            <a:off x="1813503" y="3147650"/>
            <a:ext cx="332700" cy="199500"/>
          </a:xfrm>
          <a:prstGeom prst="straightConnector1">
            <a:avLst/>
          </a:prstGeom>
          <a:noFill/>
          <a:ln cap="flat" cmpd="sng" w="9525">
            <a:solidFill>
              <a:schemeClr val="dk2"/>
            </a:solidFill>
            <a:prstDash val="solid"/>
            <a:round/>
            <a:headEnd len="med" w="med" type="none"/>
            <a:tailEnd len="med" w="med" type="none"/>
          </a:ln>
        </p:spPr>
      </p:cxnSp>
      <p:cxnSp>
        <p:nvCxnSpPr>
          <p:cNvPr id="117" name="Google Shape;117;p17"/>
          <p:cNvCxnSpPr/>
          <p:nvPr/>
        </p:nvCxnSpPr>
        <p:spPr>
          <a:xfrm flipH="1" rot="10800000">
            <a:off x="1823003" y="3299575"/>
            <a:ext cx="323400" cy="190200"/>
          </a:xfrm>
          <a:prstGeom prst="straightConnector1">
            <a:avLst/>
          </a:prstGeom>
          <a:noFill/>
          <a:ln cap="flat" cmpd="sng" w="9525">
            <a:solidFill>
              <a:schemeClr val="dk2"/>
            </a:solidFill>
            <a:prstDash val="solid"/>
            <a:round/>
            <a:headEnd len="med" w="med" type="none"/>
            <a:tailEnd len="med" w="med" type="none"/>
          </a:ln>
        </p:spPr>
      </p:cxnSp>
      <p:cxnSp>
        <p:nvCxnSpPr>
          <p:cNvPr id="118" name="Google Shape;118;p1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119" name="Google Shape;119;p17"/>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pic>
        <p:nvPicPr>
          <p:cNvPr descr="Christmas Present (Square) with Bow &amp; Tag isolated (Provided by Getty Images)" id="120" name="Google Shape;120;p17">
            <a:hlinkClick action="ppaction://hlinksldjump" r:id="rId4"/>
          </p:cNvPr>
          <p:cNvPicPr preferRelativeResize="0"/>
          <p:nvPr/>
        </p:nvPicPr>
        <p:blipFill>
          <a:blip r:embed="rId5">
            <a:alphaModFix/>
          </a:blip>
          <a:stretch>
            <a:fillRect/>
          </a:stretch>
        </p:blipFill>
        <p:spPr>
          <a:xfrm>
            <a:off x="3991726" y="3249831"/>
            <a:ext cx="1694761" cy="1413391"/>
          </a:xfrm>
          <a:prstGeom prst="rect">
            <a:avLst/>
          </a:prstGeom>
          <a:noFill/>
          <a:ln cap="flat" cmpd="sng" w="76200">
            <a:solidFill>
              <a:srgbClr val="00FF00"/>
            </a:solidFill>
            <a:prstDash val="solid"/>
            <a:round/>
            <a:headEnd len="sm" w="sm" type="none"/>
            <a:tailEnd len="sm" w="sm" type="none"/>
          </a:ln>
        </p:spPr>
      </p:pic>
      <p:cxnSp>
        <p:nvCxnSpPr>
          <p:cNvPr id="121" name="Google Shape;121;p1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122" name="Google Shape;122;p17"/>
          <p:cNvPicPr preferRelativeResize="0"/>
          <p:nvPr/>
        </p:nvPicPr>
        <p:blipFill>
          <a:blip r:embed="rId6">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123" name="Google Shape;123;p17"/>
          <p:cNvPicPr preferRelativeResize="0"/>
          <p:nvPr/>
        </p:nvPicPr>
        <p:blipFill rotWithShape="1">
          <a:blip r:embed="rId7">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124" name="Google Shape;124;p17"/>
          <p:cNvPicPr preferRelativeResize="0"/>
          <p:nvPr/>
        </p:nvPicPr>
        <p:blipFill>
          <a:blip r:embed="rId8">
            <a:alphaModFix/>
          </a:blip>
          <a:stretch>
            <a:fillRect/>
          </a:stretch>
        </p:blipFill>
        <p:spPr>
          <a:xfrm>
            <a:off x="2440126" y="4496556"/>
            <a:ext cx="912600" cy="569462"/>
          </a:xfrm>
          <a:prstGeom prst="rect">
            <a:avLst/>
          </a:prstGeom>
          <a:noFill/>
          <a:ln>
            <a:noFill/>
          </a:ln>
        </p:spPr>
      </p:pic>
      <p:sp>
        <p:nvSpPr>
          <p:cNvPr id="125" name="Google Shape;125;p17"/>
          <p:cNvSpPr/>
          <p:nvPr/>
        </p:nvSpPr>
        <p:spPr>
          <a:xfrm>
            <a:off x="6399327" y="2346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26" name="Google Shape;126;p17"/>
          <p:cNvCxnSpPr/>
          <p:nvPr/>
        </p:nvCxnSpPr>
        <p:spPr>
          <a:xfrm>
            <a:off x="6629229" y="2843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27" name="Google Shape;127;p17"/>
          <p:cNvSpPr/>
          <p:nvPr/>
        </p:nvSpPr>
        <p:spPr>
          <a:xfrm>
            <a:off x="6553507" y="2551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28" name="Google Shape;128;p17"/>
          <p:cNvSpPr/>
          <p:nvPr/>
        </p:nvSpPr>
        <p:spPr>
          <a:xfrm>
            <a:off x="6782275"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29" name="Google Shape;129;p17"/>
          <p:cNvSpPr/>
          <p:nvPr/>
        </p:nvSpPr>
        <p:spPr>
          <a:xfrm>
            <a:off x="6613210" y="3188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30" name="Google Shape;130;p17"/>
          <p:cNvCxnSpPr/>
          <p:nvPr/>
        </p:nvCxnSpPr>
        <p:spPr>
          <a:xfrm rot="5400000">
            <a:off x="6378312" y="4263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31" name="Google Shape;131;p17"/>
          <p:cNvCxnSpPr/>
          <p:nvPr/>
        </p:nvCxnSpPr>
        <p:spPr>
          <a:xfrm flipH="1" rot="-5400000">
            <a:off x="6781494" y="4223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32" name="Google Shape;132;p17"/>
          <p:cNvCxnSpPr/>
          <p:nvPr/>
        </p:nvCxnSpPr>
        <p:spPr>
          <a:xfrm rot="10800000">
            <a:off x="6269110" y="31077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133" name="Google Shape;133;p17"/>
          <p:cNvCxnSpPr>
            <a:stCxn id="129" idx="3"/>
          </p:cNvCxnSpPr>
          <p:nvPr/>
        </p:nvCxnSpPr>
        <p:spPr>
          <a:xfrm flipH="1" rot="10800000">
            <a:off x="7064727" y="3042663"/>
            <a:ext cx="486300" cy="5958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134" name="Google Shape;134;p17"/>
          <p:cNvPicPr preferRelativeResize="0"/>
          <p:nvPr/>
        </p:nvPicPr>
        <p:blipFill rotWithShape="1">
          <a:blip r:embed="rId9">
            <a:alphaModFix/>
          </a:blip>
          <a:srcRect b="28376" l="12375" r="10949" t="24332"/>
          <a:stretch/>
        </p:blipFill>
        <p:spPr>
          <a:xfrm>
            <a:off x="6308225" y="2044551"/>
            <a:ext cx="1091487" cy="3987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600"/>
                                        <p:tgtEl>
                                          <p:spTgt spid="1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 name="Shape 138"/>
        <p:cNvGrpSpPr/>
        <p:nvPr/>
      </p:nvGrpSpPr>
      <p:grpSpPr>
        <a:xfrm>
          <a:off x="0" y="0"/>
          <a:ext cx="0" cy="0"/>
          <a:chOff x="0" y="0"/>
          <a:chExt cx="0" cy="0"/>
        </a:xfrm>
      </p:grpSpPr>
      <p:sp>
        <p:nvSpPr>
          <p:cNvPr id="139" name="Google Shape;13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18">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41" name="Google Shape;141;p1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42" name="Google Shape;142;p1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43" name="Google Shape;143;p1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44" name="Google Shape;144;p18"/>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8" name="Shape 148"/>
        <p:cNvGrpSpPr/>
        <p:nvPr/>
      </p:nvGrpSpPr>
      <p:grpSpPr>
        <a:xfrm>
          <a:off x="0" y="0"/>
          <a:ext cx="0" cy="0"/>
          <a:chOff x="0" y="0"/>
          <a:chExt cx="0" cy="0"/>
        </a:xfrm>
      </p:grpSpPr>
      <p:sp>
        <p:nvSpPr>
          <p:cNvPr id="149" name="Google Shape;14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19">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51" name="Google Shape;151;p19"/>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52" name="Google Shape;152;p19"/>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53" name="Google Shape;153;p19"/>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54" name="Google Shape;154;p19"/>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60" name="Google Shape;160;p20"/>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161" name="Google Shape;161;p2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162" name="Google Shape;162;p20"/>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163" name="Google Shape;163;p2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164" name="Google Shape;164;p2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165" name="Google Shape;165;p20"/>
          <p:cNvCxnSpPr/>
          <p:nvPr/>
        </p:nvCxnSpPr>
        <p:spPr>
          <a:xfrm>
            <a:off x="8492550" y="731950"/>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66" name="Google Shape;166;p20"/>
          <p:cNvCxnSpPr/>
          <p:nvPr/>
        </p:nvCxnSpPr>
        <p:spPr>
          <a:xfrm>
            <a:off x="8468725" y="1949175"/>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67" name="Google Shape;167;p20"/>
          <p:cNvCxnSpPr/>
          <p:nvPr/>
        </p:nvCxnSpPr>
        <p:spPr>
          <a:xfrm flipH="1" rot="10800000">
            <a:off x="9005950" y="1140850"/>
            <a:ext cx="18900" cy="1159800"/>
          </a:xfrm>
          <a:prstGeom prst="straightConnector1">
            <a:avLst/>
          </a:prstGeom>
          <a:noFill/>
          <a:ln cap="flat" cmpd="sng" w="9525">
            <a:solidFill>
              <a:schemeClr val="dk2"/>
            </a:solidFill>
            <a:prstDash val="solid"/>
            <a:round/>
            <a:headEnd len="med" w="med" type="none"/>
            <a:tailEnd len="med" w="med" type="none"/>
          </a:ln>
        </p:spPr>
      </p:cxnSp>
      <p:cxnSp>
        <p:nvCxnSpPr>
          <p:cNvPr id="168" name="Google Shape;168;p20"/>
          <p:cNvCxnSpPr/>
          <p:nvPr/>
        </p:nvCxnSpPr>
        <p:spPr>
          <a:xfrm flipH="1" rot="10800000">
            <a:off x="8437963" y="722775"/>
            <a:ext cx="76200" cy="1226400"/>
          </a:xfrm>
          <a:prstGeom prst="straightConnector1">
            <a:avLst/>
          </a:prstGeom>
          <a:noFill/>
          <a:ln cap="flat" cmpd="sng" w="9525">
            <a:solidFill>
              <a:schemeClr val="dk2"/>
            </a:solidFill>
            <a:prstDash val="solid"/>
            <a:round/>
            <a:headEnd len="med" w="med" type="none"/>
            <a:tailEnd len="med" w="med" type="none"/>
          </a:ln>
        </p:spPr>
      </p:cxnSp>
      <p:cxnSp>
        <p:nvCxnSpPr>
          <p:cNvPr id="169" name="Google Shape;169;p20"/>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70" name="Google Shape;170;p20"/>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20"/>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20"/>
          <p:cNvCxnSpPr/>
          <p:nvPr/>
        </p:nvCxnSpPr>
        <p:spPr>
          <a:xfrm flipH="1" rot="10800000">
            <a:off x="8540075" y="8745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20"/>
          <p:cNvCxnSpPr/>
          <p:nvPr/>
        </p:nvCxnSpPr>
        <p:spPr>
          <a:xfrm flipH="1" rot="10800000">
            <a:off x="8692475" y="10269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20"/>
          <p:cNvCxnSpPr/>
          <p:nvPr/>
        </p:nvCxnSpPr>
        <p:spPr>
          <a:xfrm flipH="1" rot="10800000">
            <a:off x="8844875" y="11793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20"/>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20"/>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20"/>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20"/>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20"/>
          <p:cNvCxnSpPr/>
          <p:nvPr/>
        </p:nvCxnSpPr>
        <p:spPr>
          <a:xfrm>
            <a:off x="1803994" y="329962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20"/>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20"/>
          <p:cNvCxnSpPr/>
          <p:nvPr/>
        </p:nvCxnSpPr>
        <p:spPr>
          <a:xfrm flipH="1" rot="10800000">
            <a:off x="1813503" y="3147650"/>
            <a:ext cx="332700" cy="1995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20"/>
          <p:cNvCxnSpPr/>
          <p:nvPr/>
        </p:nvCxnSpPr>
        <p:spPr>
          <a:xfrm flipH="1" rot="10800000">
            <a:off x="1823003" y="3299575"/>
            <a:ext cx="323400" cy="1902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2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184" name="Google Shape;184;p20"/>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pic>
        <p:nvPicPr>
          <p:cNvPr descr="Open gift box with blue and white baloons (Provided by Getty Images)" id="185" name="Google Shape;185;p20"/>
          <p:cNvPicPr preferRelativeResize="0"/>
          <p:nvPr/>
        </p:nvPicPr>
        <p:blipFill rotWithShape="1">
          <a:blip r:embed="rId4">
            <a:alphaModFix/>
          </a:blip>
          <a:srcRect b="0" l="27949" r="22292" t="28638"/>
          <a:stretch/>
        </p:blipFill>
        <p:spPr>
          <a:xfrm>
            <a:off x="4354536" y="3147650"/>
            <a:ext cx="1354552" cy="1456927"/>
          </a:xfrm>
          <a:prstGeom prst="rect">
            <a:avLst/>
          </a:prstGeom>
          <a:noFill/>
          <a:ln>
            <a:noFill/>
          </a:ln>
        </p:spPr>
      </p:pic>
      <p:cxnSp>
        <p:nvCxnSpPr>
          <p:cNvPr id="186" name="Google Shape;186;p2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187" name="Google Shape;187;p20"/>
          <p:cNvPicPr preferRelativeResize="0"/>
          <p:nvPr/>
        </p:nvPicPr>
        <p:blipFill>
          <a:blip r:embed="rId5">
            <a:alphaModFix/>
          </a:blip>
          <a:stretch>
            <a:fillRect/>
          </a:stretch>
        </p:blipFill>
        <p:spPr>
          <a:xfrm>
            <a:off x="7004349" y="655414"/>
            <a:ext cx="1139638" cy="1579172"/>
          </a:xfrm>
          <a:prstGeom prst="rect">
            <a:avLst/>
          </a:prstGeom>
          <a:noFill/>
          <a:ln>
            <a:noFill/>
          </a:ln>
        </p:spPr>
      </p:pic>
      <p:pic>
        <p:nvPicPr>
          <p:cNvPr descr="High angle view studio shot of rat (Provided by Getty Images)" id="188" name="Google Shape;188;p20"/>
          <p:cNvPicPr preferRelativeResize="0"/>
          <p:nvPr/>
        </p:nvPicPr>
        <p:blipFill rotWithShape="1">
          <a:blip r:embed="rId6">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189" name="Google Shape;189;p20"/>
          <p:cNvPicPr preferRelativeResize="0"/>
          <p:nvPr/>
        </p:nvPicPr>
        <p:blipFill>
          <a:blip r:embed="rId7">
            <a:alphaModFix/>
          </a:blip>
          <a:stretch>
            <a:fillRect/>
          </a:stretch>
        </p:blipFill>
        <p:spPr>
          <a:xfrm>
            <a:off x="2440126" y="4496556"/>
            <a:ext cx="912600" cy="569462"/>
          </a:xfrm>
          <a:prstGeom prst="rect">
            <a:avLst/>
          </a:prstGeom>
          <a:noFill/>
          <a:ln>
            <a:noFill/>
          </a:ln>
        </p:spPr>
      </p:pic>
      <p:pic>
        <p:nvPicPr>
          <p:cNvPr descr="Cell phone vector, Electronic device filled icon editable stroke (Provided by Getty Images)" id="190" name="Google Shape;190;p20">
            <a:hlinkClick action="ppaction://hlinksldjump" r:id="rId8"/>
          </p:cNvPr>
          <p:cNvPicPr preferRelativeResize="0"/>
          <p:nvPr/>
        </p:nvPicPr>
        <p:blipFill rotWithShape="1">
          <a:blip r:embed="rId9">
            <a:alphaModFix/>
          </a:blip>
          <a:srcRect b="0" l="0" r="0" t="0"/>
          <a:stretch/>
        </p:blipFill>
        <p:spPr>
          <a:xfrm>
            <a:off x="1813500" y="352885"/>
            <a:ext cx="912599" cy="912579"/>
          </a:xfrm>
          <a:prstGeom prst="rect">
            <a:avLst/>
          </a:prstGeom>
          <a:noFill/>
          <a:ln cap="flat" cmpd="sng" w="76200">
            <a:solidFill>
              <a:srgbClr val="00FF00"/>
            </a:solidFill>
            <a:prstDash val="solid"/>
            <a:round/>
            <a:headEnd len="sm" w="sm" type="none"/>
            <a:tailEnd len="sm" w="sm" type="none"/>
          </a:ln>
        </p:spPr>
      </p:pic>
      <p:sp>
        <p:nvSpPr>
          <p:cNvPr id="191" name="Google Shape;191;p20"/>
          <p:cNvSpPr/>
          <p:nvPr/>
        </p:nvSpPr>
        <p:spPr>
          <a:xfrm>
            <a:off x="5930725" y="2487106"/>
            <a:ext cx="823800" cy="758400"/>
          </a:xfrm>
          <a:prstGeom prst="ellipse">
            <a:avLst/>
          </a:prstGeom>
          <a:noFill/>
          <a:ln cap="flat" cmpd="sng" w="5425">
            <a:solidFill>
              <a:schemeClr val="dk2"/>
            </a:solidFill>
            <a:prstDash val="solid"/>
            <a:round/>
            <a:headEnd len="sm" w="sm" type="none"/>
            <a:tailEnd len="sm" w="sm" type="none"/>
          </a:ln>
        </p:spPr>
        <p:txBody>
          <a:bodyPr anchorCtr="0" anchor="ctr" bIns="52100" lIns="52100" spcFirstLastPara="1" rIns="52100" wrap="square" tIns="52100">
            <a:noAutofit/>
          </a:bodyPr>
          <a:lstStyle/>
          <a:p>
            <a:pPr indent="0" lvl="0" marL="0" rtl="0" algn="ctr">
              <a:spcBef>
                <a:spcPts val="0"/>
              </a:spcBef>
              <a:spcAft>
                <a:spcPts val="0"/>
              </a:spcAft>
              <a:buNone/>
            </a:pPr>
            <a:r>
              <a:t/>
            </a:r>
            <a:endParaRPr sz="798"/>
          </a:p>
        </p:txBody>
      </p:sp>
      <p:cxnSp>
        <p:nvCxnSpPr>
          <p:cNvPr id="192" name="Google Shape;192;p20"/>
          <p:cNvCxnSpPr/>
          <p:nvPr/>
        </p:nvCxnSpPr>
        <p:spPr>
          <a:xfrm>
            <a:off x="6146144" y="2952807"/>
            <a:ext cx="393300" cy="172200"/>
          </a:xfrm>
          <a:prstGeom prst="curvedConnector3">
            <a:avLst>
              <a:gd fmla="val 50000" name="adj1"/>
            </a:avLst>
          </a:prstGeom>
          <a:noFill/>
          <a:ln cap="flat" cmpd="sng" w="5425">
            <a:solidFill>
              <a:schemeClr val="dk2"/>
            </a:solidFill>
            <a:prstDash val="solid"/>
            <a:round/>
            <a:headEnd len="med" w="med" type="none"/>
            <a:tailEnd len="med" w="med" type="none"/>
          </a:ln>
        </p:spPr>
      </p:cxnSp>
      <p:sp>
        <p:nvSpPr>
          <p:cNvPr id="193" name="Google Shape;193;p20"/>
          <p:cNvSpPr/>
          <p:nvPr/>
        </p:nvSpPr>
        <p:spPr>
          <a:xfrm>
            <a:off x="6078403" y="2629421"/>
            <a:ext cx="106500" cy="172200"/>
          </a:xfrm>
          <a:prstGeom prst="ellipse">
            <a:avLst/>
          </a:prstGeom>
          <a:solidFill>
            <a:schemeClr val="lt2"/>
          </a:solidFill>
          <a:ln cap="flat" cmpd="sng" w="5425">
            <a:solidFill>
              <a:schemeClr val="dk2"/>
            </a:solidFill>
            <a:prstDash val="solid"/>
            <a:round/>
            <a:headEnd len="sm" w="sm" type="none"/>
            <a:tailEnd len="sm" w="sm" type="none"/>
          </a:ln>
        </p:spPr>
        <p:txBody>
          <a:bodyPr anchorCtr="0" anchor="ctr" bIns="52100" lIns="52100" spcFirstLastPara="1" rIns="52100" wrap="square" tIns="52100">
            <a:noAutofit/>
          </a:bodyPr>
          <a:lstStyle/>
          <a:p>
            <a:pPr indent="0" lvl="0" marL="0" rtl="0" algn="ctr">
              <a:spcBef>
                <a:spcPts val="0"/>
              </a:spcBef>
              <a:spcAft>
                <a:spcPts val="0"/>
              </a:spcAft>
              <a:buNone/>
            </a:pPr>
            <a:r>
              <a:t/>
            </a:r>
            <a:endParaRPr sz="798"/>
          </a:p>
        </p:txBody>
      </p:sp>
      <p:sp>
        <p:nvSpPr>
          <p:cNvPr id="194" name="Google Shape;194;p20"/>
          <p:cNvSpPr/>
          <p:nvPr/>
        </p:nvSpPr>
        <p:spPr>
          <a:xfrm>
            <a:off x="6289364" y="2679108"/>
            <a:ext cx="106500" cy="172200"/>
          </a:xfrm>
          <a:prstGeom prst="ellipse">
            <a:avLst/>
          </a:prstGeom>
          <a:solidFill>
            <a:schemeClr val="lt2"/>
          </a:solidFill>
          <a:ln cap="flat" cmpd="sng" w="5425">
            <a:solidFill>
              <a:schemeClr val="dk2"/>
            </a:solidFill>
            <a:prstDash val="solid"/>
            <a:round/>
            <a:headEnd len="sm" w="sm" type="none"/>
            <a:tailEnd len="sm" w="sm" type="none"/>
          </a:ln>
        </p:spPr>
        <p:txBody>
          <a:bodyPr anchorCtr="0" anchor="ctr" bIns="52100" lIns="52100" spcFirstLastPara="1" rIns="52100" wrap="square" tIns="52100">
            <a:noAutofit/>
          </a:bodyPr>
          <a:lstStyle/>
          <a:p>
            <a:pPr indent="0" lvl="0" marL="0" rtl="0" algn="ctr">
              <a:spcBef>
                <a:spcPts val="0"/>
              </a:spcBef>
              <a:spcAft>
                <a:spcPts val="0"/>
              </a:spcAft>
              <a:buNone/>
            </a:pPr>
            <a:r>
              <a:t/>
            </a:r>
            <a:endParaRPr sz="798"/>
          </a:p>
        </p:txBody>
      </p:sp>
      <p:sp>
        <p:nvSpPr>
          <p:cNvPr id="195" name="Google Shape;195;p20"/>
          <p:cNvSpPr/>
          <p:nvPr/>
        </p:nvSpPr>
        <p:spPr>
          <a:xfrm>
            <a:off x="6131134" y="3276179"/>
            <a:ext cx="423074" cy="842699"/>
          </a:xfrm>
          <a:prstGeom prst="flowChartProcess">
            <a:avLst/>
          </a:prstGeom>
          <a:solidFill>
            <a:srgbClr val="FF0000"/>
          </a:solidFill>
          <a:ln cap="flat" cmpd="sng" w="5425">
            <a:solidFill>
              <a:srgbClr val="FF0000"/>
            </a:solidFill>
            <a:prstDash val="solid"/>
            <a:round/>
            <a:headEnd len="sm" w="sm" type="none"/>
            <a:tailEnd len="sm" w="sm" type="none"/>
          </a:ln>
        </p:spPr>
        <p:txBody>
          <a:bodyPr anchorCtr="0" anchor="ctr" bIns="52100" lIns="52100" spcFirstLastPara="1" rIns="52100" wrap="square" tIns="52100">
            <a:noAutofit/>
          </a:bodyPr>
          <a:lstStyle/>
          <a:p>
            <a:pPr indent="0" lvl="0" marL="0" rtl="0" algn="ctr">
              <a:spcBef>
                <a:spcPts val="0"/>
              </a:spcBef>
              <a:spcAft>
                <a:spcPts val="0"/>
              </a:spcAft>
              <a:buNone/>
            </a:pPr>
            <a:r>
              <a:t/>
            </a:r>
            <a:endParaRPr sz="798"/>
          </a:p>
        </p:txBody>
      </p:sp>
      <p:cxnSp>
        <p:nvCxnSpPr>
          <p:cNvPr id="196" name="Google Shape;196;p20"/>
          <p:cNvCxnSpPr/>
          <p:nvPr/>
        </p:nvCxnSpPr>
        <p:spPr>
          <a:xfrm rot="5400000">
            <a:off x="5911033" y="4282978"/>
            <a:ext cx="485400" cy="157200"/>
          </a:xfrm>
          <a:prstGeom prst="curvedConnector3">
            <a:avLst>
              <a:gd fmla="val 50000" name="adj1"/>
            </a:avLst>
          </a:prstGeom>
          <a:noFill/>
          <a:ln cap="flat" cmpd="sng" w="5425">
            <a:solidFill>
              <a:schemeClr val="dk2"/>
            </a:solidFill>
            <a:prstDash val="solid"/>
            <a:round/>
            <a:headEnd len="med" w="med" type="none"/>
            <a:tailEnd len="med" w="med" type="none"/>
          </a:ln>
        </p:spPr>
      </p:cxnSp>
      <p:cxnSp>
        <p:nvCxnSpPr>
          <p:cNvPr id="197" name="Google Shape;197;p20"/>
          <p:cNvCxnSpPr/>
          <p:nvPr/>
        </p:nvCxnSpPr>
        <p:spPr>
          <a:xfrm flipH="1" rot="-5400000">
            <a:off x="6288854" y="4245478"/>
            <a:ext cx="447300" cy="194100"/>
          </a:xfrm>
          <a:prstGeom prst="curvedConnector3">
            <a:avLst>
              <a:gd fmla="val 50000" name="adj1"/>
            </a:avLst>
          </a:prstGeom>
          <a:noFill/>
          <a:ln cap="flat" cmpd="sng" w="5425">
            <a:solidFill>
              <a:schemeClr val="dk2"/>
            </a:solidFill>
            <a:prstDash val="solid"/>
            <a:round/>
            <a:headEnd len="med" w="med" type="none"/>
            <a:tailEnd len="med" w="med" type="none"/>
          </a:ln>
        </p:spPr>
      </p:cxnSp>
      <p:cxnSp>
        <p:nvCxnSpPr>
          <p:cNvPr id="198" name="Google Shape;198;p20"/>
          <p:cNvCxnSpPr/>
          <p:nvPr/>
        </p:nvCxnSpPr>
        <p:spPr>
          <a:xfrm rot="10800000">
            <a:off x="5490334" y="3667528"/>
            <a:ext cx="640800" cy="30000"/>
          </a:xfrm>
          <a:prstGeom prst="straightConnector1">
            <a:avLst/>
          </a:prstGeom>
          <a:noFill/>
          <a:ln cap="flat" cmpd="sng" w="5425">
            <a:solidFill>
              <a:schemeClr val="dk2"/>
            </a:solidFill>
            <a:prstDash val="solid"/>
            <a:round/>
            <a:headEnd len="med" w="med" type="none"/>
            <a:tailEnd len="med" w="med" type="none"/>
          </a:ln>
        </p:spPr>
      </p:cxnSp>
      <p:cxnSp>
        <p:nvCxnSpPr>
          <p:cNvPr id="199" name="Google Shape;199;p20"/>
          <p:cNvCxnSpPr>
            <a:stCxn id="195" idx="3"/>
            <a:endCxn id="185" idx="3"/>
          </p:cNvCxnSpPr>
          <p:nvPr/>
        </p:nvCxnSpPr>
        <p:spPr>
          <a:xfrm flipH="1">
            <a:off x="5709108" y="3697528"/>
            <a:ext cx="845100" cy="178500"/>
          </a:xfrm>
          <a:prstGeom prst="straightConnector1">
            <a:avLst/>
          </a:prstGeom>
          <a:noFill/>
          <a:ln cap="flat" cmpd="sng" w="5425">
            <a:solidFill>
              <a:schemeClr val="dk2"/>
            </a:solidFill>
            <a:prstDash val="solid"/>
            <a:round/>
            <a:headEnd len="med" w="med" type="none"/>
            <a:tailEnd len="med" w="med" type="none"/>
          </a:ln>
        </p:spPr>
      </p:cxnSp>
      <p:pic>
        <p:nvPicPr>
          <p:cNvPr descr="cowboy hat icon vector outline illustration (Provided by Getty Images)" id="200" name="Google Shape;200;p20"/>
          <p:cNvPicPr preferRelativeResize="0"/>
          <p:nvPr/>
        </p:nvPicPr>
        <p:blipFill rotWithShape="1">
          <a:blip r:embed="rId10">
            <a:alphaModFix/>
          </a:blip>
          <a:srcRect b="28376" l="12375" r="10949" t="24332"/>
          <a:stretch/>
        </p:blipFill>
        <p:spPr>
          <a:xfrm>
            <a:off x="5845363" y="2204026"/>
            <a:ext cx="1022725" cy="373591"/>
          </a:xfrm>
          <a:prstGeom prst="rect">
            <a:avLst/>
          </a:prstGeom>
          <a:noFill/>
          <a:ln>
            <a:noFill/>
          </a:ln>
        </p:spPr>
      </p:pic>
      <p:pic>
        <p:nvPicPr>
          <p:cNvPr id="201" name="Google Shape;201;p20">
            <a:hlinkClick action="ppaction://hlinksldjump" r:id="rId11"/>
          </p:cNvPr>
          <p:cNvPicPr preferRelativeResize="0"/>
          <p:nvPr/>
        </p:nvPicPr>
        <p:blipFill>
          <a:blip r:embed="rId12">
            <a:alphaModFix/>
          </a:blip>
          <a:stretch>
            <a:fillRect/>
          </a:stretch>
        </p:blipFill>
        <p:spPr>
          <a:xfrm>
            <a:off x="2830913" y="371176"/>
            <a:ext cx="1339775" cy="876000"/>
          </a:xfrm>
          <a:prstGeom prst="rect">
            <a:avLst/>
          </a:prstGeom>
          <a:noFill/>
          <a:ln cap="flat" cmpd="sng" w="76200">
            <a:solidFill>
              <a:srgbClr val="00FF00"/>
            </a:solidFill>
            <a:prstDash val="solid"/>
            <a:round/>
            <a:headEnd len="sm" w="sm" type="none"/>
            <a:tailEnd len="sm" w="sm" type="none"/>
          </a:ln>
        </p:spPr>
      </p:pic>
      <p:pic>
        <p:nvPicPr>
          <p:cNvPr descr="Matchstick texture (Provided by Getty Images)" id="202" name="Google Shape;202;p20">
            <a:hlinkClick action="ppaction://hlinksldjump" r:id="rId13"/>
          </p:cNvPr>
          <p:cNvPicPr preferRelativeResize="0"/>
          <p:nvPr/>
        </p:nvPicPr>
        <p:blipFill>
          <a:blip r:embed="rId14">
            <a:alphaModFix/>
          </a:blip>
          <a:stretch>
            <a:fillRect/>
          </a:stretch>
        </p:blipFill>
        <p:spPr>
          <a:xfrm>
            <a:off x="4275535" y="430224"/>
            <a:ext cx="1139625" cy="757912"/>
          </a:xfrm>
          <a:prstGeom prst="rect">
            <a:avLst/>
          </a:prstGeom>
          <a:noFill/>
          <a:ln cap="flat" cmpd="sng" w="76200">
            <a:solidFill>
              <a:srgbClr val="00FF00"/>
            </a:solidFill>
            <a:prstDash val="solid"/>
            <a:round/>
            <a:headEnd len="sm" w="sm" type="none"/>
            <a:tailEnd len="sm" w="sm" type="none"/>
          </a:ln>
        </p:spPr>
      </p:pic>
      <p:pic>
        <p:nvPicPr>
          <p:cNvPr descr="Laptop on white - Clipping path (Provided by Getty Images)" id="203" name="Google Shape;203;p20">
            <a:hlinkClick action="ppaction://hlinksldjump" r:id="rId15"/>
          </p:cNvPr>
          <p:cNvPicPr preferRelativeResize="0"/>
          <p:nvPr/>
        </p:nvPicPr>
        <p:blipFill>
          <a:blip r:embed="rId16">
            <a:alphaModFix/>
          </a:blip>
          <a:stretch>
            <a:fillRect/>
          </a:stretch>
        </p:blipFill>
        <p:spPr>
          <a:xfrm>
            <a:off x="5622172" y="437325"/>
            <a:ext cx="1088189" cy="842701"/>
          </a:xfrm>
          <a:prstGeom prst="rect">
            <a:avLst/>
          </a:prstGeom>
          <a:noFill/>
          <a:ln cap="flat" cmpd="sng" w="76200">
            <a:solidFill>
              <a:srgbClr val="00FF00"/>
            </a:solidFill>
            <a:prstDash val="solid"/>
            <a:round/>
            <a:headEnd len="sm" w="sm" type="none"/>
            <a:tailEnd len="sm" w="sm" type="none"/>
          </a:ln>
        </p:spPr>
      </p:pic>
      <p:pic>
        <p:nvPicPr>
          <p:cNvPr descr="Clock (Provided by Getty Images)" id="204" name="Google Shape;204;p20">
            <a:hlinkClick action="ppaction://hlinksldjump" r:id="rId17"/>
          </p:cNvPr>
          <p:cNvPicPr preferRelativeResize="0"/>
          <p:nvPr/>
        </p:nvPicPr>
        <p:blipFill>
          <a:blip r:embed="rId18">
            <a:alphaModFix/>
          </a:blip>
          <a:stretch>
            <a:fillRect/>
          </a:stretch>
        </p:blipFill>
        <p:spPr>
          <a:xfrm>
            <a:off x="1847247" y="1321375"/>
            <a:ext cx="845102" cy="848000"/>
          </a:xfrm>
          <a:prstGeom prst="rect">
            <a:avLst/>
          </a:prstGeom>
          <a:noFill/>
          <a:ln cap="flat" cmpd="sng" w="76200">
            <a:solidFill>
              <a:srgbClr val="00FF00"/>
            </a:solidFill>
            <a:prstDash val="solid"/>
            <a:round/>
            <a:headEnd len="sm" w="sm" type="none"/>
            <a:tailEnd len="sm" w="sm" type="none"/>
          </a:ln>
        </p:spPr>
      </p:pic>
      <p:pic>
        <p:nvPicPr>
          <p:cNvPr descr="Hand holding measuring beaker with green liquid inside, close-up, part of (Provided by Getty Images)" id="205" name="Google Shape;205;p20">
            <a:hlinkClick action="ppaction://hlinksldjump" r:id="rId19"/>
          </p:cNvPr>
          <p:cNvPicPr preferRelativeResize="0"/>
          <p:nvPr/>
        </p:nvPicPr>
        <p:blipFill rotWithShape="1">
          <a:blip r:embed="rId20">
            <a:alphaModFix/>
          </a:blip>
          <a:srcRect b="0" l="31896" r="27205" t="12480"/>
          <a:stretch/>
        </p:blipFill>
        <p:spPr>
          <a:xfrm>
            <a:off x="3194588" y="1309462"/>
            <a:ext cx="548700" cy="880669"/>
          </a:xfrm>
          <a:prstGeom prst="rect">
            <a:avLst/>
          </a:prstGeom>
          <a:noFill/>
          <a:ln cap="flat" cmpd="sng" w="76200">
            <a:solidFill>
              <a:srgbClr val="00FF00"/>
            </a:solidFill>
            <a:prstDash val="solid"/>
            <a:round/>
            <a:headEnd len="sm" w="sm" type="none"/>
            <a:tailEnd len="sm" w="sm" type="none"/>
          </a:ln>
        </p:spPr>
      </p:pic>
      <p:pic>
        <p:nvPicPr>
          <p:cNvPr descr="Bag with dollar sign (Provided by Getty Images)" id="206" name="Google Shape;206;p20">
            <a:hlinkClick action="ppaction://hlinksldjump" r:id="rId21"/>
          </p:cNvPr>
          <p:cNvPicPr preferRelativeResize="0"/>
          <p:nvPr/>
        </p:nvPicPr>
        <p:blipFill>
          <a:blip r:embed="rId22">
            <a:alphaModFix/>
          </a:blip>
          <a:stretch>
            <a:fillRect/>
          </a:stretch>
        </p:blipFill>
        <p:spPr>
          <a:xfrm rot="5400000">
            <a:off x="4456435" y="1110460"/>
            <a:ext cx="758325" cy="1180150"/>
          </a:xfrm>
          <a:prstGeom prst="rect">
            <a:avLst/>
          </a:prstGeom>
          <a:noFill/>
          <a:ln cap="flat" cmpd="sng" w="76200">
            <a:solidFill>
              <a:srgbClr val="00FF00"/>
            </a:solidFill>
            <a:prstDash val="solid"/>
            <a:round/>
            <a:headEnd len="sm" w="sm" type="none"/>
            <a:tailEnd len="sm" w="sm" type="none"/>
          </a:ln>
        </p:spPr>
      </p:pic>
      <p:pic>
        <p:nvPicPr>
          <p:cNvPr descr="Realistic gym dumbbells. Equipment for bodybuilding and workout. Vector (Provided by Getty Images)" id="207" name="Google Shape;207;p20">
            <a:hlinkClick action="ppaction://hlinksldjump" r:id="rId23"/>
          </p:cNvPr>
          <p:cNvPicPr preferRelativeResize="0"/>
          <p:nvPr/>
        </p:nvPicPr>
        <p:blipFill rotWithShape="1">
          <a:blip r:embed="rId24">
            <a:alphaModFix/>
          </a:blip>
          <a:srcRect b="18006" l="7998" r="8082" t="24003"/>
          <a:stretch/>
        </p:blipFill>
        <p:spPr>
          <a:xfrm>
            <a:off x="5610950" y="1365350"/>
            <a:ext cx="1088174" cy="751949"/>
          </a:xfrm>
          <a:prstGeom prst="rect">
            <a:avLst/>
          </a:prstGeom>
          <a:noFill/>
          <a:ln cap="flat" cmpd="sng" w="76200">
            <a:solidFill>
              <a:srgbClr val="00FF00"/>
            </a:solidFill>
            <a:prstDash val="solid"/>
            <a:round/>
            <a:headEnd len="sm" w="sm" type="none"/>
            <a:tailEnd len="sm" w="sm" type="none"/>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1000"/>
                                        <p:tgtEl>
                                          <p:spTgt spid="190"/>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1000"/>
                                        <p:tgtEl>
                                          <p:spTgt spid="201"/>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1">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1000"/>
                                        <p:tgtEl>
                                          <p:spTgt spid="202"/>
                                        </p:tgtEl>
                                        <p:attrNameLst>
                                          <p:attrName>ppt_y</p:attrName>
                                        </p:attrNameLst>
                                      </p:cBhvr>
                                      <p:tavLst>
                                        <p:tav fmla="" tm="0">
                                          <p:val>
                                            <p:strVal val="#ppt_y-1"/>
                                          </p:val>
                                        </p:tav>
                                        <p:tav fmla="" tm="100000">
                                          <p:val>
                                            <p:strVal val="#ppt_y"/>
                                          </p:val>
                                        </p:tav>
                                      </p:tavLst>
                                    </p:anim>
                                  </p:childTnLst>
                                </p:cTn>
                              </p:par>
                            </p:childTnLst>
                          </p:cTn>
                        </p:par>
                        <p:par>
                          <p:cTn fill="hold">
                            <p:stCondLst>
                              <p:cond delay="3000"/>
                            </p:stCondLst>
                            <p:childTnLst>
                              <p:par>
                                <p:cTn fill="hold" nodeType="afterEffect" presetClass="entr" presetID="2" presetSubtype="2">
                                  <p:stCondLst>
                                    <p:cond delay="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1000"/>
                                        <p:tgtEl>
                                          <p:spTgt spid="203"/>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1000"/>
                                        <p:tgtEl>
                                          <p:spTgt spid="204"/>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4">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1000"/>
                                        <p:tgtEl>
                                          <p:spTgt spid="205"/>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1000"/>
                                        <p:tgtEl>
                                          <p:spTgt spid="206"/>
                                        </p:tgtEl>
                                        <p:attrNameLst>
                                          <p:attrName>ppt_y</p:attrName>
                                        </p:attrNameLst>
                                      </p:cBhvr>
                                      <p:tavLst>
                                        <p:tav fmla="" tm="0">
                                          <p:val>
                                            <p:strVal val="#ppt_y+1"/>
                                          </p:val>
                                        </p:tav>
                                        <p:tav fmla="" tm="100000">
                                          <p:val>
                                            <p:strVal val="#ppt_y"/>
                                          </p:val>
                                        </p:tav>
                                      </p:tavLst>
                                    </p:anim>
                                  </p:childTnLst>
                                </p:cTn>
                              </p:par>
                            </p:childTnLst>
                          </p:cTn>
                        </p:par>
                        <p:par>
                          <p:cTn fill="hold">
                            <p:stCondLst>
                              <p:cond delay="7000"/>
                            </p:stCondLst>
                            <p:childTnLst>
                              <p:par>
                                <p:cTn fill="hold" nodeType="afterEffect" presetClass="entr" presetID="2" presetSubtype="2">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1000"/>
                                        <p:tgtEl>
                                          <p:spTgt spid="20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1" name="Shape 211"/>
        <p:cNvGrpSpPr/>
        <p:nvPr/>
      </p:nvGrpSpPr>
      <p:grpSpPr>
        <a:xfrm>
          <a:off x="0" y="0"/>
          <a:ext cx="0" cy="0"/>
          <a:chOff x="0" y="0"/>
          <a:chExt cx="0" cy="0"/>
        </a:xfrm>
      </p:grpSpPr>
      <p:sp>
        <p:nvSpPr>
          <p:cNvPr id="212" name="Google Shape;21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21">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14" name="Google Shape;214;p21"/>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15" name="Google Shape;215;p21"/>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16" name="Google Shape;216;p21"/>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17" name="Google Shape;217;p21"/>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1" name="Shape 221"/>
        <p:cNvGrpSpPr/>
        <p:nvPr/>
      </p:nvGrpSpPr>
      <p:grpSpPr>
        <a:xfrm>
          <a:off x="0" y="0"/>
          <a:ext cx="0" cy="0"/>
          <a:chOff x="0" y="0"/>
          <a:chExt cx="0" cy="0"/>
        </a:xfrm>
      </p:grpSpPr>
      <p:sp>
        <p:nvSpPr>
          <p:cNvPr id="222" name="Google Shape;22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22">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24" name="Google Shape;224;p2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25" name="Google Shape;225;p2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26" name="Google Shape;226;p2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27" name="Google Shape;227;p22"/>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33" name="Google Shape;233;p23"/>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23"/>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35" name="Google Shape;235;p23"/>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23"/>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37" name="Google Shape;237;p23"/>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23"/>
          <p:cNvCxnSpPr/>
          <p:nvPr/>
        </p:nvCxnSpPr>
        <p:spPr>
          <a:xfrm>
            <a:off x="8492550" y="731950"/>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23"/>
          <p:cNvCxnSpPr/>
          <p:nvPr/>
        </p:nvCxnSpPr>
        <p:spPr>
          <a:xfrm>
            <a:off x="8468725" y="1949175"/>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23"/>
          <p:cNvCxnSpPr/>
          <p:nvPr/>
        </p:nvCxnSpPr>
        <p:spPr>
          <a:xfrm flipH="1" rot="10800000">
            <a:off x="9005950" y="1140850"/>
            <a:ext cx="18900" cy="11598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23"/>
          <p:cNvCxnSpPr/>
          <p:nvPr/>
        </p:nvCxnSpPr>
        <p:spPr>
          <a:xfrm flipH="1" rot="10800000">
            <a:off x="8437963" y="722775"/>
            <a:ext cx="76200" cy="12264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23"/>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23"/>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23"/>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23"/>
          <p:cNvCxnSpPr/>
          <p:nvPr/>
        </p:nvCxnSpPr>
        <p:spPr>
          <a:xfrm flipH="1" rot="10800000">
            <a:off x="8540075" y="8745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23"/>
          <p:cNvCxnSpPr/>
          <p:nvPr/>
        </p:nvCxnSpPr>
        <p:spPr>
          <a:xfrm flipH="1" rot="10800000">
            <a:off x="8692475" y="10269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23"/>
          <p:cNvCxnSpPr/>
          <p:nvPr/>
        </p:nvCxnSpPr>
        <p:spPr>
          <a:xfrm flipH="1" rot="10800000">
            <a:off x="8844875" y="1179350"/>
            <a:ext cx="104700" cy="11409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23"/>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23"/>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23"/>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23"/>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23"/>
          <p:cNvCxnSpPr/>
          <p:nvPr/>
        </p:nvCxnSpPr>
        <p:spPr>
          <a:xfrm>
            <a:off x="1803994" y="329962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23"/>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23"/>
          <p:cNvCxnSpPr/>
          <p:nvPr/>
        </p:nvCxnSpPr>
        <p:spPr>
          <a:xfrm flipH="1" rot="10800000">
            <a:off x="1813503" y="3147650"/>
            <a:ext cx="332700" cy="1995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23"/>
          <p:cNvCxnSpPr/>
          <p:nvPr/>
        </p:nvCxnSpPr>
        <p:spPr>
          <a:xfrm flipH="1" rot="10800000">
            <a:off x="1823003" y="3299575"/>
            <a:ext cx="323400" cy="1902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23"/>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57" name="Google Shape;257;p23"/>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58" name="Google Shape;258;p23"/>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59" name="Google Shape;259;p23"/>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60" name="Google Shape;260;p23"/>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61" name="Google Shape;261;p23"/>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62" name="Google Shape;262;p23"/>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63" name="Google Shape;263;p23"/>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64" name="Google Shape;264;p23"/>
          <p:cNvSpPr/>
          <p:nvPr/>
        </p:nvSpPr>
        <p:spPr>
          <a:xfrm>
            <a:off x="6120382" y="2566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65" name="Google Shape;265;p23"/>
          <p:cNvSpPr/>
          <p:nvPr/>
        </p:nvSpPr>
        <p:spPr>
          <a:xfrm>
            <a:off x="6349150" y="26096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66" name="Google Shape;266;p23"/>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67" name="Google Shape;267;p23"/>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8" name="Google Shape;268;p23"/>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9" name="Google Shape;269;p23"/>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70" name="Google Shape;270;p23"/>
          <p:cNvCxnSpPr>
            <a:stCxn id="266" idx="3"/>
            <a:endCxn id="271" idx="2"/>
          </p:cNvCxnSpPr>
          <p:nvPr/>
        </p:nvCxnSpPr>
        <p:spPr>
          <a:xfrm rot="10800000">
            <a:off x="5805702" y="3276538"/>
            <a:ext cx="825900" cy="377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72" name="Google Shape;272;p23"/>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descr="Cell phone vector, Electronic device filled icon editable stroke (Provided by Getty Images)" id="271" name="Google Shape;271;p23"/>
          <p:cNvPicPr preferRelativeResize="0"/>
          <p:nvPr/>
        </p:nvPicPr>
        <p:blipFill rotWithShape="1">
          <a:blip r:embed="rId8">
            <a:alphaModFix/>
          </a:blip>
          <a:srcRect b="9625" l="0" r="23682" t="0"/>
          <a:stretch/>
        </p:blipFill>
        <p:spPr>
          <a:xfrm rot="-1333837">
            <a:off x="5457533" y="2728138"/>
            <a:ext cx="480894" cy="569488"/>
          </a:xfrm>
          <a:prstGeom prst="rect">
            <a:avLst/>
          </a:prstGeom>
          <a:noFill/>
          <a:ln>
            <a:noFill/>
          </a:ln>
        </p:spPr>
      </p:pic>
      <p:sp>
        <p:nvSpPr>
          <p:cNvPr id="273" name="Google Shape;273;p23"/>
          <p:cNvSpPr/>
          <p:nvPr/>
        </p:nvSpPr>
        <p:spPr>
          <a:xfrm>
            <a:off x="2636425" y="1949175"/>
            <a:ext cx="2979600" cy="2115300"/>
          </a:xfrm>
          <a:prstGeom prst="rightArrowCallout">
            <a:avLst>
              <a:gd fmla="val 25000" name="adj1"/>
              <a:gd fmla="val 25000" name="adj2"/>
              <a:gd fmla="val 25000" name="adj3"/>
              <a:gd fmla="val 64977"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23"/>
          <p:cNvSpPr/>
          <p:nvPr/>
        </p:nvSpPr>
        <p:spPr>
          <a:xfrm>
            <a:off x="2636375" y="1949175"/>
            <a:ext cx="1935600" cy="8091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call (Provided by Getty Images)" id="275" name="Google Shape;275;p23">
            <a:hlinkClick action="ppaction://hlinksldjump" r:id="rId9"/>
          </p:cNvPr>
          <p:cNvPicPr preferRelativeResize="0"/>
          <p:nvPr/>
        </p:nvPicPr>
        <p:blipFill>
          <a:blip r:embed="rId10">
            <a:alphaModFix/>
          </a:blip>
          <a:stretch>
            <a:fillRect/>
          </a:stretch>
        </p:blipFill>
        <p:spPr>
          <a:xfrm>
            <a:off x="3799411" y="1999175"/>
            <a:ext cx="709100" cy="709100"/>
          </a:xfrm>
          <a:prstGeom prst="rect">
            <a:avLst/>
          </a:prstGeom>
          <a:noFill/>
          <a:ln cap="flat" cmpd="sng" w="76200">
            <a:solidFill>
              <a:srgbClr val="00FF00"/>
            </a:solidFill>
            <a:prstDash val="solid"/>
            <a:round/>
            <a:headEnd len="sm" w="sm" type="none"/>
            <a:tailEnd len="sm" w="sm" type="none"/>
          </a:ln>
        </p:spPr>
      </p:pic>
      <p:sp>
        <p:nvSpPr>
          <p:cNvPr id="276" name="Google Shape;276;p23"/>
          <p:cNvSpPr/>
          <p:nvPr/>
        </p:nvSpPr>
        <p:spPr>
          <a:xfrm>
            <a:off x="2773588" y="1978280"/>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23"/>
          <p:cNvSpPr/>
          <p:nvPr/>
        </p:nvSpPr>
        <p:spPr>
          <a:xfrm>
            <a:off x="2636425" y="3244625"/>
            <a:ext cx="1935600" cy="8199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call (Provided by Getty Images)" id="278" name="Google Shape;278;p23">
            <a:hlinkClick action="ppaction://hlinksldjump" r:id="rId11"/>
          </p:cNvPr>
          <p:cNvPicPr preferRelativeResize="0"/>
          <p:nvPr/>
        </p:nvPicPr>
        <p:blipFill>
          <a:blip r:embed="rId10">
            <a:alphaModFix/>
          </a:blip>
          <a:stretch>
            <a:fillRect/>
          </a:stretch>
        </p:blipFill>
        <p:spPr>
          <a:xfrm>
            <a:off x="3779848" y="3294625"/>
            <a:ext cx="709100" cy="709100"/>
          </a:xfrm>
          <a:prstGeom prst="rect">
            <a:avLst/>
          </a:prstGeom>
          <a:noFill/>
          <a:ln cap="flat" cmpd="sng" w="76200">
            <a:solidFill>
              <a:srgbClr val="00FF00"/>
            </a:solidFill>
            <a:prstDash val="solid"/>
            <a:round/>
            <a:headEnd len="sm" w="sm" type="none"/>
            <a:tailEnd len="sm" w="sm" type="none"/>
          </a:ln>
        </p:spPr>
      </p:pic>
      <p:sp>
        <p:nvSpPr>
          <p:cNvPr id="279" name="Google Shape;279;p23"/>
          <p:cNvSpPr/>
          <p:nvPr/>
        </p:nvSpPr>
        <p:spPr>
          <a:xfrm>
            <a:off x="2718300" y="3274413"/>
            <a:ext cx="763500" cy="750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3"/>
          <p:cNvSpPr/>
          <p:nvPr/>
        </p:nvSpPr>
        <p:spPr>
          <a:xfrm>
            <a:off x="2875138" y="2128850"/>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1" name="Google Shape;281;p23"/>
          <p:cNvPicPr preferRelativeResize="0"/>
          <p:nvPr/>
        </p:nvPicPr>
        <p:blipFill rotWithShape="1">
          <a:blip r:embed="rId12">
            <a:alphaModFix/>
          </a:blip>
          <a:srcRect b="0" l="0" r="0" t="0"/>
          <a:stretch/>
        </p:blipFill>
        <p:spPr>
          <a:xfrm>
            <a:off x="2719728" y="3268126"/>
            <a:ext cx="763500" cy="763500"/>
          </a:xfrm>
          <a:prstGeom prst="ellipse">
            <a:avLst/>
          </a:prstGeom>
          <a:noFill/>
          <a:ln>
            <a:noFill/>
          </a:ln>
        </p:spPr>
      </p:pic>
      <p:sp>
        <p:nvSpPr>
          <p:cNvPr id="282" name="Google Shape;282;p23"/>
          <p:cNvSpPr/>
          <p:nvPr/>
        </p:nvSpPr>
        <p:spPr>
          <a:xfrm>
            <a:off x="2851375" y="2569050"/>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283" name="Google Shape;283;p23"/>
          <p:cNvCxnSpPr/>
          <p:nvPr/>
        </p:nvCxnSpPr>
        <p:spPr>
          <a:xfrm>
            <a:off x="3018675" y="2199375"/>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23"/>
          <p:cNvCxnSpPr/>
          <p:nvPr/>
        </p:nvCxnSpPr>
        <p:spPr>
          <a:xfrm flipH="1" rot="10800000">
            <a:off x="3205200" y="2204925"/>
            <a:ext cx="83400" cy="72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8" name="Shape 288"/>
        <p:cNvGrpSpPr/>
        <p:nvPr/>
      </p:nvGrpSpPr>
      <p:grpSpPr>
        <a:xfrm>
          <a:off x="0" y="0"/>
          <a:ext cx="0" cy="0"/>
          <a:chOff x="0" y="0"/>
          <a:chExt cx="0" cy="0"/>
        </a:xfrm>
      </p:grpSpPr>
      <p:sp>
        <p:nvSpPr>
          <p:cNvPr id="289" name="Google Shape;28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24">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91" name="Google Shape;291;p2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92" name="Google Shape;292;p2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93" name="Google Shape;293;p2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94" name="Google Shape;294;p24"/>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8" name="Shape 298"/>
        <p:cNvGrpSpPr/>
        <p:nvPr/>
      </p:nvGrpSpPr>
      <p:grpSpPr>
        <a:xfrm>
          <a:off x="0" y="0"/>
          <a:ext cx="0" cy="0"/>
          <a:chOff x="0" y="0"/>
          <a:chExt cx="0" cy="0"/>
        </a:xfrm>
      </p:grpSpPr>
      <p:sp>
        <p:nvSpPr>
          <p:cNvPr id="299" name="Google Shape;29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25">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01" name="Google Shape;301;p2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02" name="Google Shape;302;p2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03" name="Google Shape;303;p2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04" name="Google Shape;304;p25"/>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26" title="images.jpg"/>
          <p:cNvPicPr preferRelativeResize="0"/>
          <p:nvPr/>
        </p:nvPicPr>
        <p:blipFill rotWithShape="1">
          <a:blip r:embed="rId3">
            <a:alphaModFix/>
          </a:blip>
          <a:srcRect b="10891" l="25408" r="24007" t="8079"/>
          <a:stretch/>
        </p:blipFill>
        <p:spPr>
          <a:xfrm>
            <a:off x="1547850" y="-696975"/>
            <a:ext cx="5427050" cy="8693175"/>
          </a:xfrm>
          <a:prstGeom prst="rect">
            <a:avLst/>
          </a:prstGeom>
          <a:noFill/>
          <a:ln>
            <a:noFill/>
          </a:ln>
        </p:spPr>
      </p:pic>
      <p:sp>
        <p:nvSpPr>
          <p:cNvPr id="310" name="Google Shape;310;p26"/>
          <p:cNvSpPr/>
          <p:nvPr/>
        </p:nvSpPr>
        <p:spPr>
          <a:xfrm>
            <a:off x="2432888" y="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26"/>
          <p:cNvSpPr/>
          <p:nvPr/>
        </p:nvSpPr>
        <p:spPr>
          <a:xfrm>
            <a:off x="2534438" y="150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26"/>
          <p:cNvSpPr/>
          <p:nvPr/>
        </p:nvSpPr>
        <p:spPr>
          <a:xfrm>
            <a:off x="2510675" y="590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13" name="Google Shape;313;p26"/>
          <p:cNvCxnSpPr/>
          <p:nvPr/>
        </p:nvCxnSpPr>
        <p:spPr>
          <a:xfrm>
            <a:off x="2677975" y="221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14" name="Google Shape;314;p26"/>
          <p:cNvCxnSpPr/>
          <p:nvPr/>
        </p:nvCxnSpPr>
        <p:spPr>
          <a:xfrm flipH="1" rot="10800000">
            <a:off x="2864500" y="226650"/>
            <a:ext cx="83400" cy="723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26"/>
          <p:cNvCxnSpPr/>
          <p:nvPr/>
        </p:nvCxnSpPr>
        <p:spPr>
          <a:xfrm flipH="1" rot="10800000">
            <a:off x="2320425" y="746133"/>
            <a:ext cx="3886500" cy="6900"/>
          </a:xfrm>
          <a:prstGeom prst="straightConnector1">
            <a:avLst/>
          </a:prstGeom>
          <a:noFill/>
          <a:ln cap="flat" cmpd="sng" w="9525">
            <a:solidFill>
              <a:schemeClr val="dk2"/>
            </a:solidFill>
            <a:prstDash val="solid"/>
            <a:round/>
            <a:headEnd len="med" w="med" type="none"/>
            <a:tailEnd len="med" w="med" type="none"/>
          </a:ln>
        </p:spPr>
      </p:cxnSp>
      <p:sp>
        <p:nvSpPr>
          <p:cNvPr id="316" name="Google Shape;316;p26"/>
          <p:cNvSpPr txBox="1"/>
          <p:nvPr/>
        </p:nvSpPr>
        <p:spPr>
          <a:xfrm>
            <a:off x="3335490" y="191251"/>
            <a:ext cx="400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rPr>
              <a:t>Evil Friend</a:t>
            </a:r>
            <a:endParaRPr sz="3000">
              <a:solidFill>
                <a:schemeClr val="dk2"/>
              </a:solidFill>
            </a:endParaRPr>
          </a:p>
        </p:txBody>
      </p:sp>
      <p:sp>
        <p:nvSpPr>
          <p:cNvPr id="317" name="Google Shape;317;p26"/>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6"/>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6"/>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20" name="Google Shape;320;p26"/>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26"/>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27" title="images.jpg"/>
          <p:cNvPicPr preferRelativeResize="0"/>
          <p:nvPr/>
        </p:nvPicPr>
        <p:blipFill rotWithShape="1">
          <a:blip r:embed="rId3">
            <a:alphaModFix/>
          </a:blip>
          <a:srcRect b="10891" l="25408" r="24007" t="8079"/>
          <a:stretch/>
        </p:blipFill>
        <p:spPr>
          <a:xfrm>
            <a:off x="1547850" y="-696975"/>
            <a:ext cx="5427050" cy="8693175"/>
          </a:xfrm>
          <a:prstGeom prst="rect">
            <a:avLst/>
          </a:prstGeom>
          <a:noFill/>
          <a:ln>
            <a:noFill/>
          </a:ln>
        </p:spPr>
      </p:pic>
      <p:sp>
        <p:nvSpPr>
          <p:cNvPr id="327" name="Google Shape;327;p27"/>
          <p:cNvSpPr/>
          <p:nvPr/>
        </p:nvSpPr>
        <p:spPr>
          <a:xfrm>
            <a:off x="2432888" y="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27"/>
          <p:cNvSpPr/>
          <p:nvPr/>
        </p:nvSpPr>
        <p:spPr>
          <a:xfrm>
            <a:off x="2534438" y="150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27"/>
          <p:cNvSpPr/>
          <p:nvPr/>
        </p:nvSpPr>
        <p:spPr>
          <a:xfrm>
            <a:off x="2510675" y="590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30" name="Google Shape;330;p27"/>
          <p:cNvCxnSpPr/>
          <p:nvPr/>
        </p:nvCxnSpPr>
        <p:spPr>
          <a:xfrm>
            <a:off x="2677975" y="221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27"/>
          <p:cNvCxnSpPr/>
          <p:nvPr/>
        </p:nvCxnSpPr>
        <p:spPr>
          <a:xfrm flipH="1" rot="10800000">
            <a:off x="2864500" y="226650"/>
            <a:ext cx="83400" cy="723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27"/>
          <p:cNvCxnSpPr/>
          <p:nvPr/>
        </p:nvCxnSpPr>
        <p:spPr>
          <a:xfrm flipH="1" rot="10800000">
            <a:off x="2320425" y="746133"/>
            <a:ext cx="3886500" cy="6900"/>
          </a:xfrm>
          <a:prstGeom prst="straightConnector1">
            <a:avLst/>
          </a:prstGeom>
          <a:noFill/>
          <a:ln cap="flat" cmpd="sng" w="9525">
            <a:solidFill>
              <a:schemeClr val="dk2"/>
            </a:solidFill>
            <a:prstDash val="solid"/>
            <a:round/>
            <a:headEnd len="med" w="med" type="none"/>
            <a:tailEnd len="med" w="med" type="none"/>
          </a:ln>
        </p:spPr>
      </p:cxnSp>
      <p:sp>
        <p:nvSpPr>
          <p:cNvPr id="333" name="Google Shape;333;p27"/>
          <p:cNvSpPr txBox="1"/>
          <p:nvPr/>
        </p:nvSpPr>
        <p:spPr>
          <a:xfrm>
            <a:off x="3335490" y="191251"/>
            <a:ext cx="400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rPr>
              <a:t>Evil Friend</a:t>
            </a:r>
            <a:endParaRPr sz="3000">
              <a:solidFill>
                <a:schemeClr val="dk2"/>
              </a:solidFill>
            </a:endParaRPr>
          </a:p>
        </p:txBody>
      </p:sp>
      <p:sp>
        <p:nvSpPr>
          <p:cNvPr id="334" name="Google Shape;334;p27"/>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7"/>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7"/>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37" name="Google Shape;337;p27"/>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38" name="Google Shape;338;p27"/>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339" name="Google Shape;339;p27"/>
          <p:cNvSpPr/>
          <p:nvPr/>
        </p:nvSpPr>
        <p:spPr>
          <a:xfrm>
            <a:off x="2732925" y="891125"/>
            <a:ext cx="3061500" cy="551400"/>
          </a:xfrm>
          <a:prstGeom prst="wedgeRectCallout">
            <a:avLst>
              <a:gd fmla="val 63004" name="adj1"/>
              <a:gd fmla="val -3106"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27"/>
          <p:cNvSpPr txBox="1"/>
          <p:nvPr/>
        </p:nvSpPr>
        <p:spPr>
          <a:xfrm>
            <a:off x="2947900" y="935975"/>
            <a:ext cx="22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yo break me out</a:t>
            </a:r>
            <a:endParaRPr sz="1800">
              <a:solidFill>
                <a:schemeClr val="dk2"/>
              </a:solidFill>
            </a:endParaRPr>
          </a:p>
        </p:txBody>
      </p:sp>
      <p:sp>
        <p:nvSpPr>
          <p:cNvPr id="341" name="Google Shape;341;p27"/>
          <p:cNvSpPr/>
          <p:nvPr/>
        </p:nvSpPr>
        <p:spPr>
          <a:xfrm>
            <a:off x="2661250" y="4026700"/>
            <a:ext cx="3475500" cy="646500"/>
          </a:xfrm>
          <a:prstGeom prst="parallelogram">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27"/>
          <p:cNvSpPr txBox="1"/>
          <p:nvPr/>
        </p:nvSpPr>
        <p:spPr>
          <a:xfrm>
            <a:off x="3618458" y="4054742"/>
            <a:ext cx="558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2"/>
                </a:solidFill>
              </a:rPr>
              <a:t>SEND</a:t>
            </a:r>
            <a:endParaRPr b="1" sz="2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28" title="images.jpg"/>
          <p:cNvPicPr preferRelativeResize="0"/>
          <p:nvPr/>
        </p:nvPicPr>
        <p:blipFill rotWithShape="1">
          <a:blip r:embed="rId3">
            <a:alphaModFix/>
          </a:blip>
          <a:srcRect b="10891" l="25408" r="24007" t="8079"/>
          <a:stretch/>
        </p:blipFill>
        <p:spPr>
          <a:xfrm>
            <a:off x="1547850" y="-696975"/>
            <a:ext cx="5427050" cy="8693175"/>
          </a:xfrm>
          <a:prstGeom prst="rect">
            <a:avLst/>
          </a:prstGeom>
          <a:noFill/>
          <a:ln>
            <a:noFill/>
          </a:ln>
        </p:spPr>
      </p:pic>
      <p:sp>
        <p:nvSpPr>
          <p:cNvPr id="348" name="Google Shape;348;p28"/>
          <p:cNvSpPr/>
          <p:nvPr/>
        </p:nvSpPr>
        <p:spPr>
          <a:xfrm>
            <a:off x="2432888" y="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8"/>
          <p:cNvSpPr/>
          <p:nvPr/>
        </p:nvSpPr>
        <p:spPr>
          <a:xfrm>
            <a:off x="2534438" y="150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28"/>
          <p:cNvSpPr/>
          <p:nvPr/>
        </p:nvSpPr>
        <p:spPr>
          <a:xfrm>
            <a:off x="2510675" y="590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51" name="Google Shape;351;p28"/>
          <p:cNvCxnSpPr/>
          <p:nvPr/>
        </p:nvCxnSpPr>
        <p:spPr>
          <a:xfrm>
            <a:off x="2677975" y="221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28"/>
          <p:cNvCxnSpPr/>
          <p:nvPr/>
        </p:nvCxnSpPr>
        <p:spPr>
          <a:xfrm flipH="1" rot="10800000">
            <a:off x="2864500" y="226650"/>
            <a:ext cx="83400" cy="723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28"/>
          <p:cNvCxnSpPr/>
          <p:nvPr/>
        </p:nvCxnSpPr>
        <p:spPr>
          <a:xfrm flipH="1" rot="10800000">
            <a:off x="2320425" y="746133"/>
            <a:ext cx="3886500" cy="69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28"/>
          <p:cNvSpPr txBox="1"/>
          <p:nvPr/>
        </p:nvSpPr>
        <p:spPr>
          <a:xfrm>
            <a:off x="3335490" y="191251"/>
            <a:ext cx="400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rPr>
              <a:t>Evil Friend</a:t>
            </a:r>
            <a:endParaRPr sz="3000">
              <a:solidFill>
                <a:schemeClr val="dk2"/>
              </a:solidFill>
            </a:endParaRPr>
          </a:p>
        </p:txBody>
      </p:sp>
      <p:sp>
        <p:nvSpPr>
          <p:cNvPr id="355" name="Google Shape;355;p28"/>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28"/>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28"/>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58" name="Google Shape;358;p28"/>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28"/>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360" name="Google Shape;360;p28"/>
          <p:cNvSpPr/>
          <p:nvPr/>
        </p:nvSpPr>
        <p:spPr>
          <a:xfrm>
            <a:off x="2732925" y="891125"/>
            <a:ext cx="3061500" cy="551400"/>
          </a:xfrm>
          <a:prstGeom prst="wedgeRectCallout">
            <a:avLst>
              <a:gd fmla="val 63004" name="adj1"/>
              <a:gd fmla="val -3106"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28"/>
          <p:cNvSpPr txBox="1"/>
          <p:nvPr/>
        </p:nvSpPr>
        <p:spPr>
          <a:xfrm>
            <a:off x="2947900" y="935975"/>
            <a:ext cx="22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yo break me out</a:t>
            </a:r>
            <a:endParaRPr sz="1800">
              <a:solidFill>
                <a:schemeClr val="dk2"/>
              </a:solidFill>
            </a:endParaRPr>
          </a:p>
        </p:txBody>
      </p:sp>
      <p:sp>
        <p:nvSpPr>
          <p:cNvPr id="362" name="Google Shape;362;p28"/>
          <p:cNvSpPr/>
          <p:nvPr/>
        </p:nvSpPr>
        <p:spPr>
          <a:xfrm>
            <a:off x="2661250" y="4026700"/>
            <a:ext cx="3475500" cy="646500"/>
          </a:xfrm>
          <a:prstGeom prst="parallelogram">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28"/>
          <p:cNvSpPr txBox="1"/>
          <p:nvPr/>
        </p:nvSpPr>
        <p:spPr>
          <a:xfrm>
            <a:off x="3618458" y="4054742"/>
            <a:ext cx="558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2"/>
                </a:solidFill>
              </a:rPr>
              <a:t>SEND</a:t>
            </a:r>
            <a:endParaRPr b="1" sz="2800">
              <a:solidFill>
                <a:schemeClr val="dk2"/>
              </a:solidFill>
            </a:endParaRPr>
          </a:p>
        </p:txBody>
      </p:sp>
      <p:sp>
        <p:nvSpPr>
          <p:cNvPr id="364" name="Google Shape;364;p28"/>
          <p:cNvSpPr/>
          <p:nvPr/>
        </p:nvSpPr>
        <p:spPr>
          <a:xfrm>
            <a:off x="2732925" y="1903925"/>
            <a:ext cx="3061500" cy="551400"/>
          </a:xfrm>
          <a:prstGeom prst="wedgeRectCallout">
            <a:avLst>
              <a:gd fmla="val -58648" name="adj1"/>
              <a:gd fmla="val -4149"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28"/>
          <p:cNvSpPr txBox="1"/>
          <p:nvPr/>
        </p:nvSpPr>
        <p:spPr>
          <a:xfrm>
            <a:off x="3999900" y="1178500"/>
            <a:ext cx="517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366" name="Google Shape;366;p28"/>
          <p:cNvSpPr txBox="1"/>
          <p:nvPr/>
        </p:nvSpPr>
        <p:spPr>
          <a:xfrm>
            <a:off x="2864500" y="1962702"/>
            <a:ext cx="22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ok</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9"/>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29"/>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29"/>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374" name="Google Shape;374;p29"/>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375" name="Google Shape;375;p29"/>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29"/>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77" name="Google Shape;377;p29"/>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78" name="Google Shape;378;p29"/>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79" name="Google Shape;379;p29"/>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80" name="Google Shape;380;p29"/>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81" name="Google Shape;381;p29"/>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82" name="Google Shape;382;p29"/>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83" name="Google Shape;383;p29"/>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384" name="Google Shape;384;p29"/>
          <p:cNvCxnSpPr>
            <a:stCxn id="380"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385" name="Google Shape;385;p29"/>
          <p:cNvCxnSpPr>
            <a:stCxn id="378"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29"/>
          <p:cNvCxnSpPr>
            <a:endCxn id="376"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pic>
        <p:nvPicPr>
          <p:cNvPr descr="Backpack (Provided by Getty Images)" id="387" name="Google Shape;387;p29"/>
          <p:cNvPicPr preferRelativeResize="0"/>
          <p:nvPr/>
        </p:nvPicPr>
        <p:blipFill>
          <a:blip r:embed="rId3">
            <a:alphaModFix/>
          </a:blip>
          <a:stretch>
            <a:fillRect/>
          </a:stretch>
        </p:blipFill>
        <p:spPr>
          <a:xfrm>
            <a:off x="6482775" y="3836506"/>
            <a:ext cx="763500" cy="974843"/>
          </a:xfrm>
          <a:prstGeom prst="rect">
            <a:avLst/>
          </a:prstGeom>
          <a:noFill/>
          <a:ln cap="flat" cmpd="sng" w="76200">
            <a:solidFill>
              <a:srgbClr val="00FF00"/>
            </a:solidFill>
            <a:prstDash val="solid"/>
            <a:round/>
            <a:headEnd len="sm" w="sm" type="none"/>
            <a:tailEnd len="sm" w="sm" type="none"/>
          </a:ln>
        </p:spPr>
      </p:pic>
      <p:cxnSp>
        <p:nvCxnSpPr>
          <p:cNvPr id="388" name="Google Shape;388;p29"/>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389" name="Google Shape;389;p29"/>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Cell phone vector, Electronic device solid style icon (Provided by Getty Images)" id="390" name="Google Shape;390;p29"/>
          <p:cNvPicPr preferRelativeResize="0"/>
          <p:nvPr/>
        </p:nvPicPr>
        <p:blipFill rotWithShape="1">
          <a:blip r:embed="rId4">
            <a:alphaModFix/>
          </a:blip>
          <a:srcRect b="14894" l="28026" r="31409" t="12415"/>
          <a:stretch/>
        </p:blipFill>
        <p:spPr>
          <a:xfrm>
            <a:off x="8340475" y="2767550"/>
            <a:ext cx="451523" cy="809098"/>
          </a:xfrm>
          <a:prstGeom prst="rect">
            <a:avLst/>
          </a:prstGeom>
          <a:noFill/>
          <a:ln>
            <a:noFill/>
          </a:ln>
        </p:spPr>
      </p:pic>
      <p:cxnSp>
        <p:nvCxnSpPr>
          <p:cNvPr id="391" name="Google Shape;391;p29"/>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29"/>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sp>
        <p:nvSpPr>
          <p:cNvPr id="393" name="Google Shape;393;p29"/>
          <p:cNvSpPr/>
          <p:nvPr/>
        </p:nvSpPr>
        <p:spPr>
          <a:xfrm>
            <a:off x="3257675" y="104425"/>
            <a:ext cx="3702000" cy="5958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29"/>
          <p:cNvSpPr txBox="1"/>
          <p:nvPr/>
        </p:nvSpPr>
        <p:spPr>
          <a:xfrm>
            <a:off x="3620650" y="171475"/>
            <a:ext cx="46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Jail</a:t>
            </a:r>
            <a:endParaRPr sz="1800">
              <a:solidFill>
                <a:schemeClr val="dk2"/>
              </a:solidFill>
            </a:endParaRPr>
          </a:p>
        </p:txBody>
      </p:sp>
      <p:cxnSp>
        <p:nvCxnSpPr>
          <p:cNvPr id="395" name="Google Shape;395;p29"/>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396" name="Google Shape;396;p29"/>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29"/>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398" name="Google Shape;398;p29"/>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399" name="Google Shape;399;p29"/>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400" name="Google Shape;400;p29"/>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401" name="Google Shape;401;p29"/>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402" name="Google Shape;402;p29"/>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403" name="Google Shape;403;p29"/>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404" name="Google Shape;404;p29"/>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0"/>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0"/>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30"/>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412" name="Google Shape;412;p30"/>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30"/>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414" name="Google Shape;414;p30"/>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15" name="Google Shape;415;p30"/>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16" name="Google Shape;416;p30"/>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17" name="Google Shape;417;p30"/>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18" name="Google Shape;418;p30"/>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19" name="Google Shape;419;p30"/>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20" name="Google Shape;420;p30"/>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21" name="Google Shape;421;p30"/>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422" name="Google Shape;422;p30"/>
          <p:cNvCxnSpPr>
            <a:stCxn id="418"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423" name="Google Shape;423;p30"/>
          <p:cNvCxnSpPr>
            <a:stCxn id="416"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30"/>
          <p:cNvCxnSpPr>
            <a:endCxn id="414"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pic>
        <p:nvPicPr>
          <p:cNvPr descr="Backpack (Provided by Getty Images)" id="425" name="Google Shape;425;p30"/>
          <p:cNvPicPr preferRelativeResize="0"/>
          <p:nvPr/>
        </p:nvPicPr>
        <p:blipFill>
          <a:blip r:embed="rId3">
            <a:alphaModFix/>
          </a:blip>
          <a:stretch>
            <a:fillRect/>
          </a:stretch>
        </p:blipFill>
        <p:spPr>
          <a:xfrm>
            <a:off x="6482775" y="3836506"/>
            <a:ext cx="763500" cy="974843"/>
          </a:xfrm>
          <a:prstGeom prst="rect">
            <a:avLst/>
          </a:prstGeom>
          <a:noFill/>
          <a:ln cap="flat" cmpd="sng" w="76200">
            <a:solidFill>
              <a:srgbClr val="00FF00"/>
            </a:solidFill>
            <a:prstDash val="solid"/>
            <a:round/>
            <a:headEnd len="sm" w="sm" type="none"/>
            <a:tailEnd len="sm" w="sm" type="none"/>
          </a:ln>
        </p:spPr>
      </p:pic>
      <p:cxnSp>
        <p:nvCxnSpPr>
          <p:cNvPr id="426" name="Google Shape;426;p30"/>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427" name="Google Shape;427;p30"/>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Cell phone vector, Electronic device solid style icon (Provided by Getty Images)" id="428" name="Google Shape;428;p30"/>
          <p:cNvPicPr preferRelativeResize="0"/>
          <p:nvPr/>
        </p:nvPicPr>
        <p:blipFill rotWithShape="1">
          <a:blip r:embed="rId4">
            <a:alphaModFix/>
          </a:blip>
          <a:srcRect b="14894" l="28026" r="31409" t="12415"/>
          <a:stretch/>
        </p:blipFill>
        <p:spPr>
          <a:xfrm>
            <a:off x="8340475" y="2767550"/>
            <a:ext cx="451523" cy="809098"/>
          </a:xfrm>
          <a:prstGeom prst="rect">
            <a:avLst/>
          </a:prstGeom>
          <a:noFill/>
          <a:ln>
            <a:noFill/>
          </a:ln>
        </p:spPr>
      </p:pic>
      <p:cxnSp>
        <p:nvCxnSpPr>
          <p:cNvPr id="429" name="Google Shape;429;p30"/>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430" name="Google Shape;430;p30"/>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sp>
        <p:nvSpPr>
          <p:cNvPr id="431" name="Google Shape;431;p30"/>
          <p:cNvSpPr/>
          <p:nvPr/>
        </p:nvSpPr>
        <p:spPr>
          <a:xfrm>
            <a:off x="3257675" y="104425"/>
            <a:ext cx="3702000" cy="5958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30"/>
          <p:cNvSpPr txBox="1"/>
          <p:nvPr/>
        </p:nvSpPr>
        <p:spPr>
          <a:xfrm>
            <a:off x="3620650" y="171475"/>
            <a:ext cx="46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Jail</a:t>
            </a:r>
            <a:endParaRPr sz="1800">
              <a:solidFill>
                <a:schemeClr val="dk2"/>
              </a:solidFill>
            </a:endParaRPr>
          </a:p>
        </p:txBody>
      </p:sp>
      <p:cxnSp>
        <p:nvCxnSpPr>
          <p:cNvPr id="433" name="Google Shape;433;p30"/>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30"/>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435" name="Google Shape;435;p30"/>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436" name="Google Shape;436;p30"/>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30"/>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30"/>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30"/>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440" name="Google Shape;440;p30"/>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441" name="Google Shape;441;p30"/>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442" name="Google Shape;442;p30"/>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a hand is holding a saw with a label on it that says ' black and decker ' (Provided by Tenor)" id="443" name="Google Shape;443;p30"/>
          <p:cNvPicPr preferRelativeResize="0"/>
          <p:nvPr/>
        </p:nvPicPr>
        <p:blipFill>
          <a:blip r:embed="rId5">
            <a:alphaModFix/>
          </a:blip>
          <a:stretch>
            <a:fillRect/>
          </a:stretch>
        </p:blipFill>
        <p:spPr>
          <a:xfrm rot="4036228">
            <a:off x="6330175" y="2620800"/>
            <a:ext cx="1861187" cy="530700"/>
          </a:xfrm>
          <a:prstGeom prst="rect">
            <a:avLst/>
          </a:prstGeom>
          <a:noFill/>
          <a:ln>
            <a:noFill/>
          </a:ln>
        </p:spPr>
      </p:pic>
      <p:sp>
        <p:nvSpPr>
          <p:cNvPr id="444" name="Google Shape;444;p30"/>
          <p:cNvSpPr/>
          <p:nvPr/>
        </p:nvSpPr>
        <p:spPr>
          <a:xfrm>
            <a:off x="2718275" y="866675"/>
            <a:ext cx="3702000" cy="3129000"/>
          </a:xfrm>
          <a:prstGeom prst="wedgeRectCallout">
            <a:avLst>
              <a:gd fmla="val 48129" name="adj1"/>
              <a:gd fmla="val 6000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ticks Of Dynamite (Provided by Getty Images)" id="445" name="Google Shape;445;p30">
            <a:hlinkClick action="ppaction://hlinksldjump" r:id="rId6"/>
          </p:cNvPr>
          <p:cNvPicPr preferRelativeResize="0"/>
          <p:nvPr/>
        </p:nvPicPr>
        <p:blipFill>
          <a:blip r:embed="rId7">
            <a:alphaModFix/>
          </a:blip>
          <a:stretch>
            <a:fillRect/>
          </a:stretch>
        </p:blipFill>
        <p:spPr>
          <a:xfrm>
            <a:off x="2867002" y="946559"/>
            <a:ext cx="1496765" cy="1444851"/>
          </a:xfrm>
          <a:prstGeom prst="rect">
            <a:avLst/>
          </a:prstGeom>
          <a:noFill/>
          <a:ln cap="flat" cmpd="sng" w="76200">
            <a:solidFill>
              <a:srgbClr val="00FF00"/>
            </a:solidFill>
            <a:prstDash val="solid"/>
            <a:round/>
            <a:headEnd len="sm" w="sm" type="none"/>
            <a:tailEnd len="sm" w="sm" type="none"/>
          </a:ln>
        </p:spPr>
      </p:pic>
      <p:pic>
        <p:nvPicPr>
          <p:cNvPr descr="23604329 (Provided by Getty Images)" id="446" name="Google Shape;446;p30">
            <a:hlinkClick action="ppaction://hlinksldjump" r:id="rId8"/>
          </p:cNvPr>
          <p:cNvPicPr preferRelativeResize="0"/>
          <p:nvPr/>
        </p:nvPicPr>
        <p:blipFill>
          <a:blip r:embed="rId9">
            <a:alphaModFix/>
          </a:blip>
          <a:stretch>
            <a:fillRect/>
          </a:stretch>
        </p:blipFill>
        <p:spPr>
          <a:xfrm>
            <a:off x="4572000" y="946550"/>
            <a:ext cx="1759268" cy="1444851"/>
          </a:xfrm>
          <a:prstGeom prst="rect">
            <a:avLst/>
          </a:prstGeom>
          <a:noFill/>
          <a:ln cap="flat" cmpd="sng" w="76200">
            <a:solidFill>
              <a:srgbClr val="00FF00"/>
            </a:solidFill>
            <a:prstDash val="solid"/>
            <a:round/>
            <a:headEnd len="sm" w="sm" type="none"/>
            <a:tailEnd len="sm" w="sm" type="none"/>
          </a:ln>
        </p:spPr>
      </p:pic>
      <p:pic>
        <p:nvPicPr>
          <p:cNvPr descr="Close up of a bald eagle (Provided by Getty Images)" id="447" name="Google Shape;447;p30">
            <a:hlinkClick action="ppaction://hlinksldjump" r:id="rId10"/>
          </p:cNvPr>
          <p:cNvPicPr preferRelativeResize="0"/>
          <p:nvPr/>
        </p:nvPicPr>
        <p:blipFill rotWithShape="1">
          <a:blip r:embed="rId11">
            <a:alphaModFix/>
          </a:blip>
          <a:srcRect b="0" l="20798" r="0" t="0"/>
          <a:stretch/>
        </p:blipFill>
        <p:spPr>
          <a:xfrm>
            <a:off x="2774125" y="2477175"/>
            <a:ext cx="1714324" cy="1444851"/>
          </a:xfrm>
          <a:prstGeom prst="rect">
            <a:avLst/>
          </a:prstGeom>
          <a:noFill/>
          <a:ln cap="flat" cmpd="sng" w="76200">
            <a:solidFill>
              <a:srgbClr val="00FF00"/>
            </a:solidFill>
            <a:prstDash val="solid"/>
            <a:round/>
            <a:headEnd len="sm" w="sm" type="none"/>
            <a:tailEnd len="sm" w="sm" type="none"/>
          </a:ln>
        </p:spPr>
      </p:pic>
      <p:pic>
        <p:nvPicPr>
          <p:cNvPr descr="walking man figure icon vector outline illustration (Provided by Getty Images)" id="448" name="Google Shape;448;p30">
            <a:hlinkClick action="ppaction://hlinksldjump" r:id="rId12"/>
          </p:cNvPr>
          <p:cNvPicPr preferRelativeResize="0"/>
          <p:nvPr/>
        </p:nvPicPr>
        <p:blipFill rotWithShape="1">
          <a:blip r:embed="rId13">
            <a:alphaModFix/>
          </a:blip>
          <a:srcRect b="14755" l="27641" r="0" t="14678"/>
          <a:stretch/>
        </p:blipFill>
        <p:spPr>
          <a:xfrm>
            <a:off x="4648350" y="2571750"/>
            <a:ext cx="1398098" cy="1363400"/>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52" name="Shape 452"/>
        <p:cNvGrpSpPr/>
        <p:nvPr/>
      </p:nvGrpSpPr>
      <p:grpSpPr>
        <a:xfrm>
          <a:off x="0" y="0"/>
          <a:ext cx="0" cy="0"/>
          <a:chOff x="0" y="0"/>
          <a:chExt cx="0" cy="0"/>
        </a:xfrm>
      </p:grpSpPr>
      <p:sp>
        <p:nvSpPr>
          <p:cNvPr id="453" name="Google Shape;45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31">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55" name="Google Shape;455;p31"/>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56" name="Google Shape;456;p31"/>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57" name="Google Shape;457;p31"/>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58" name="Google Shape;458;p31"/>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2" name="Shape 462"/>
        <p:cNvGrpSpPr/>
        <p:nvPr/>
      </p:nvGrpSpPr>
      <p:grpSpPr>
        <a:xfrm>
          <a:off x="0" y="0"/>
          <a:ext cx="0" cy="0"/>
          <a:chOff x="0" y="0"/>
          <a:chExt cx="0" cy="0"/>
        </a:xfrm>
      </p:grpSpPr>
      <p:sp>
        <p:nvSpPr>
          <p:cNvPr id="463" name="Google Shape;46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32">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65" name="Google Shape;465;p3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66" name="Google Shape;466;p3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67" name="Google Shape;467;p3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68" name="Google Shape;468;p32"/>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3"/>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33"/>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3"/>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476" name="Google Shape;476;p33"/>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33"/>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478" name="Google Shape;478;p33"/>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79" name="Google Shape;479;p33"/>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80" name="Google Shape;480;p33"/>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81" name="Google Shape;481;p33"/>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82" name="Google Shape;482;p33"/>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83" name="Google Shape;483;p33"/>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84" name="Google Shape;484;p33"/>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85" name="Google Shape;485;p33"/>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486" name="Google Shape;486;p33"/>
          <p:cNvCxnSpPr>
            <a:stCxn id="482"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487" name="Google Shape;487;p33"/>
          <p:cNvCxnSpPr>
            <a:stCxn id="480"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488" name="Google Shape;488;p33"/>
          <p:cNvCxnSpPr>
            <a:endCxn id="478"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489" name="Google Shape;489;p33"/>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490" name="Google Shape;490;p33"/>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1" name="Google Shape;491;p33"/>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33"/>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sp>
        <p:nvSpPr>
          <p:cNvPr id="493" name="Google Shape;493;p33"/>
          <p:cNvSpPr/>
          <p:nvPr/>
        </p:nvSpPr>
        <p:spPr>
          <a:xfrm>
            <a:off x="3257675" y="104425"/>
            <a:ext cx="3702000" cy="5958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33"/>
          <p:cNvSpPr txBox="1"/>
          <p:nvPr/>
        </p:nvSpPr>
        <p:spPr>
          <a:xfrm>
            <a:off x="3620650" y="171475"/>
            <a:ext cx="46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Jail</a:t>
            </a:r>
            <a:endParaRPr sz="1800">
              <a:solidFill>
                <a:schemeClr val="dk2"/>
              </a:solidFill>
            </a:endParaRPr>
          </a:p>
        </p:txBody>
      </p:sp>
      <p:cxnSp>
        <p:nvCxnSpPr>
          <p:cNvPr id="495" name="Google Shape;495;p33"/>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33"/>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33"/>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33"/>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33"/>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33"/>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33"/>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33"/>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33"/>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33"/>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505" name="Google Shape;505;p33"/>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descr="Sticks Of Dynamite (Provided by Getty Images)" id="506" name="Google Shape;506;p33"/>
          <p:cNvPicPr preferRelativeResize="0"/>
          <p:nvPr/>
        </p:nvPicPr>
        <p:blipFill>
          <a:blip r:embed="rId4">
            <a:alphaModFix/>
          </a:blip>
          <a:stretch>
            <a:fillRect/>
          </a:stretch>
        </p:blipFill>
        <p:spPr>
          <a:xfrm>
            <a:off x="4249956" y="1760476"/>
            <a:ext cx="1508209" cy="1455927"/>
          </a:xfrm>
          <a:prstGeom prst="rect">
            <a:avLst/>
          </a:prstGeom>
          <a:noFill/>
          <a:ln>
            <a:noFill/>
          </a:ln>
        </p:spPr>
      </p:pic>
      <p:sp>
        <p:nvSpPr>
          <p:cNvPr id="507" name="Google Shape;507;p33">
            <a:hlinkClick action="ppaction://hlinksldjump" r:id="rId5"/>
          </p:cNvPr>
          <p:cNvSpPr/>
          <p:nvPr/>
        </p:nvSpPr>
        <p:spPr>
          <a:xfrm>
            <a:off x="2663725" y="1959175"/>
            <a:ext cx="1508100" cy="899400"/>
          </a:xfrm>
          <a:prstGeom prst="leftArrow">
            <a:avLst>
              <a:gd fmla="val 50000" name="adj1"/>
              <a:gd fmla="val 50000" name="adj2"/>
            </a:avLst>
          </a:prstGeom>
          <a:solidFill>
            <a:schemeClr val="lt2"/>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FF00"/>
              </a:highlight>
            </a:endParaRPr>
          </a:p>
        </p:txBody>
      </p:sp>
      <p:sp>
        <p:nvSpPr>
          <p:cNvPr id="508" name="Google Shape;508;p33">
            <a:hlinkClick action="ppaction://hlinksldjump" r:id="rId6"/>
          </p:cNvPr>
          <p:cNvSpPr/>
          <p:nvPr/>
        </p:nvSpPr>
        <p:spPr>
          <a:xfrm rot="10800000">
            <a:off x="5934388" y="1926100"/>
            <a:ext cx="1508100" cy="899400"/>
          </a:xfrm>
          <a:prstGeom prst="leftArrow">
            <a:avLst>
              <a:gd fmla="val 50000" name="adj1"/>
              <a:gd fmla="val 50000" name="adj2"/>
            </a:avLst>
          </a:prstGeom>
          <a:solidFill>
            <a:schemeClr val="lt2"/>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12" name="Shape 512"/>
        <p:cNvGrpSpPr/>
        <p:nvPr/>
      </p:nvGrpSpPr>
      <p:grpSpPr>
        <a:xfrm>
          <a:off x="0" y="0"/>
          <a:ext cx="0" cy="0"/>
          <a:chOff x="0" y="0"/>
          <a:chExt cx="0" cy="0"/>
        </a:xfrm>
      </p:grpSpPr>
      <p:sp>
        <p:nvSpPr>
          <p:cNvPr id="513" name="Google Shape;51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34">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15" name="Google Shape;515;p3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16" name="Google Shape;516;p3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17" name="Google Shape;517;p3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18" name="Google Shape;518;p34"/>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2" name="Shape 522"/>
        <p:cNvGrpSpPr/>
        <p:nvPr/>
      </p:nvGrpSpPr>
      <p:grpSpPr>
        <a:xfrm>
          <a:off x="0" y="0"/>
          <a:ext cx="0" cy="0"/>
          <a:chOff x="0" y="0"/>
          <a:chExt cx="0" cy="0"/>
        </a:xfrm>
      </p:grpSpPr>
      <p:sp>
        <p:nvSpPr>
          <p:cNvPr id="523" name="Google Shape;52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24" name="Google Shape;524;p35">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25" name="Google Shape;525;p3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26" name="Google Shape;526;p3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27" name="Google Shape;527;p3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28" name="Google Shape;528;p35"/>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6"/>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36"/>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36"/>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536" name="Google Shape;536;p36"/>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36"/>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538" name="Google Shape;538;p36"/>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39" name="Google Shape;539;p36"/>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40" name="Google Shape;540;p36"/>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41" name="Google Shape;541;p36"/>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42" name="Google Shape;542;p36"/>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43" name="Google Shape;543;p36"/>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44" name="Google Shape;544;p36"/>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45" name="Google Shape;545;p36"/>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46" name="Google Shape;546;p36"/>
          <p:cNvCxnSpPr>
            <a:stCxn id="542"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547" name="Google Shape;547;p36"/>
          <p:cNvCxnSpPr>
            <a:stCxn id="540"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36"/>
          <p:cNvCxnSpPr>
            <a:endCxn id="538"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549" name="Google Shape;549;p36"/>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550" name="Google Shape;550;p36"/>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51" name="Google Shape;551;p36"/>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36"/>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36"/>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36"/>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36"/>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36"/>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36"/>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558" name="Google Shape;558;p36"/>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559" name="Google Shape;559;p36"/>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560" name="Google Shape;560;p36"/>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561" name="Google Shape;561;p36"/>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562" name="Google Shape;562;p36"/>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563" name="Google Shape;563;p36"/>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descr="Sticks Of Dynamite (Provided by Getty Images)" id="564" name="Google Shape;564;p36"/>
          <p:cNvPicPr preferRelativeResize="0"/>
          <p:nvPr/>
        </p:nvPicPr>
        <p:blipFill>
          <a:blip r:embed="rId4">
            <a:alphaModFix/>
          </a:blip>
          <a:stretch>
            <a:fillRect/>
          </a:stretch>
        </p:blipFill>
        <p:spPr>
          <a:xfrm rot="-9067315">
            <a:off x="2005014" y="3921856"/>
            <a:ext cx="829053" cy="800309"/>
          </a:xfrm>
          <a:prstGeom prst="rect">
            <a:avLst/>
          </a:prstGeom>
          <a:noFill/>
          <a:ln>
            <a:noFill/>
          </a:ln>
        </p:spPr>
      </p:pic>
      <p:pic>
        <p:nvPicPr>
          <p:cNvPr descr="Sticks Of Dynamite (Provided by Getty Images)" id="565" name="Google Shape;565;p36"/>
          <p:cNvPicPr preferRelativeResize="0"/>
          <p:nvPr/>
        </p:nvPicPr>
        <p:blipFill>
          <a:blip r:embed="rId4">
            <a:alphaModFix/>
          </a:blip>
          <a:stretch>
            <a:fillRect/>
          </a:stretch>
        </p:blipFill>
        <p:spPr>
          <a:xfrm rot="-9067315">
            <a:off x="2286914" y="3253656"/>
            <a:ext cx="829053" cy="800309"/>
          </a:xfrm>
          <a:prstGeom prst="rect">
            <a:avLst/>
          </a:prstGeom>
          <a:noFill/>
          <a:ln>
            <a:noFill/>
          </a:ln>
        </p:spPr>
      </p:pic>
      <p:pic>
        <p:nvPicPr>
          <p:cNvPr descr="Sticks Of Dynamite (Provided by Getty Images)" id="566" name="Google Shape;566;p36"/>
          <p:cNvPicPr preferRelativeResize="0"/>
          <p:nvPr/>
        </p:nvPicPr>
        <p:blipFill>
          <a:blip r:embed="rId4">
            <a:alphaModFix/>
          </a:blip>
          <a:stretch>
            <a:fillRect/>
          </a:stretch>
        </p:blipFill>
        <p:spPr>
          <a:xfrm rot="-9067315">
            <a:off x="1329064" y="3696306"/>
            <a:ext cx="829053" cy="800309"/>
          </a:xfrm>
          <a:prstGeom prst="rect">
            <a:avLst/>
          </a:prstGeom>
          <a:noFill/>
          <a:ln>
            <a:noFill/>
          </a:ln>
        </p:spPr>
      </p:pic>
      <p:pic>
        <p:nvPicPr>
          <p:cNvPr descr="Sticks Of Dynamite (Provided by Getty Images)" id="567" name="Google Shape;567;p36"/>
          <p:cNvPicPr preferRelativeResize="0"/>
          <p:nvPr/>
        </p:nvPicPr>
        <p:blipFill>
          <a:blip r:embed="rId4">
            <a:alphaModFix/>
          </a:blip>
          <a:stretch>
            <a:fillRect/>
          </a:stretch>
        </p:blipFill>
        <p:spPr>
          <a:xfrm rot="-9067315">
            <a:off x="1717264" y="2992468"/>
            <a:ext cx="829053" cy="800309"/>
          </a:xfrm>
          <a:prstGeom prst="rect">
            <a:avLst/>
          </a:prstGeom>
          <a:noFill/>
          <a:ln>
            <a:noFill/>
          </a:ln>
        </p:spPr>
      </p:pic>
      <p:pic>
        <p:nvPicPr>
          <p:cNvPr descr="remote control (Provided by Getty Images)" id="568" name="Google Shape;568;p36"/>
          <p:cNvPicPr preferRelativeResize="0"/>
          <p:nvPr/>
        </p:nvPicPr>
        <p:blipFill>
          <a:blip r:embed="rId5">
            <a:alphaModFix/>
          </a:blip>
          <a:stretch>
            <a:fillRect/>
          </a:stretch>
        </p:blipFill>
        <p:spPr>
          <a:xfrm>
            <a:off x="6533690" y="2943452"/>
            <a:ext cx="879299" cy="6985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7"/>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37"/>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37"/>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576" name="Google Shape;576;p37"/>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37"/>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578" name="Google Shape;578;p37"/>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79" name="Google Shape;579;p37"/>
          <p:cNvCxnSpPr/>
          <p:nvPr/>
        </p:nvCxnSpPr>
        <p:spPr>
          <a:xfrm>
            <a:off x="7747300" y="3356150"/>
            <a:ext cx="445200" cy="285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80" name="Google Shape;580;p37"/>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81" name="Google Shape;581;p37"/>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82" name="Google Shape;582;p37"/>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83" name="Google Shape;583;p37"/>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84" name="Google Shape;584;p37"/>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85" name="Google Shape;585;p37"/>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86" name="Google Shape;586;p37"/>
          <p:cNvCxnSpPr>
            <a:stCxn id="582"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587" name="Google Shape;587;p37"/>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588" name="Google Shape;588;p37"/>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9" name="Google Shape;589;p37"/>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37"/>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37"/>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37"/>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593" name="Google Shape;593;p37"/>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594" name="Google Shape;594;p37"/>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37"/>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37"/>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37"/>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37"/>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37"/>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600" name="Google Shape;600;p37"/>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601" name="Google Shape;601;p37"/>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descr="a large explosion with a lot of smoke and flames on a white background . (Provided by Tenor)" id="602" name="Google Shape;602;p37"/>
          <p:cNvPicPr preferRelativeResize="0"/>
          <p:nvPr/>
        </p:nvPicPr>
        <p:blipFill>
          <a:blip r:embed="rId4">
            <a:alphaModFix/>
          </a:blip>
          <a:stretch>
            <a:fillRect/>
          </a:stretch>
        </p:blipFill>
        <p:spPr>
          <a:xfrm>
            <a:off x="-12075" y="209250"/>
            <a:ext cx="2191125" cy="2191125"/>
          </a:xfrm>
          <a:prstGeom prst="rect">
            <a:avLst/>
          </a:prstGeom>
          <a:noFill/>
          <a:ln>
            <a:noFill/>
          </a:ln>
        </p:spPr>
      </p:pic>
      <p:pic>
        <p:nvPicPr>
          <p:cNvPr descr="a pixel art drawing of a fire with a white border . (Provided by Tenor)" id="603" name="Google Shape;603;p37"/>
          <p:cNvPicPr preferRelativeResize="0"/>
          <p:nvPr/>
        </p:nvPicPr>
        <p:blipFill>
          <a:blip r:embed="rId5">
            <a:alphaModFix/>
          </a:blip>
          <a:stretch>
            <a:fillRect/>
          </a:stretch>
        </p:blipFill>
        <p:spPr>
          <a:xfrm>
            <a:off x="-130075" y="104425"/>
            <a:ext cx="3500675" cy="4543375"/>
          </a:xfrm>
          <a:prstGeom prst="rect">
            <a:avLst/>
          </a:prstGeom>
          <a:noFill/>
          <a:ln>
            <a:noFill/>
          </a:ln>
        </p:spPr>
      </p:pic>
      <p:pic>
        <p:nvPicPr>
          <p:cNvPr descr="a large explosion with a lot of smoke and flames on a white background . (Provided by Tenor)" id="604" name="Google Shape;604;p37"/>
          <p:cNvPicPr preferRelativeResize="0"/>
          <p:nvPr/>
        </p:nvPicPr>
        <p:blipFill>
          <a:blip r:embed="rId4">
            <a:alphaModFix/>
          </a:blip>
          <a:stretch>
            <a:fillRect/>
          </a:stretch>
        </p:blipFill>
        <p:spPr>
          <a:xfrm>
            <a:off x="1203925" y="1963925"/>
            <a:ext cx="1903975" cy="1903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8"/>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38"/>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38"/>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612" name="Google Shape;612;p38"/>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38"/>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614" name="Google Shape;614;p38"/>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615" name="Google Shape;615;p38"/>
          <p:cNvCxnSpPr/>
          <p:nvPr/>
        </p:nvCxnSpPr>
        <p:spPr>
          <a:xfrm>
            <a:off x="7747300" y="3356150"/>
            <a:ext cx="445200" cy="285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616" name="Google Shape;616;p38"/>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617" name="Google Shape;617;p38"/>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618" name="Google Shape;618;p38"/>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619" name="Google Shape;619;p38"/>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620" name="Google Shape;620;p38"/>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621" name="Google Shape;621;p38"/>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622" name="Google Shape;622;p38"/>
          <p:cNvCxnSpPr>
            <a:stCxn id="618"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623" name="Google Shape;623;p38"/>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624" name="Google Shape;624;p38"/>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25" name="Google Shape;625;p38"/>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38"/>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38"/>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628" name="Google Shape;628;p38"/>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629" name="Google Shape;629;p38"/>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630" name="Google Shape;630;p38"/>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631" name="Google Shape;631;p38"/>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632" name="Google Shape;632;p38"/>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38"/>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38"/>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635" name="Google Shape;635;p38"/>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636" name="Google Shape;636;p38"/>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637" name="Google Shape;637;p38"/>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descr="a large explosion with a lot of smoke and flames on a white background . (Provided by Tenor)" id="638" name="Google Shape;638;p38"/>
          <p:cNvPicPr preferRelativeResize="0"/>
          <p:nvPr/>
        </p:nvPicPr>
        <p:blipFill>
          <a:blip r:embed="rId4">
            <a:alphaModFix/>
          </a:blip>
          <a:stretch>
            <a:fillRect/>
          </a:stretch>
        </p:blipFill>
        <p:spPr>
          <a:xfrm>
            <a:off x="-12075" y="209250"/>
            <a:ext cx="2191125" cy="2191125"/>
          </a:xfrm>
          <a:prstGeom prst="rect">
            <a:avLst/>
          </a:prstGeom>
          <a:noFill/>
          <a:ln>
            <a:noFill/>
          </a:ln>
        </p:spPr>
      </p:pic>
      <p:pic>
        <p:nvPicPr>
          <p:cNvPr descr="a pixel art drawing of a fire with a white border . (Provided by Tenor)" id="639" name="Google Shape;639;p38"/>
          <p:cNvPicPr preferRelativeResize="0"/>
          <p:nvPr/>
        </p:nvPicPr>
        <p:blipFill>
          <a:blip r:embed="rId5">
            <a:alphaModFix/>
          </a:blip>
          <a:stretch>
            <a:fillRect/>
          </a:stretch>
        </p:blipFill>
        <p:spPr>
          <a:xfrm>
            <a:off x="-130075" y="104425"/>
            <a:ext cx="3500675" cy="4543375"/>
          </a:xfrm>
          <a:prstGeom prst="rect">
            <a:avLst/>
          </a:prstGeom>
          <a:noFill/>
          <a:ln>
            <a:noFill/>
          </a:ln>
        </p:spPr>
      </p:pic>
      <p:pic>
        <p:nvPicPr>
          <p:cNvPr descr="a large explosion with a lot of smoke and flames on a white background . (Provided by Tenor)" id="640" name="Google Shape;640;p38"/>
          <p:cNvPicPr preferRelativeResize="0"/>
          <p:nvPr/>
        </p:nvPicPr>
        <p:blipFill>
          <a:blip r:embed="rId4">
            <a:alphaModFix/>
          </a:blip>
          <a:stretch>
            <a:fillRect/>
          </a:stretch>
        </p:blipFill>
        <p:spPr>
          <a:xfrm>
            <a:off x="1203925" y="1963925"/>
            <a:ext cx="1903975" cy="1903975"/>
          </a:xfrm>
          <a:prstGeom prst="rect">
            <a:avLst/>
          </a:prstGeom>
          <a:noFill/>
          <a:ln>
            <a:noFill/>
          </a:ln>
        </p:spPr>
      </p:pic>
      <p:sp>
        <p:nvSpPr>
          <p:cNvPr id="641" name="Google Shape;641;p38"/>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642" name="Google Shape;642;p38"/>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643" name="Google Shape;643;p38"/>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38"/>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645" name="Google Shape;645;p38"/>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Your friend’s tnt caught the jail on fire..</a:t>
            </a:r>
            <a:endParaRPr/>
          </a:p>
        </p:txBody>
      </p:sp>
      <p:sp>
        <p:nvSpPr>
          <p:cNvPr id="646" name="Google Shape;646;p38">
            <a:hlinkClick action="ppaction://hlinksldjump" r:id="rId6"/>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50" name="Shape 650"/>
        <p:cNvGrpSpPr/>
        <p:nvPr/>
      </p:nvGrpSpPr>
      <p:grpSpPr>
        <a:xfrm>
          <a:off x="0" y="0"/>
          <a:ext cx="0" cy="0"/>
          <a:chOff x="0" y="0"/>
          <a:chExt cx="0" cy="0"/>
        </a:xfrm>
      </p:grpSpPr>
      <p:sp>
        <p:nvSpPr>
          <p:cNvPr id="651" name="Google Shape;65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2" name="Google Shape;652;p39">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653" name="Google Shape;653;p39"/>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654" name="Google Shape;654;p39"/>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655" name="Google Shape;655;p39"/>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656" name="Google Shape;656;p39"/>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60" name="Shape 660"/>
        <p:cNvGrpSpPr/>
        <p:nvPr/>
      </p:nvGrpSpPr>
      <p:grpSpPr>
        <a:xfrm>
          <a:off x="0" y="0"/>
          <a:ext cx="0" cy="0"/>
          <a:chOff x="0" y="0"/>
          <a:chExt cx="0" cy="0"/>
        </a:xfrm>
      </p:grpSpPr>
      <p:sp>
        <p:nvSpPr>
          <p:cNvPr id="661" name="Google Shape;66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62" name="Google Shape;662;p40">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663" name="Google Shape;663;p40"/>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664" name="Google Shape;664;p40"/>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665" name="Google Shape;665;p40"/>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666" name="Google Shape;666;p40"/>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41"/>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2" name="Google Shape;672;p41"/>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41"/>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674" name="Google Shape;674;p41"/>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41"/>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676" name="Google Shape;676;p41"/>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677" name="Google Shape;677;p41"/>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678" name="Google Shape;678;p41"/>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679" name="Google Shape;679;p41"/>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680" name="Google Shape;680;p41"/>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681" name="Google Shape;681;p41"/>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682" name="Google Shape;682;p41"/>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683" name="Google Shape;683;p41"/>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684" name="Google Shape;684;p41"/>
          <p:cNvCxnSpPr>
            <a:stCxn id="680"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685" name="Google Shape;685;p41"/>
          <p:cNvCxnSpPr>
            <a:stCxn id="678"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41"/>
          <p:cNvCxnSpPr>
            <a:endCxn id="676"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41"/>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688" name="Google Shape;688;p41"/>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89" name="Google Shape;689;p41"/>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41"/>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691" name="Google Shape;691;p41"/>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692" name="Google Shape;692;p41"/>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41"/>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41"/>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41"/>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41"/>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697" name="Google Shape;697;p41"/>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41"/>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41"/>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700" name="Google Shape;700;p41"/>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701" name="Google Shape;701;p41"/>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descr="Sticks Of Dynamite (Provided by Getty Images)" id="702" name="Google Shape;702;p41"/>
          <p:cNvPicPr preferRelativeResize="0"/>
          <p:nvPr/>
        </p:nvPicPr>
        <p:blipFill rotWithShape="1">
          <a:blip r:embed="rId4">
            <a:alphaModFix/>
          </a:blip>
          <a:srcRect b="11285" l="0" r="0" t="0"/>
          <a:stretch/>
        </p:blipFill>
        <p:spPr>
          <a:xfrm>
            <a:off x="8267850" y="3995575"/>
            <a:ext cx="1107574" cy="948550"/>
          </a:xfrm>
          <a:prstGeom prst="rect">
            <a:avLst/>
          </a:prstGeom>
          <a:noFill/>
          <a:ln>
            <a:noFill/>
          </a:ln>
        </p:spPr>
      </p:pic>
      <p:sp>
        <p:nvSpPr>
          <p:cNvPr id="703" name="Google Shape;703;p41"/>
          <p:cNvSpPr/>
          <p:nvPr/>
        </p:nvSpPr>
        <p:spPr>
          <a:xfrm rot="1795231">
            <a:off x="2792682" y="1858794"/>
            <a:ext cx="4515655" cy="771562"/>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2"/>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42"/>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42"/>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711" name="Google Shape;711;p42"/>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42"/>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713" name="Google Shape;713;p42"/>
          <p:cNvSpPr/>
          <p:nvPr/>
        </p:nvSpPr>
        <p:spPr>
          <a:xfrm rot="-1667861">
            <a:off x="5021409" y="1221835"/>
            <a:ext cx="879381" cy="1044576"/>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714" name="Google Shape;714;p42"/>
          <p:cNvCxnSpPr/>
          <p:nvPr/>
        </p:nvCxnSpPr>
        <p:spPr>
          <a:xfrm flipH="1" rot="10800000">
            <a:off x="5330200" y="1995025"/>
            <a:ext cx="500100" cy="378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715" name="Google Shape;715;p42"/>
          <p:cNvSpPr/>
          <p:nvPr/>
        </p:nvSpPr>
        <p:spPr>
          <a:xfrm rot="-1667883">
            <a:off x="5218548" y="1685607"/>
            <a:ext cx="81054" cy="262891"/>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716" name="Google Shape;716;p42"/>
          <p:cNvSpPr/>
          <p:nvPr/>
        </p:nvSpPr>
        <p:spPr>
          <a:xfrm rot="-1671579">
            <a:off x="5448947" y="1609309"/>
            <a:ext cx="71259" cy="268661"/>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717" name="Google Shape;717;p42"/>
          <p:cNvSpPr/>
          <p:nvPr/>
        </p:nvSpPr>
        <p:spPr>
          <a:xfrm rot="-1667794">
            <a:off x="5703916" y="2183492"/>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718" name="Google Shape;718;p42"/>
          <p:cNvCxnSpPr/>
          <p:nvPr/>
        </p:nvCxnSpPr>
        <p:spPr>
          <a:xfrm>
            <a:off x="6035206" y="3085872"/>
            <a:ext cx="802800" cy="7356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719" name="Google Shape;719;p42"/>
          <p:cNvCxnSpPr/>
          <p:nvPr/>
        </p:nvCxnSpPr>
        <p:spPr>
          <a:xfrm>
            <a:off x="6208087" y="2994735"/>
            <a:ext cx="835800" cy="350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720" name="Google Shape;720;p42"/>
          <p:cNvCxnSpPr/>
          <p:nvPr/>
        </p:nvCxnSpPr>
        <p:spPr>
          <a:xfrm rot="10800000">
            <a:off x="4792467" y="1894848"/>
            <a:ext cx="937500" cy="843600"/>
          </a:xfrm>
          <a:prstGeom prst="straightConnector1">
            <a:avLst/>
          </a:prstGeom>
          <a:noFill/>
          <a:ln cap="flat" cmpd="sng" w="5800">
            <a:solidFill>
              <a:schemeClr val="dk2"/>
            </a:solidFill>
            <a:prstDash val="solid"/>
            <a:round/>
            <a:headEnd len="med" w="med" type="none"/>
            <a:tailEnd len="med" w="med" type="none"/>
          </a:ln>
        </p:spPr>
      </p:cxnSp>
      <p:cxnSp>
        <p:nvCxnSpPr>
          <p:cNvPr id="721" name="Google Shape;721;p42"/>
          <p:cNvCxnSpPr>
            <a:stCxn id="717" idx="3"/>
          </p:cNvCxnSpPr>
          <p:nvPr/>
        </p:nvCxnSpPr>
        <p:spPr>
          <a:xfrm flipH="1" rot="10800000">
            <a:off x="6129383" y="1773991"/>
            <a:ext cx="152400" cy="753900"/>
          </a:xfrm>
          <a:prstGeom prst="straightConnector1">
            <a:avLst/>
          </a:prstGeom>
          <a:noFill/>
          <a:ln cap="flat" cmpd="sng" w="5800">
            <a:solidFill>
              <a:schemeClr val="dk2"/>
            </a:solidFill>
            <a:prstDash val="solid"/>
            <a:round/>
            <a:headEnd len="med" w="med" type="none"/>
            <a:tailEnd len="med" w="med" type="none"/>
          </a:ln>
        </p:spPr>
      </p:cxnSp>
      <p:cxnSp>
        <p:nvCxnSpPr>
          <p:cNvPr id="722" name="Google Shape;722;p42"/>
          <p:cNvCxnSpPr/>
          <p:nvPr/>
        </p:nvCxnSpPr>
        <p:spPr>
          <a:xfrm rot="9129832">
            <a:off x="5020985" y="1552841"/>
            <a:ext cx="175396" cy="167878"/>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42"/>
          <p:cNvCxnSpPr>
            <a:endCxn id="713" idx="7"/>
          </p:cNvCxnSpPr>
          <p:nvPr/>
        </p:nvCxnSpPr>
        <p:spPr>
          <a:xfrm flipH="1" rot="10800000">
            <a:off x="5298378" y="1272448"/>
            <a:ext cx="265500" cy="2844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42"/>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725" name="Google Shape;725;p42"/>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26" name="Google Shape;726;p42"/>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42"/>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728" name="Google Shape;728;p42"/>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729" name="Google Shape;729;p42"/>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42"/>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42"/>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42"/>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42"/>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734" name="Google Shape;734;p42"/>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735" name="Google Shape;735;p42"/>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42"/>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737" name="Google Shape;737;p42"/>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738" name="Google Shape;738;p42"/>
          <p:cNvPicPr preferRelativeResize="0"/>
          <p:nvPr/>
        </p:nvPicPr>
        <p:blipFill>
          <a:blip r:embed="rId3">
            <a:alphaModFix/>
          </a:blip>
          <a:stretch>
            <a:fillRect/>
          </a:stretch>
        </p:blipFill>
        <p:spPr>
          <a:xfrm rot="4511679">
            <a:off x="5470850" y="1231613"/>
            <a:ext cx="1403123" cy="394625"/>
          </a:xfrm>
          <a:prstGeom prst="rect">
            <a:avLst/>
          </a:prstGeom>
          <a:noFill/>
          <a:ln>
            <a:noFill/>
          </a:ln>
        </p:spPr>
      </p:pic>
      <p:pic>
        <p:nvPicPr>
          <p:cNvPr descr="it looks like a pixel art of a bomb explosion . (Provided by Tenor)" id="739" name="Google Shape;739;p42"/>
          <p:cNvPicPr preferRelativeResize="0"/>
          <p:nvPr/>
        </p:nvPicPr>
        <p:blipFill rotWithShape="1">
          <a:blip r:embed="rId4">
            <a:alphaModFix/>
          </a:blip>
          <a:srcRect b="7177" l="0" r="0" t="7177"/>
          <a:stretch/>
        </p:blipFill>
        <p:spPr>
          <a:xfrm>
            <a:off x="6882550" y="3604129"/>
            <a:ext cx="2261450" cy="126768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43"/>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43"/>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43"/>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747" name="Google Shape;747;p43"/>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748" name="Google Shape;748;p43"/>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749" name="Google Shape;749;p43"/>
          <p:cNvSpPr/>
          <p:nvPr/>
        </p:nvSpPr>
        <p:spPr>
          <a:xfrm rot="-4232246">
            <a:off x="2010810" y="-141192"/>
            <a:ext cx="550135" cy="1174136"/>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750" name="Google Shape;750;p43"/>
          <p:cNvCxnSpPr/>
          <p:nvPr/>
        </p:nvCxnSpPr>
        <p:spPr>
          <a:xfrm flipH="1" rot="10800000">
            <a:off x="2254949" y="763387"/>
            <a:ext cx="117900" cy="477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751" name="Google Shape;751;p43"/>
          <p:cNvSpPr/>
          <p:nvPr/>
        </p:nvSpPr>
        <p:spPr>
          <a:xfrm rot="-4235860">
            <a:off x="2212812" y="390513"/>
            <a:ext cx="50572" cy="295407"/>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752" name="Google Shape;752;p43"/>
          <p:cNvSpPr/>
          <p:nvPr/>
        </p:nvSpPr>
        <p:spPr>
          <a:xfrm rot="-4242597">
            <a:off x="2268925" y="294429"/>
            <a:ext cx="44498" cy="302034"/>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753" name="Google Shape;753;p43"/>
          <p:cNvSpPr/>
          <p:nvPr/>
        </p:nvSpPr>
        <p:spPr>
          <a:xfrm rot="-4232455">
            <a:off x="2254947" y="1064850"/>
            <a:ext cx="282435" cy="1011043"/>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754" name="Google Shape;754;p43"/>
          <p:cNvCxnSpPr/>
          <p:nvPr/>
        </p:nvCxnSpPr>
        <p:spPr>
          <a:xfrm>
            <a:off x="2421024" y="2142925"/>
            <a:ext cx="189000" cy="930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755" name="Google Shape;755;p43"/>
          <p:cNvCxnSpPr/>
          <p:nvPr/>
        </p:nvCxnSpPr>
        <p:spPr>
          <a:xfrm>
            <a:off x="2461749" y="2027661"/>
            <a:ext cx="196800" cy="4434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756" name="Google Shape;756;p43"/>
          <p:cNvCxnSpPr/>
          <p:nvPr/>
        </p:nvCxnSpPr>
        <p:spPr>
          <a:xfrm rot="10800000">
            <a:off x="2128320" y="636722"/>
            <a:ext cx="220800" cy="1066800"/>
          </a:xfrm>
          <a:prstGeom prst="straightConnector1">
            <a:avLst/>
          </a:prstGeom>
          <a:noFill/>
          <a:ln cap="flat" cmpd="sng" w="5800">
            <a:solidFill>
              <a:schemeClr val="dk2"/>
            </a:solidFill>
            <a:prstDash val="solid"/>
            <a:round/>
            <a:headEnd len="med" w="med" type="none"/>
            <a:tailEnd len="med" w="med" type="none"/>
          </a:ln>
        </p:spPr>
      </p:cxnSp>
      <p:cxnSp>
        <p:nvCxnSpPr>
          <p:cNvPr id="757" name="Google Shape;757;p43"/>
          <p:cNvCxnSpPr>
            <a:stCxn id="753" idx="3"/>
          </p:cNvCxnSpPr>
          <p:nvPr/>
        </p:nvCxnSpPr>
        <p:spPr>
          <a:xfrm flipH="1" rot="10800000">
            <a:off x="2443209" y="483820"/>
            <a:ext cx="36000" cy="953400"/>
          </a:xfrm>
          <a:prstGeom prst="straightConnector1">
            <a:avLst/>
          </a:prstGeom>
          <a:noFill/>
          <a:ln cap="flat" cmpd="sng" w="5800">
            <a:solidFill>
              <a:schemeClr val="dk2"/>
            </a:solidFill>
            <a:prstDash val="solid"/>
            <a:round/>
            <a:headEnd len="med" w="med" type="none"/>
            <a:tailEnd len="med" w="med" type="none"/>
          </a:ln>
        </p:spPr>
      </p:cxnSp>
      <p:cxnSp>
        <p:nvCxnSpPr>
          <p:cNvPr id="758" name="Google Shape;758;p43"/>
          <p:cNvCxnSpPr/>
          <p:nvPr/>
        </p:nvCxnSpPr>
        <p:spPr>
          <a:xfrm rot="6568487">
            <a:off x="2147767" y="215798"/>
            <a:ext cx="109781" cy="188719"/>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43"/>
          <p:cNvCxnSpPr>
            <a:endCxn id="749" idx="7"/>
          </p:cNvCxnSpPr>
          <p:nvPr/>
        </p:nvCxnSpPr>
        <p:spPr>
          <a:xfrm flipH="1" rot="10800000">
            <a:off x="2247661" y="-150639"/>
            <a:ext cx="62400" cy="3597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43"/>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761" name="Google Shape;761;p43"/>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2" name="Google Shape;762;p43"/>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43"/>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43"/>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43"/>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43"/>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43"/>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43"/>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43"/>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43"/>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771" name="Google Shape;771;p43"/>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772" name="Google Shape;772;p43"/>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773" name="Google Shape;773;p43"/>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it looks like a pixel art of a bomb explosion . (Provided by Tenor)" id="774" name="Google Shape;774;p43"/>
          <p:cNvPicPr preferRelativeResize="0"/>
          <p:nvPr/>
        </p:nvPicPr>
        <p:blipFill rotWithShape="1">
          <a:blip r:embed="rId3">
            <a:alphaModFix/>
          </a:blip>
          <a:srcRect b="7177" l="0" r="0" t="7177"/>
          <a:stretch/>
        </p:blipFill>
        <p:spPr>
          <a:xfrm>
            <a:off x="6882550" y="3604129"/>
            <a:ext cx="2261450" cy="1267680"/>
          </a:xfrm>
          <a:prstGeom prst="rect">
            <a:avLst/>
          </a:prstGeom>
          <a:noFill/>
          <a:ln>
            <a:noFill/>
          </a:ln>
        </p:spPr>
      </p:pic>
      <p:sp>
        <p:nvSpPr>
          <p:cNvPr id="775" name="Google Shape;775;p43"/>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776" name="Google Shape;776;p43"/>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777" name="Google Shape;777;p43"/>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8" name="Google Shape;778;p43"/>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779" name="Google Shape;779;p43"/>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Your friend couldn’t save you..</a:t>
            </a:r>
            <a:endParaRPr/>
          </a:p>
        </p:txBody>
      </p:sp>
      <p:sp>
        <p:nvSpPr>
          <p:cNvPr id="780" name="Google Shape;780;p43">
            <a:hlinkClick action="ppaction://hlinksldjump" r:id="rId4"/>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84" name="Shape 784"/>
        <p:cNvGrpSpPr/>
        <p:nvPr/>
      </p:nvGrpSpPr>
      <p:grpSpPr>
        <a:xfrm>
          <a:off x="0" y="0"/>
          <a:ext cx="0" cy="0"/>
          <a:chOff x="0" y="0"/>
          <a:chExt cx="0" cy="0"/>
        </a:xfrm>
      </p:grpSpPr>
      <p:sp>
        <p:nvSpPr>
          <p:cNvPr id="785" name="Google Shape;785;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86" name="Google Shape;786;p44">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787" name="Google Shape;787;p4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788" name="Google Shape;788;p4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789" name="Google Shape;789;p4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790" name="Google Shape;790;p44"/>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94" name="Shape 794"/>
        <p:cNvGrpSpPr/>
        <p:nvPr/>
      </p:nvGrpSpPr>
      <p:grpSpPr>
        <a:xfrm>
          <a:off x="0" y="0"/>
          <a:ext cx="0" cy="0"/>
          <a:chOff x="0" y="0"/>
          <a:chExt cx="0" cy="0"/>
        </a:xfrm>
      </p:grpSpPr>
      <p:sp>
        <p:nvSpPr>
          <p:cNvPr id="795" name="Google Shape;79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6" name="Google Shape;796;p45">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797" name="Google Shape;797;p4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798" name="Google Shape;798;p4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799" name="Google Shape;799;p4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800" name="Google Shape;800;p45"/>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6"/>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46"/>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46"/>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808" name="Google Shape;808;p46"/>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46"/>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810" name="Google Shape;810;p46"/>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811" name="Google Shape;811;p46"/>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812" name="Google Shape;812;p46"/>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813" name="Google Shape;813;p46"/>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814" name="Google Shape;814;p46"/>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815" name="Google Shape;815;p46"/>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816" name="Google Shape;816;p46"/>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817" name="Google Shape;817;p46"/>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818" name="Google Shape;818;p46"/>
          <p:cNvCxnSpPr>
            <a:stCxn id="814"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819" name="Google Shape;819;p46"/>
          <p:cNvCxnSpPr>
            <a:stCxn id="812"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46"/>
          <p:cNvCxnSpPr>
            <a:endCxn id="810"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46"/>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822" name="Google Shape;822;p46"/>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23" name="Google Shape;823;p46"/>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46"/>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46"/>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46"/>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46"/>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46"/>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46"/>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830" name="Google Shape;830;p46"/>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831" name="Google Shape;831;p46"/>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832" name="Google Shape;832;p46"/>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46"/>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834" name="Google Shape;834;p46"/>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835" name="Google Shape;835;p46"/>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id="836" name="Google Shape;836;p46" title="hook.png"/>
          <p:cNvPicPr preferRelativeResize="0"/>
          <p:nvPr/>
        </p:nvPicPr>
        <p:blipFill rotWithShape="1">
          <a:blip r:embed="rId4">
            <a:alphaModFix/>
          </a:blip>
          <a:srcRect b="21359" l="18993" r="3865" t="15673"/>
          <a:stretch/>
        </p:blipFill>
        <p:spPr>
          <a:xfrm flipH="1">
            <a:off x="6488850" y="2863900"/>
            <a:ext cx="919946" cy="750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47"/>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2" name="Google Shape;842;p47"/>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47"/>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844" name="Google Shape;844;p47"/>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845" name="Google Shape;845;p47"/>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846" name="Google Shape;846;p47"/>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847" name="Google Shape;847;p47"/>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848" name="Google Shape;848;p47"/>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849" name="Google Shape;849;p47"/>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850" name="Google Shape;850;p47"/>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851" name="Google Shape;851;p47"/>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852" name="Google Shape;852;p47"/>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853" name="Google Shape;853;p47"/>
          <p:cNvCxnSpPr/>
          <p:nvPr/>
        </p:nvCxnSpPr>
        <p:spPr>
          <a:xfrm rot="10800000">
            <a:off x="7413010" y="34648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854" name="Google Shape;854;p47"/>
          <p:cNvCxnSpPr>
            <a:stCxn id="850"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855" name="Google Shape;855;p47"/>
          <p:cNvCxnSpPr>
            <a:stCxn id="848"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856" name="Google Shape;856;p47"/>
          <p:cNvCxnSpPr>
            <a:endCxn id="846"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857" name="Google Shape;857;p47"/>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858" name="Google Shape;858;p47"/>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9" name="Google Shape;859;p47"/>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860" name="Google Shape;860;p47"/>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861" name="Google Shape;861;p47"/>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862" name="Google Shape;862;p47"/>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863" name="Google Shape;863;p47"/>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864" name="Google Shape;864;p47"/>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47"/>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47"/>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47"/>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47"/>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47"/>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870" name="Google Shape;870;p47"/>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871" name="Google Shape;871;p47"/>
          <p:cNvPicPr preferRelativeResize="0"/>
          <p:nvPr/>
        </p:nvPicPr>
        <p:blipFill>
          <a:blip r:embed="rId3">
            <a:alphaModFix/>
          </a:blip>
          <a:stretch>
            <a:fillRect/>
          </a:stretch>
        </p:blipFill>
        <p:spPr>
          <a:xfrm rot="6179469">
            <a:off x="8057614" y="2846161"/>
            <a:ext cx="1403122" cy="394626"/>
          </a:xfrm>
          <a:prstGeom prst="rect">
            <a:avLst/>
          </a:prstGeom>
          <a:noFill/>
          <a:ln>
            <a:noFill/>
          </a:ln>
        </p:spPr>
      </p:pic>
      <p:pic>
        <p:nvPicPr>
          <p:cNvPr id="872" name="Google Shape;872;p47" title="hook.png"/>
          <p:cNvPicPr preferRelativeResize="0"/>
          <p:nvPr/>
        </p:nvPicPr>
        <p:blipFill rotWithShape="1">
          <a:blip r:embed="rId4">
            <a:alphaModFix/>
          </a:blip>
          <a:srcRect b="21359" l="18994" r="30289" t="28678"/>
          <a:stretch/>
        </p:blipFill>
        <p:spPr>
          <a:xfrm flipH="1">
            <a:off x="6803974" y="3019000"/>
            <a:ext cx="604825" cy="595800"/>
          </a:xfrm>
          <a:prstGeom prst="rect">
            <a:avLst/>
          </a:prstGeom>
          <a:noFill/>
          <a:ln>
            <a:noFill/>
          </a:ln>
        </p:spPr>
      </p:pic>
      <p:cxnSp>
        <p:nvCxnSpPr>
          <p:cNvPr id="873" name="Google Shape;873;p47"/>
          <p:cNvCxnSpPr/>
          <p:nvPr/>
        </p:nvCxnSpPr>
        <p:spPr>
          <a:xfrm rot="10800000">
            <a:off x="2039349" y="538325"/>
            <a:ext cx="4745700" cy="2597100"/>
          </a:xfrm>
          <a:prstGeom prst="straightConnector1">
            <a:avLst/>
          </a:prstGeom>
          <a:noFill/>
          <a:ln cap="flat" cmpd="sng" w="9525">
            <a:solidFill>
              <a:schemeClr val="dk2"/>
            </a:solidFill>
            <a:prstDash val="solid"/>
            <a:round/>
            <a:headEnd len="med" w="med" type="none"/>
            <a:tailEnd len="med" w="med" type="none"/>
          </a:ln>
        </p:spPr>
      </p:cxnSp>
      <p:pic>
        <p:nvPicPr>
          <p:cNvPr id="874" name="Google Shape;874;p47" title="hook.png"/>
          <p:cNvPicPr preferRelativeResize="0"/>
          <p:nvPr/>
        </p:nvPicPr>
        <p:blipFill rotWithShape="1">
          <a:blip r:embed="rId4">
            <a:alphaModFix/>
          </a:blip>
          <a:srcRect b="50036" l="67891" r="3255" t="9913"/>
          <a:stretch/>
        </p:blipFill>
        <p:spPr>
          <a:xfrm flipH="1">
            <a:off x="1748025" y="200445"/>
            <a:ext cx="344100" cy="477600"/>
          </a:xfrm>
          <a:prstGeom prst="rect">
            <a:avLst/>
          </a:prstGeom>
          <a:noFill/>
          <a:ln>
            <a:noFill/>
          </a:ln>
        </p:spPr>
      </p:pic>
      <p:pic>
        <p:nvPicPr>
          <p:cNvPr id="875" name="Google Shape;875;p47" title="hook.png"/>
          <p:cNvPicPr preferRelativeResize="0"/>
          <p:nvPr/>
        </p:nvPicPr>
        <p:blipFill rotWithShape="1">
          <a:blip r:embed="rId4">
            <a:alphaModFix/>
          </a:blip>
          <a:srcRect b="21359" l="18994" r="30289" t="28678"/>
          <a:stretch/>
        </p:blipFill>
        <p:spPr>
          <a:xfrm flipH="1">
            <a:off x="7261174" y="3476200"/>
            <a:ext cx="604825" cy="595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48"/>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1" name="Google Shape;881;p48"/>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2" name="Google Shape;882;p48"/>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883" name="Google Shape;883;p48"/>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48"/>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885" name="Google Shape;885;p48"/>
          <p:cNvSpPr/>
          <p:nvPr/>
        </p:nvSpPr>
        <p:spPr>
          <a:xfrm>
            <a:off x="2020908" y="1473750"/>
            <a:ext cx="616200" cy="567000"/>
          </a:xfrm>
          <a:prstGeom prst="ellipse">
            <a:avLst/>
          </a:prstGeom>
          <a:noFill/>
          <a:ln cap="flat" cmpd="sng" w="4075">
            <a:solidFill>
              <a:schemeClr val="dk2"/>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cxnSp>
        <p:nvCxnSpPr>
          <p:cNvPr id="886" name="Google Shape;886;p48"/>
          <p:cNvCxnSpPr/>
          <p:nvPr/>
        </p:nvCxnSpPr>
        <p:spPr>
          <a:xfrm>
            <a:off x="2182076" y="1822170"/>
            <a:ext cx="294000" cy="128700"/>
          </a:xfrm>
          <a:prstGeom prst="curvedConnector3">
            <a:avLst>
              <a:gd fmla="val 50000" name="adj1"/>
            </a:avLst>
          </a:prstGeom>
          <a:noFill/>
          <a:ln cap="flat" cmpd="sng" w="4075">
            <a:solidFill>
              <a:schemeClr val="dk2"/>
            </a:solidFill>
            <a:prstDash val="solid"/>
            <a:round/>
            <a:headEnd len="med" w="med" type="none"/>
            <a:tailEnd len="med" w="med" type="none"/>
          </a:ln>
        </p:spPr>
      </p:cxnSp>
      <p:sp>
        <p:nvSpPr>
          <p:cNvPr id="887" name="Google Shape;887;p48"/>
          <p:cNvSpPr/>
          <p:nvPr/>
        </p:nvSpPr>
        <p:spPr>
          <a:xfrm>
            <a:off x="2128993" y="1617361"/>
            <a:ext cx="79500" cy="128700"/>
          </a:xfrm>
          <a:prstGeom prst="ellipse">
            <a:avLst/>
          </a:prstGeom>
          <a:solidFill>
            <a:schemeClr val="lt2"/>
          </a:solidFill>
          <a:ln cap="flat" cmpd="sng" w="4075">
            <a:solidFill>
              <a:schemeClr val="dk2"/>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sp>
        <p:nvSpPr>
          <p:cNvPr id="888" name="Google Shape;888;p48"/>
          <p:cNvSpPr/>
          <p:nvPr/>
        </p:nvSpPr>
        <p:spPr>
          <a:xfrm>
            <a:off x="2289366" y="1647444"/>
            <a:ext cx="79500" cy="128700"/>
          </a:xfrm>
          <a:prstGeom prst="ellipse">
            <a:avLst/>
          </a:prstGeom>
          <a:solidFill>
            <a:schemeClr val="lt2"/>
          </a:solidFill>
          <a:ln cap="flat" cmpd="sng" w="4075">
            <a:solidFill>
              <a:schemeClr val="dk2"/>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sp>
        <p:nvSpPr>
          <p:cNvPr id="889" name="Google Shape;889;p48"/>
          <p:cNvSpPr/>
          <p:nvPr/>
        </p:nvSpPr>
        <p:spPr>
          <a:xfrm>
            <a:off x="2170846" y="2064104"/>
            <a:ext cx="316526" cy="630475"/>
          </a:xfrm>
          <a:prstGeom prst="flowChartProcess">
            <a:avLst/>
          </a:prstGeom>
          <a:solidFill>
            <a:srgbClr val="0000FF"/>
          </a:solidFill>
          <a:ln cap="flat" cmpd="sng" w="4075">
            <a:solidFill>
              <a:srgbClr val="FF0000"/>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cxnSp>
        <p:nvCxnSpPr>
          <p:cNvPr id="890" name="Google Shape;890;p48"/>
          <p:cNvCxnSpPr/>
          <p:nvPr/>
        </p:nvCxnSpPr>
        <p:spPr>
          <a:xfrm rot="5400000">
            <a:off x="2006109" y="2817429"/>
            <a:ext cx="363300" cy="117600"/>
          </a:xfrm>
          <a:prstGeom prst="curvedConnector3">
            <a:avLst>
              <a:gd fmla="val 50000" name="adj1"/>
            </a:avLst>
          </a:prstGeom>
          <a:noFill/>
          <a:ln cap="flat" cmpd="sng" w="4075">
            <a:solidFill>
              <a:schemeClr val="dk2"/>
            </a:solidFill>
            <a:prstDash val="solid"/>
            <a:round/>
            <a:headEnd len="med" w="med" type="none"/>
            <a:tailEnd len="med" w="med" type="none"/>
          </a:ln>
        </p:spPr>
      </p:cxnSp>
      <p:cxnSp>
        <p:nvCxnSpPr>
          <p:cNvPr id="891" name="Google Shape;891;p48"/>
          <p:cNvCxnSpPr/>
          <p:nvPr/>
        </p:nvCxnSpPr>
        <p:spPr>
          <a:xfrm flipH="1" rot="-5400000">
            <a:off x="2288762" y="2789379"/>
            <a:ext cx="334800" cy="145200"/>
          </a:xfrm>
          <a:prstGeom prst="curvedConnector3">
            <a:avLst>
              <a:gd fmla="val 50000" name="adj1"/>
            </a:avLst>
          </a:prstGeom>
          <a:noFill/>
          <a:ln cap="flat" cmpd="sng" w="4075">
            <a:solidFill>
              <a:schemeClr val="dk2"/>
            </a:solidFill>
            <a:prstDash val="solid"/>
            <a:round/>
            <a:headEnd len="med" w="med" type="none"/>
            <a:tailEnd len="med" w="med" type="none"/>
          </a:ln>
        </p:spPr>
      </p:cxnSp>
      <p:cxnSp>
        <p:nvCxnSpPr>
          <p:cNvPr id="892" name="Google Shape;892;p48"/>
          <p:cNvCxnSpPr/>
          <p:nvPr/>
        </p:nvCxnSpPr>
        <p:spPr>
          <a:xfrm rot="10800000">
            <a:off x="1929646" y="2007341"/>
            <a:ext cx="241200" cy="372000"/>
          </a:xfrm>
          <a:prstGeom prst="straightConnector1">
            <a:avLst/>
          </a:prstGeom>
          <a:noFill/>
          <a:ln cap="flat" cmpd="sng" w="4075">
            <a:solidFill>
              <a:schemeClr val="dk2"/>
            </a:solidFill>
            <a:prstDash val="solid"/>
            <a:round/>
            <a:headEnd len="med" w="med" type="none"/>
            <a:tailEnd len="med" w="med" type="none"/>
          </a:ln>
        </p:spPr>
      </p:cxnSp>
      <p:cxnSp>
        <p:nvCxnSpPr>
          <p:cNvPr id="893" name="Google Shape;893;p48"/>
          <p:cNvCxnSpPr>
            <a:stCxn id="889" idx="3"/>
          </p:cNvCxnSpPr>
          <p:nvPr/>
        </p:nvCxnSpPr>
        <p:spPr>
          <a:xfrm flipH="1" rot="10800000">
            <a:off x="2487372" y="1961741"/>
            <a:ext cx="340800" cy="417600"/>
          </a:xfrm>
          <a:prstGeom prst="straightConnector1">
            <a:avLst/>
          </a:prstGeom>
          <a:noFill/>
          <a:ln cap="flat" cmpd="sng" w="4075">
            <a:solidFill>
              <a:schemeClr val="dk2"/>
            </a:solidFill>
            <a:prstDash val="solid"/>
            <a:round/>
            <a:headEnd len="med" w="med" type="none"/>
            <a:tailEnd len="med" w="med" type="none"/>
          </a:ln>
        </p:spPr>
      </p:cxnSp>
      <p:cxnSp>
        <p:nvCxnSpPr>
          <p:cNvPr id="894" name="Google Shape;894;p48"/>
          <p:cNvCxnSpPr>
            <a:stCxn id="887" idx="7"/>
          </p:cNvCxnSpPr>
          <p:nvPr/>
        </p:nvCxnSpPr>
        <p:spPr>
          <a:xfrm rot="10800000">
            <a:off x="2073851" y="1518308"/>
            <a:ext cx="123000" cy="117900"/>
          </a:xfrm>
          <a:prstGeom prst="straightConnector1">
            <a:avLst/>
          </a:prstGeom>
          <a:noFill/>
          <a:ln cap="flat" cmpd="sng" w="6675">
            <a:solidFill>
              <a:schemeClr val="dk2"/>
            </a:solidFill>
            <a:prstDash val="solid"/>
            <a:round/>
            <a:headEnd len="med" w="med" type="none"/>
            <a:tailEnd len="med" w="med" type="none"/>
          </a:ln>
        </p:spPr>
      </p:cxnSp>
      <p:cxnSp>
        <p:nvCxnSpPr>
          <p:cNvPr id="895" name="Google Shape;895;p48"/>
          <p:cNvCxnSpPr>
            <a:endCxn id="885" idx="7"/>
          </p:cNvCxnSpPr>
          <p:nvPr/>
        </p:nvCxnSpPr>
        <p:spPr>
          <a:xfrm flipH="1" rot="10800000">
            <a:off x="2289168" y="1556785"/>
            <a:ext cx="257700" cy="89700"/>
          </a:xfrm>
          <a:prstGeom prst="straightConnector1">
            <a:avLst/>
          </a:prstGeom>
          <a:noFill/>
          <a:ln cap="flat" cmpd="sng" w="6675">
            <a:solidFill>
              <a:schemeClr val="dk2"/>
            </a:solidFill>
            <a:prstDash val="solid"/>
            <a:round/>
            <a:headEnd len="med" w="med" type="none"/>
            <a:tailEnd len="med" w="med" type="none"/>
          </a:ln>
        </p:spPr>
      </p:cxnSp>
      <p:cxnSp>
        <p:nvCxnSpPr>
          <p:cNvPr id="896" name="Google Shape;896;p48"/>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897" name="Google Shape;897;p48"/>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98" name="Google Shape;898;p48"/>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899" name="Google Shape;899;p48"/>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900" name="Google Shape;900;p48"/>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48"/>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48"/>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48"/>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48"/>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48"/>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48"/>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48"/>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908" name="Google Shape;908;p48"/>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909" name="Google Shape;909;p48"/>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910" name="Google Shape;910;p48"/>
          <p:cNvPicPr preferRelativeResize="0"/>
          <p:nvPr/>
        </p:nvPicPr>
        <p:blipFill>
          <a:blip r:embed="rId3">
            <a:alphaModFix/>
          </a:blip>
          <a:stretch>
            <a:fillRect/>
          </a:stretch>
        </p:blipFill>
        <p:spPr>
          <a:xfrm rot="6179470">
            <a:off x="2381519" y="1573570"/>
            <a:ext cx="983614" cy="276639"/>
          </a:xfrm>
          <a:prstGeom prst="rect">
            <a:avLst/>
          </a:prstGeom>
          <a:noFill/>
          <a:ln>
            <a:noFill/>
          </a:ln>
        </p:spPr>
      </p:pic>
      <p:pic>
        <p:nvPicPr>
          <p:cNvPr id="911" name="Google Shape;911;p48" title="hook.png"/>
          <p:cNvPicPr preferRelativeResize="0"/>
          <p:nvPr/>
        </p:nvPicPr>
        <p:blipFill rotWithShape="1">
          <a:blip r:embed="rId4">
            <a:alphaModFix/>
          </a:blip>
          <a:srcRect b="21359" l="18994" r="30289" t="28678"/>
          <a:stretch/>
        </p:blipFill>
        <p:spPr>
          <a:xfrm flipH="1">
            <a:off x="1519624" y="1822175"/>
            <a:ext cx="604825" cy="595800"/>
          </a:xfrm>
          <a:prstGeom prst="rect">
            <a:avLst/>
          </a:prstGeom>
          <a:noFill/>
          <a:ln>
            <a:noFill/>
          </a:ln>
        </p:spPr>
      </p:pic>
      <p:cxnSp>
        <p:nvCxnSpPr>
          <p:cNvPr id="912" name="Google Shape;912;p48"/>
          <p:cNvCxnSpPr/>
          <p:nvPr/>
        </p:nvCxnSpPr>
        <p:spPr>
          <a:xfrm flipH="1" rot="10800000">
            <a:off x="1513825" y="538575"/>
            <a:ext cx="525600" cy="1347600"/>
          </a:xfrm>
          <a:prstGeom prst="straightConnector1">
            <a:avLst/>
          </a:prstGeom>
          <a:noFill/>
          <a:ln cap="flat" cmpd="sng" w="9525">
            <a:solidFill>
              <a:schemeClr val="dk2"/>
            </a:solidFill>
            <a:prstDash val="solid"/>
            <a:round/>
            <a:headEnd len="med" w="med" type="none"/>
            <a:tailEnd len="med" w="med" type="none"/>
          </a:ln>
        </p:spPr>
      </p:cxnSp>
      <p:pic>
        <p:nvPicPr>
          <p:cNvPr id="913" name="Google Shape;913;p48" title="hook.png"/>
          <p:cNvPicPr preferRelativeResize="0"/>
          <p:nvPr/>
        </p:nvPicPr>
        <p:blipFill rotWithShape="1">
          <a:blip r:embed="rId4">
            <a:alphaModFix/>
          </a:blip>
          <a:srcRect b="50036" l="67891" r="3255" t="9913"/>
          <a:stretch/>
        </p:blipFill>
        <p:spPr>
          <a:xfrm flipH="1">
            <a:off x="1748025" y="200445"/>
            <a:ext cx="344100" cy="477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49"/>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49"/>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0" name="Google Shape;920;p49"/>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921" name="Google Shape;921;p49"/>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922" name="Google Shape;922;p49"/>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923" name="Google Shape;923;p49"/>
          <p:cNvSpPr/>
          <p:nvPr/>
        </p:nvSpPr>
        <p:spPr>
          <a:xfrm>
            <a:off x="2006983" y="248025"/>
            <a:ext cx="616200" cy="567000"/>
          </a:xfrm>
          <a:prstGeom prst="ellipse">
            <a:avLst/>
          </a:prstGeom>
          <a:noFill/>
          <a:ln cap="flat" cmpd="sng" w="4075">
            <a:solidFill>
              <a:schemeClr val="dk2"/>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cxnSp>
        <p:nvCxnSpPr>
          <p:cNvPr id="924" name="Google Shape;924;p49"/>
          <p:cNvCxnSpPr/>
          <p:nvPr/>
        </p:nvCxnSpPr>
        <p:spPr>
          <a:xfrm>
            <a:off x="2168151" y="596445"/>
            <a:ext cx="294000" cy="128700"/>
          </a:xfrm>
          <a:prstGeom prst="curvedConnector3">
            <a:avLst>
              <a:gd fmla="val 50000" name="adj1"/>
            </a:avLst>
          </a:prstGeom>
          <a:noFill/>
          <a:ln cap="flat" cmpd="sng" w="4075">
            <a:solidFill>
              <a:schemeClr val="dk2"/>
            </a:solidFill>
            <a:prstDash val="solid"/>
            <a:round/>
            <a:headEnd len="med" w="med" type="none"/>
            <a:tailEnd len="med" w="med" type="none"/>
          </a:ln>
        </p:spPr>
      </p:cxnSp>
      <p:sp>
        <p:nvSpPr>
          <p:cNvPr id="925" name="Google Shape;925;p49"/>
          <p:cNvSpPr/>
          <p:nvPr/>
        </p:nvSpPr>
        <p:spPr>
          <a:xfrm>
            <a:off x="2115068" y="391636"/>
            <a:ext cx="79500" cy="128700"/>
          </a:xfrm>
          <a:prstGeom prst="ellipse">
            <a:avLst/>
          </a:prstGeom>
          <a:solidFill>
            <a:schemeClr val="lt2"/>
          </a:solidFill>
          <a:ln cap="flat" cmpd="sng" w="4075">
            <a:solidFill>
              <a:schemeClr val="dk2"/>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sp>
        <p:nvSpPr>
          <p:cNvPr id="926" name="Google Shape;926;p49"/>
          <p:cNvSpPr/>
          <p:nvPr/>
        </p:nvSpPr>
        <p:spPr>
          <a:xfrm>
            <a:off x="2275441" y="421719"/>
            <a:ext cx="79500" cy="128700"/>
          </a:xfrm>
          <a:prstGeom prst="ellipse">
            <a:avLst/>
          </a:prstGeom>
          <a:solidFill>
            <a:schemeClr val="lt2"/>
          </a:solidFill>
          <a:ln cap="flat" cmpd="sng" w="4075">
            <a:solidFill>
              <a:schemeClr val="dk2"/>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sp>
        <p:nvSpPr>
          <p:cNvPr id="927" name="Google Shape;927;p49"/>
          <p:cNvSpPr/>
          <p:nvPr/>
        </p:nvSpPr>
        <p:spPr>
          <a:xfrm>
            <a:off x="2156921" y="838379"/>
            <a:ext cx="316526" cy="630475"/>
          </a:xfrm>
          <a:prstGeom prst="flowChartProcess">
            <a:avLst/>
          </a:prstGeom>
          <a:solidFill>
            <a:srgbClr val="0000FF"/>
          </a:solidFill>
          <a:ln cap="flat" cmpd="sng" w="4075">
            <a:solidFill>
              <a:srgbClr val="FF0000"/>
            </a:solidFill>
            <a:prstDash val="solid"/>
            <a:round/>
            <a:headEnd len="sm" w="sm" type="none"/>
            <a:tailEnd len="sm" w="sm" type="none"/>
          </a:ln>
        </p:spPr>
        <p:txBody>
          <a:bodyPr anchorCtr="0" anchor="ctr" bIns="38975" lIns="38975" spcFirstLastPara="1" rIns="38975" wrap="square" tIns="38975">
            <a:noAutofit/>
          </a:bodyPr>
          <a:lstStyle/>
          <a:p>
            <a:pPr indent="0" lvl="0" marL="0" rtl="0" algn="ctr">
              <a:spcBef>
                <a:spcPts val="0"/>
              </a:spcBef>
              <a:spcAft>
                <a:spcPts val="0"/>
              </a:spcAft>
              <a:buNone/>
            </a:pPr>
            <a:r>
              <a:t/>
            </a:r>
            <a:endParaRPr sz="597"/>
          </a:p>
        </p:txBody>
      </p:sp>
      <p:cxnSp>
        <p:nvCxnSpPr>
          <p:cNvPr id="928" name="Google Shape;928;p49"/>
          <p:cNvCxnSpPr/>
          <p:nvPr/>
        </p:nvCxnSpPr>
        <p:spPr>
          <a:xfrm rot="5400000">
            <a:off x="1992184" y="1591704"/>
            <a:ext cx="363300" cy="117600"/>
          </a:xfrm>
          <a:prstGeom prst="curvedConnector3">
            <a:avLst>
              <a:gd fmla="val 50000" name="adj1"/>
            </a:avLst>
          </a:prstGeom>
          <a:noFill/>
          <a:ln cap="flat" cmpd="sng" w="4075">
            <a:solidFill>
              <a:schemeClr val="dk2"/>
            </a:solidFill>
            <a:prstDash val="solid"/>
            <a:round/>
            <a:headEnd len="med" w="med" type="none"/>
            <a:tailEnd len="med" w="med" type="none"/>
          </a:ln>
        </p:spPr>
      </p:cxnSp>
      <p:cxnSp>
        <p:nvCxnSpPr>
          <p:cNvPr id="929" name="Google Shape;929;p49"/>
          <p:cNvCxnSpPr/>
          <p:nvPr/>
        </p:nvCxnSpPr>
        <p:spPr>
          <a:xfrm flipH="1" rot="-5400000">
            <a:off x="2274837" y="1563654"/>
            <a:ext cx="334800" cy="145200"/>
          </a:xfrm>
          <a:prstGeom prst="curvedConnector3">
            <a:avLst>
              <a:gd fmla="val 50000" name="adj1"/>
            </a:avLst>
          </a:prstGeom>
          <a:noFill/>
          <a:ln cap="flat" cmpd="sng" w="4075">
            <a:solidFill>
              <a:schemeClr val="dk2"/>
            </a:solidFill>
            <a:prstDash val="solid"/>
            <a:round/>
            <a:headEnd len="med" w="med" type="none"/>
            <a:tailEnd len="med" w="med" type="none"/>
          </a:ln>
        </p:spPr>
      </p:cxnSp>
      <p:cxnSp>
        <p:nvCxnSpPr>
          <p:cNvPr id="930" name="Google Shape;930;p49"/>
          <p:cNvCxnSpPr/>
          <p:nvPr/>
        </p:nvCxnSpPr>
        <p:spPr>
          <a:xfrm rot="10800000">
            <a:off x="1915721" y="781616"/>
            <a:ext cx="241200" cy="372000"/>
          </a:xfrm>
          <a:prstGeom prst="straightConnector1">
            <a:avLst/>
          </a:prstGeom>
          <a:noFill/>
          <a:ln cap="flat" cmpd="sng" w="4075">
            <a:solidFill>
              <a:schemeClr val="dk2"/>
            </a:solidFill>
            <a:prstDash val="solid"/>
            <a:round/>
            <a:headEnd len="med" w="med" type="none"/>
            <a:tailEnd len="med" w="med" type="none"/>
          </a:ln>
        </p:spPr>
      </p:cxnSp>
      <p:cxnSp>
        <p:nvCxnSpPr>
          <p:cNvPr id="931" name="Google Shape;931;p49"/>
          <p:cNvCxnSpPr>
            <a:stCxn id="927" idx="3"/>
          </p:cNvCxnSpPr>
          <p:nvPr/>
        </p:nvCxnSpPr>
        <p:spPr>
          <a:xfrm rot="10800000">
            <a:off x="2106847" y="331016"/>
            <a:ext cx="366600" cy="822600"/>
          </a:xfrm>
          <a:prstGeom prst="straightConnector1">
            <a:avLst/>
          </a:prstGeom>
          <a:noFill/>
          <a:ln cap="flat" cmpd="sng" w="4075">
            <a:solidFill>
              <a:schemeClr val="dk2"/>
            </a:solidFill>
            <a:prstDash val="solid"/>
            <a:round/>
            <a:headEnd len="med" w="med" type="none"/>
            <a:tailEnd len="med" w="med" type="none"/>
          </a:ln>
        </p:spPr>
      </p:cxnSp>
      <p:cxnSp>
        <p:nvCxnSpPr>
          <p:cNvPr id="932" name="Google Shape;932;p49"/>
          <p:cNvCxnSpPr>
            <a:stCxn id="925" idx="7"/>
          </p:cNvCxnSpPr>
          <p:nvPr/>
        </p:nvCxnSpPr>
        <p:spPr>
          <a:xfrm rot="10800000">
            <a:off x="2059926" y="292583"/>
            <a:ext cx="123000" cy="117900"/>
          </a:xfrm>
          <a:prstGeom prst="straightConnector1">
            <a:avLst/>
          </a:prstGeom>
          <a:noFill/>
          <a:ln cap="flat" cmpd="sng" w="6675">
            <a:solidFill>
              <a:schemeClr val="dk2"/>
            </a:solidFill>
            <a:prstDash val="solid"/>
            <a:round/>
            <a:headEnd len="med" w="med" type="none"/>
            <a:tailEnd len="med" w="med" type="none"/>
          </a:ln>
        </p:spPr>
      </p:cxnSp>
      <p:cxnSp>
        <p:nvCxnSpPr>
          <p:cNvPr id="933" name="Google Shape;933;p49"/>
          <p:cNvCxnSpPr>
            <a:endCxn id="923" idx="7"/>
          </p:cNvCxnSpPr>
          <p:nvPr/>
        </p:nvCxnSpPr>
        <p:spPr>
          <a:xfrm flipH="1" rot="10800000">
            <a:off x="2275243" y="331060"/>
            <a:ext cx="257700" cy="89700"/>
          </a:xfrm>
          <a:prstGeom prst="straightConnector1">
            <a:avLst/>
          </a:prstGeom>
          <a:noFill/>
          <a:ln cap="flat" cmpd="sng" w="6675">
            <a:solidFill>
              <a:schemeClr val="dk2"/>
            </a:solidFill>
            <a:prstDash val="solid"/>
            <a:round/>
            <a:headEnd len="med" w="med" type="none"/>
            <a:tailEnd len="med" w="med" type="none"/>
          </a:ln>
        </p:spPr>
      </p:cxnSp>
      <p:cxnSp>
        <p:nvCxnSpPr>
          <p:cNvPr id="934" name="Google Shape;934;p49"/>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935" name="Google Shape;935;p49"/>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36" name="Google Shape;936;p49"/>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937" name="Google Shape;937;p49"/>
          <p:cNvCxnSpPr/>
          <p:nvPr/>
        </p:nvCxnSpPr>
        <p:spPr>
          <a:xfrm flipH="1" rot="10800000">
            <a:off x="2572613"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938" name="Google Shape;938;p49"/>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939" name="Google Shape;939;p49"/>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940" name="Google Shape;940;p49"/>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941" name="Google Shape;941;p49"/>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942" name="Google Shape;942;p49"/>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943" name="Google Shape;943;p49"/>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49"/>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49"/>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49"/>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947" name="Google Shape;947;p49"/>
          <p:cNvSpPr txBox="1"/>
          <p:nvPr/>
        </p:nvSpPr>
        <p:spPr>
          <a:xfrm>
            <a:off x="-228126" y="2108725"/>
            <a:ext cx="209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948" name="Google Shape;948;p49"/>
          <p:cNvPicPr preferRelativeResize="0"/>
          <p:nvPr/>
        </p:nvPicPr>
        <p:blipFill>
          <a:blip r:embed="rId3">
            <a:alphaModFix/>
          </a:blip>
          <a:stretch>
            <a:fillRect/>
          </a:stretch>
        </p:blipFill>
        <p:spPr>
          <a:xfrm rot="3412370">
            <a:off x="1392695" y="607444"/>
            <a:ext cx="983613" cy="276640"/>
          </a:xfrm>
          <a:prstGeom prst="rect">
            <a:avLst/>
          </a:prstGeom>
          <a:noFill/>
          <a:ln>
            <a:noFill/>
          </a:ln>
        </p:spPr>
      </p:pic>
      <p:pic>
        <p:nvPicPr>
          <p:cNvPr id="949" name="Google Shape;949;p49" title="hook.png"/>
          <p:cNvPicPr preferRelativeResize="0"/>
          <p:nvPr/>
        </p:nvPicPr>
        <p:blipFill rotWithShape="1">
          <a:blip r:embed="rId4">
            <a:alphaModFix/>
          </a:blip>
          <a:srcRect b="21359" l="18993" r="-4507" t="4297"/>
          <a:stretch/>
        </p:blipFill>
        <p:spPr>
          <a:xfrm flipH="1" rot="3901028">
            <a:off x="3198745" y="3793173"/>
            <a:ext cx="1019781" cy="886518"/>
          </a:xfrm>
          <a:prstGeom prst="rect">
            <a:avLst/>
          </a:prstGeom>
          <a:noFill/>
          <a:ln>
            <a:noFill/>
          </a:ln>
        </p:spPr>
      </p:pic>
      <p:sp>
        <p:nvSpPr>
          <p:cNvPr id="950" name="Google Shape;950;p49">
            <a:hlinkClick action="ppaction://hlinksldjump" r:id="rId5"/>
          </p:cNvPr>
          <p:cNvSpPr/>
          <p:nvPr/>
        </p:nvSpPr>
        <p:spPr>
          <a:xfrm>
            <a:off x="3613300" y="243600"/>
            <a:ext cx="2847900" cy="1205100"/>
          </a:xfrm>
          <a:prstGeom prst="rect">
            <a:avLst/>
          </a:prstGeom>
          <a:solidFill>
            <a:schemeClr val="lt2"/>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t>ENTER</a:t>
            </a:r>
            <a:endParaRPr sz="23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4" name="Shape 954"/>
        <p:cNvGrpSpPr/>
        <p:nvPr/>
      </p:nvGrpSpPr>
      <p:grpSpPr>
        <a:xfrm>
          <a:off x="0" y="0"/>
          <a:ext cx="0" cy="0"/>
          <a:chOff x="0" y="0"/>
          <a:chExt cx="0" cy="0"/>
        </a:xfrm>
      </p:grpSpPr>
      <p:sp>
        <p:nvSpPr>
          <p:cNvPr id="955" name="Google Shape;95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56" name="Google Shape;956;p50">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957" name="Google Shape;957;p50"/>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958" name="Google Shape;958;p50"/>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959" name="Google Shape;959;p50"/>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960" name="Google Shape;960;p50"/>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64" name="Shape 964"/>
        <p:cNvGrpSpPr/>
        <p:nvPr/>
      </p:nvGrpSpPr>
      <p:grpSpPr>
        <a:xfrm>
          <a:off x="0" y="0"/>
          <a:ext cx="0" cy="0"/>
          <a:chOff x="0" y="0"/>
          <a:chExt cx="0" cy="0"/>
        </a:xfrm>
      </p:grpSpPr>
      <p:sp>
        <p:nvSpPr>
          <p:cNvPr id="965" name="Google Shape;96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6" name="Google Shape;966;p51">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967" name="Google Shape;967;p51"/>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968" name="Google Shape;968;p51"/>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969" name="Google Shape;969;p51"/>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970" name="Google Shape;970;p51"/>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52"/>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6" name="Google Shape;976;p52"/>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52"/>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978" name="Google Shape;978;p52"/>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979" name="Google Shape;979;p52"/>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980" name="Google Shape;980;p52"/>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981" name="Google Shape;981;p52"/>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982" name="Google Shape;982;p52"/>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983" name="Google Shape;983;p52"/>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984" name="Google Shape;984;p52"/>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985" name="Google Shape;985;p52"/>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986" name="Google Shape;986;p52"/>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987" name="Google Shape;987;p52"/>
          <p:cNvCxnSpPr/>
          <p:nvPr/>
        </p:nvCxnSpPr>
        <p:spPr>
          <a:xfrm rot="10800000">
            <a:off x="6917835" y="3791163"/>
            <a:ext cx="855300" cy="48900"/>
          </a:xfrm>
          <a:prstGeom prst="straightConnector1">
            <a:avLst/>
          </a:prstGeom>
          <a:noFill/>
          <a:ln cap="flat" cmpd="sng" w="5800">
            <a:solidFill>
              <a:schemeClr val="dk2"/>
            </a:solidFill>
            <a:prstDash val="solid"/>
            <a:round/>
            <a:headEnd len="med" w="med" type="none"/>
            <a:tailEnd len="med" w="med" type="none"/>
          </a:ln>
        </p:spPr>
      </p:cxnSp>
      <p:cxnSp>
        <p:nvCxnSpPr>
          <p:cNvPr id="988" name="Google Shape;988;p52"/>
          <p:cNvCxnSpPr>
            <a:stCxn id="984"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989" name="Google Shape;989;p52"/>
          <p:cNvCxnSpPr>
            <a:stCxn id="982"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990" name="Google Shape;990;p52"/>
          <p:cNvCxnSpPr>
            <a:endCxn id="980"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991" name="Google Shape;991;p52"/>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992" name="Google Shape;992;p52"/>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93" name="Google Shape;993;p52"/>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994" name="Google Shape;994;p52"/>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995" name="Google Shape;995;p52"/>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996" name="Google Shape;996;p52"/>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997" name="Google Shape;997;p52"/>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998" name="Google Shape;998;p52"/>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999" name="Google Shape;999;p52"/>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000" name="Google Shape;1000;p52"/>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001" name="Google Shape;1001;p52"/>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002" name="Google Shape;1002;p52"/>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003" name="Google Shape;1003;p52"/>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004" name="Google Shape;1004;p52"/>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1005" name="Google Shape;1005;p52"/>
          <p:cNvPicPr preferRelativeResize="0"/>
          <p:nvPr/>
        </p:nvPicPr>
        <p:blipFill>
          <a:blip r:embed="rId3">
            <a:alphaModFix/>
          </a:blip>
          <a:stretch>
            <a:fillRect/>
          </a:stretch>
        </p:blipFill>
        <p:spPr>
          <a:xfrm rot="-7769208">
            <a:off x="8165163" y="3683385"/>
            <a:ext cx="1403124" cy="394626"/>
          </a:xfrm>
          <a:prstGeom prst="rect">
            <a:avLst/>
          </a:prstGeom>
          <a:noFill/>
          <a:ln>
            <a:noFill/>
          </a:ln>
        </p:spPr>
      </p:pic>
      <p:pic>
        <p:nvPicPr>
          <p:cNvPr id="1006" name="Google Shape;1006;p52"/>
          <p:cNvPicPr preferRelativeResize="0"/>
          <p:nvPr/>
        </p:nvPicPr>
        <p:blipFill rotWithShape="1">
          <a:blip r:embed="rId4">
            <a:alphaModFix/>
          </a:blip>
          <a:srcRect b="37769" l="10224" r="5905" t="30247"/>
          <a:stretch/>
        </p:blipFill>
        <p:spPr>
          <a:xfrm>
            <a:off x="6820800" y="3743542"/>
            <a:ext cx="876600" cy="33429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53"/>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2" name="Google Shape;1012;p53"/>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3" name="Google Shape;1013;p53"/>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014" name="Google Shape;1014;p53"/>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015" name="Google Shape;1015;p53"/>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016" name="Google Shape;1016;p53"/>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017" name="Google Shape;1017;p53"/>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018" name="Google Shape;1018;p53"/>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019" name="Google Shape;1019;p53"/>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020" name="Google Shape;1020;p53"/>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021" name="Google Shape;1021;p53"/>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022" name="Google Shape;1022;p53"/>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023" name="Google Shape;1023;p53"/>
          <p:cNvCxnSpPr/>
          <p:nvPr/>
        </p:nvCxnSpPr>
        <p:spPr>
          <a:xfrm rot="10800000">
            <a:off x="6917835" y="3791163"/>
            <a:ext cx="855300" cy="48900"/>
          </a:xfrm>
          <a:prstGeom prst="straightConnector1">
            <a:avLst/>
          </a:prstGeom>
          <a:noFill/>
          <a:ln cap="flat" cmpd="sng" w="5800">
            <a:solidFill>
              <a:schemeClr val="dk2"/>
            </a:solidFill>
            <a:prstDash val="solid"/>
            <a:round/>
            <a:headEnd len="med" w="med" type="none"/>
            <a:tailEnd len="med" w="med" type="none"/>
          </a:ln>
        </p:spPr>
      </p:cxnSp>
      <p:cxnSp>
        <p:nvCxnSpPr>
          <p:cNvPr id="1024" name="Google Shape;1024;p53"/>
          <p:cNvCxnSpPr>
            <a:stCxn id="1020"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1025" name="Google Shape;1025;p53"/>
          <p:cNvCxnSpPr>
            <a:stCxn id="1018"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53"/>
          <p:cNvCxnSpPr>
            <a:endCxn id="1016"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1027" name="Google Shape;1027;p53"/>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028" name="Google Shape;1028;p53"/>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29" name="Google Shape;1029;p53"/>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030" name="Google Shape;1030;p53"/>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031" name="Google Shape;1031;p53"/>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032" name="Google Shape;1032;p53"/>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033" name="Google Shape;1033;p53"/>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034" name="Google Shape;1034;p53"/>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035" name="Google Shape;1035;p53"/>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036" name="Google Shape;1036;p53"/>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037" name="Google Shape;1037;p53"/>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53"/>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039" name="Google Shape;1039;p53"/>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040" name="Google Shape;1040;p53"/>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1041" name="Google Shape;1041;p53"/>
          <p:cNvPicPr preferRelativeResize="0"/>
          <p:nvPr/>
        </p:nvPicPr>
        <p:blipFill>
          <a:blip r:embed="rId3">
            <a:alphaModFix/>
          </a:blip>
          <a:stretch>
            <a:fillRect/>
          </a:stretch>
        </p:blipFill>
        <p:spPr>
          <a:xfrm rot="-7769208">
            <a:off x="8165163" y="3683385"/>
            <a:ext cx="1403124" cy="394626"/>
          </a:xfrm>
          <a:prstGeom prst="rect">
            <a:avLst/>
          </a:prstGeom>
          <a:noFill/>
          <a:ln>
            <a:noFill/>
          </a:ln>
        </p:spPr>
      </p:pic>
      <p:pic>
        <p:nvPicPr>
          <p:cNvPr id="1042" name="Google Shape;1042;p53"/>
          <p:cNvPicPr preferRelativeResize="0"/>
          <p:nvPr/>
        </p:nvPicPr>
        <p:blipFill rotWithShape="1">
          <a:blip r:embed="rId4">
            <a:alphaModFix/>
          </a:blip>
          <a:srcRect b="37769" l="10224" r="5905" t="30247"/>
          <a:stretch/>
        </p:blipFill>
        <p:spPr>
          <a:xfrm>
            <a:off x="6820800" y="3743542"/>
            <a:ext cx="876600" cy="334296"/>
          </a:xfrm>
          <a:prstGeom prst="rect">
            <a:avLst/>
          </a:prstGeom>
          <a:noFill/>
          <a:ln>
            <a:noFill/>
          </a:ln>
        </p:spPr>
      </p:pic>
      <p:pic>
        <p:nvPicPr>
          <p:cNvPr descr="a bald eagle is flying with its wings outstretched on a white background (Provided by Tenor)" id="1043" name="Google Shape;1043;p53"/>
          <p:cNvPicPr preferRelativeResize="0"/>
          <p:nvPr/>
        </p:nvPicPr>
        <p:blipFill>
          <a:blip r:embed="rId5">
            <a:alphaModFix/>
          </a:blip>
          <a:stretch>
            <a:fillRect/>
          </a:stretch>
        </p:blipFill>
        <p:spPr>
          <a:xfrm flipH="1">
            <a:off x="7529397" y="222050"/>
            <a:ext cx="1269605" cy="13338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54"/>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54"/>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54"/>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051" name="Google Shape;1051;p54"/>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54"/>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053" name="Google Shape;1053;p54"/>
          <p:cNvSpPr/>
          <p:nvPr/>
        </p:nvSpPr>
        <p:spPr>
          <a:xfrm>
            <a:off x="7543227"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054" name="Google Shape;1054;p54"/>
          <p:cNvCxnSpPr/>
          <p:nvPr/>
        </p:nvCxnSpPr>
        <p:spPr>
          <a:xfrm>
            <a:off x="7773129" y="3200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055" name="Google Shape;1055;p54"/>
          <p:cNvSpPr/>
          <p:nvPr/>
        </p:nvSpPr>
        <p:spPr>
          <a:xfrm>
            <a:off x="7697407"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056" name="Google Shape;1056;p54"/>
          <p:cNvSpPr/>
          <p:nvPr/>
        </p:nvSpPr>
        <p:spPr>
          <a:xfrm>
            <a:off x="7926175"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057" name="Google Shape;1057;p54"/>
          <p:cNvSpPr/>
          <p:nvPr/>
        </p:nvSpPr>
        <p:spPr>
          <a:xfrm>
            <a:off x="7757110"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058" name="Google Shape;1058;p54"/>
          <p:cNvCxnSpPr/>
          <p:nvPr/>
        </p:nvCxnSpPr>
        <p:spPr>
          <a:xfrm rot="5400000">
            <a:off x="7522212"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059" name="Google Shape;1059;p54"/>
          <p:cNvCxnSpPr/>
          <p:nvPr/>
        </p:nvCxnSpPr>
        <p:spPr>
          <a:xfrm flipH="1" rot="-5400000">
            <a:off x="7925394"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060" name="Google Shape;1060;p54"/>
          <p:cNvCxnSpPr/>
          <p:nvPr/>
        </p:nvCxnSpPr>
        <p:spPr>
          <a:xfrm rot="10800000">
            <a:off x="6917835" y="3791163"/>
            <a:ext cx="855300" cy="48900"/>
          </a:xfrm>
          <a:prstGeom prst="straightConnector1">
            <a:avLst/>
          </a:prstGeom>
          <a:noFill/>
          <a:ln cap="flat" cmpd="sng" w="5800">
            <a:solidFill>
              <a:schemeClr val="dk2"/>
            </a:solidFill>
            <a:prstDash val="solid"/>
            <a:round/>
            <a:headEnd len="med" w="med" type="none"/>
            <a:tailEnd len="med" w="med" type="none"/>
          </a:ln>
        </p:spPr>
      </p:cxnSp>
      <p:cxnSp>
        <p:nvCxnSpPr>
          <p:cNvPr id="1061" name="Google Shape;1061;p54"/>
          <p:cNvCxnSpPr>
            <a:stCxn id="1057" idx="3"/>
          </p:cNvCxnSpPr>
          <p:nvPr/>
        </p:nvCxnSpPr>
        <p:spPr>
          <a:xfrm flipH="1" rot="10800000">
            <a:off x="8208627" y="3399763"/>
            <a:ext cx="486300" cy="595800"/>
          </a:xfrm>
          <a:prstGeom prst="straightConnector1">
            <a:avLst/>
          </a:prstGeom>
          <a:noFill/>
          <a:ln cap="flat" cmpd="sng" w="5800">
            <a:solidFill>
              <a:schemeClr val="dk2"/>
            </a:solidFill>
            <a:prstDash val="solid"/>
            <a:round/>
            <a:headEnd len="med" w="med" type="none"/>
            <a:tailEnd len="med" w="med" type="none"/>
          </a:ln>
        </p:spPr>
      </p:cxnSp>
      <p:cxnSp>
        <p:nvCxnSpPr>
          <p:cNvPr id="1062" name="Google Shape;1062;p54"/>
          <p:cNvCxnSpPr>
            <a:stCxn id="1055" idx="7"/>
          </p:cNvCxnSpPr>
          <p:nvPr/>
        </p:nvCxnSpPr>
        <p:spPr>
          <a:xfrm rot="10800000">
            <a:off x="7618700" y="2767551"/>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54"/>
          <p:cNvCxnSpPr>
            <a:endCxn id="1053" idx="7"/>
          </p:cNvCxnSpPr>
          <p:nvPr/>
        </p:nvCxnSpPr>
        <p:spPr>
          <a:xfrm flipH="1" rot="10800000">
            <a:off x="7926256" y="282225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1064" name="Google Shape;1064;p54"/>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065" name="Google Shape;1065;p54"/>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66" name="Google Shape;1066;p54"/>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067" name="Google Shape;1067;p54"/>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068" name="Google Shape;1068;p54"/>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54"/>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54"/>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071" name="Google Shape;1071;p54"/>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072" name="Google Shape;1072;p54"/>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073" name="Google Shape;1073;p54"/>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074" name="Google Shape;1074;p54"/>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075" name="Google Shape;1075;p54"/>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076" name="Google Shape;1076;p54"/>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077" name="Google Shape;1077;p54"/>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1078" name="Google Shape;1078;p54"/>
          <p:cNvPicPr preferRelativeResize="0"/>
          <p:nvPr/>
        </p:nvPicPr>
        <p:blipFill>
          <a:blip r:embed="rId3">
            <a:alphaModFix/>
          </a:blip>
          <a:stretch>
            <a:fillRect/>
          </a:stretch>
        </p:blipFill>
        <p:spPr>
          <a:xfrm rot="-7769208">
            <a:off x="8165163" y="3683385"/>
            <a:ext cx="1403124" cy="394626"/>
          </a:xfrm>
          <a:prstGeom prst="rect">
            <a:avLst/>
          </a:prstGeom>
          <a:noFill/>
          <a:ln>
            <a:noFill/>
          </a:ln>
        </p:spPr>
      </p:pic>
      <p:pic>
        <p:nvPicPr>
          <p:cNvPr id="1079" name="Google Shape;1079;p54"/>
          <p:cNvPicPr preferRelativeResize="0"/>
          <p:nvPr/>
        </p:nvPicPr>
        <p:blipFill rotWithShape="1">
          <a:blip r:embed="rId4">
            <a:alphaModFix/>
          </a:blip>
          <a:srcRect b="37769" l="10224" r="5905" t="30247"/>
          <a:stretch/>
        </p:blipFill>
        <p:spPr>
          <a:xfrm>
            <a:off x="6820800" y="3743542"/>
            <a:ext cx="876600" cy="334296"/>
          </a:xfrm>
          <a:prstGeom prst="rect">
            <a:avLst/>
          </a:prstGeom>
          <a:noFill/>
          <a:ln>
            <a:noFill/>
          </a:ln>
        </p:spPr>
      </p:pic>
      <p:pic>
        <p:nvPicPr>
          <p:cNvPr descr="a bald eagle is flying with its wings outstretched on a white background (Provided by Tenor)" id="1080" name="Google Shape;1080;p54"/>
          <p:cNvPicPr preferRelativeResize="0"/>
          <p:nvPr/>
        </p:nvPicPr>
        <p:blipFill>
          <a:blip r:embed="rId5">
            <a:alphaModFix/>
          </a:blip>
          <a:stretch>
            <a:fillRect/>
          </a:stretch>
        </p:blipFill>
        <p:spPr>
          <a:xfrm flipH="1">
            <a:off x="6488847" y="2625800"/>
            <a:ext cx="1269605" cy="133384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55"/>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6" name="Google Shape;1086;p55"/>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7" name="Google Shape;1087;p55"/>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088" name="Google Shape;1088;p55"/>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089" name="Google Shape;1089;p55"/>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090" name="Google Shape;1090;p55"/>
          <p:cNvSpPr/>
          <p:nvPr/>
        </p:nvSpPr>
        <p:spPr>
          <a:xfrm>
            <a:off x="4461714" y="11448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091" name="Google Shape;1091;p55"/>
          <p:cNvCxnSpPr/>
          <p:nvPr/>
        </p:nvCxnSpPr>
        <p:spPr>
          <a:xfrm>
            <a:off x="4691616" y="16418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092" name="Google Shape;1092;p55"/>
          <p:cNvSpPr/>
          <p:nvPr/>
        </p:nvSpPr>
        <p:spPr>
          <a:xfrm>
            <a:off x="4654582" y="13057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093" name="Google Shape;1093;p55"/>
          <p:cNvSpPr/>
          <p:nvPr/>
        </p:nvSpPr>
        <p:spPr>
          <a:xfrm>
            <a:off x="4844663" y="13925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094" name="Google Shape;1094;p55"/>
          <p:cNvSpPr/>
          <p:nvPr/>
        </p:nvSpPr>
        <p:spPr>
          <a:xfrm>
            <a:off x="4654960" y="1875410"/>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095" name="Google Shape;1095;p55"/>
          <p:cNvCxnSpPr/>
          <p:nvPr/>
        </p:nvCxnSpPr>
        <p:spPr>
          <a:xfrm rot="5400000">
            <a:off x="4398862" y="28221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096" name="Google Shape;1096;p55"/>
          <p:cNvCxnSpPr/>
          <p:nvPr/>
        </p:nvCxnSpPr>
        <p:spPr>
          <a:xfrm flipH="1" rot="-5400000">
            <a:off x="4822919" y="2802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097" name="Google Shape;1097;p55"/>
          <p:cNvCxnSpPr>
            <a:stCxn id="1094" idx="3"/>
          </p:cNvCxnSpPr>
          <p:nvPr/>
        </p:nvCxnSpPr>
        <p:spPr>
          <a:xfrm>
            <a:off x="5106477" y="2325088"/>
            <a:ext cx="498000" cy="321900"/>
          </a:xfrm>
          <a:prstGeom prst="straightConnector1">
            <a:avLst/>
          </a:prstGeom>
          <a:noFill/>
          <a:ln cap="flat" cmpd="sng" w="5800">
            <a:solidFill>
              <a:schemeClr val="dk2"/>
            </a:solidFill>
            <a:prstDash val="solid"/>
            <a:round/>
            <a:headEnd len="med" w="med" type="none"/>
            <a:tailEnd len="med" w="med" type="none"/>
          </a:ln>
        </p:spPr>
      </p:cxnSp>
      <p:cxnSp>
        <p:nvCxnSpPr>
          <p:cNvPr id="1098" name="Google Shape;1098;p55"/>
          <p:cNvCxnSpPr>
            <a:stCxn id="1092" idx="7"/>
          </p:cNvCxnSpPr>
          <p:nvPr/>
        </p:nvCxnSpPr>
        <p:spPr>
          <a:xfrm rot="10800000">
            <a:off x="4575875" y="1164713"/>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1099" name="Google Shape;1099;p55"/>
          <p:cNvCxnSpPr>
            <a:endCxn id="1090" idx="7"/>
          </p:cNvCxnSpPr>
          <p:nvPr/>
        </p:nvCxnSpPr>
        <p:spPr>
          <a:xfrm flipH="1" rot="10800000">
            <a:off x="4844744" y="1263303"/>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1100" name="Google Shape;1100;p55"/>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101" name="Google Shape;1101;p55"/>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02" name="Google Shape;1102;p55"/>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103" name="Google Shape;1103;p55"/>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104" name="Google Shape;1104;p55"/>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55"/>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55"/>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55"/>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55"/>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55"/>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55"/>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55"/>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112" name="Google Shape;1112;p55"/>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113" name="Google Shape;1113;p55"/>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1114" name="Google Shape;1114;p55"/>
          <p:cNvPicPr preferRelativeResize="0"/>
          <p:nvPr/>
        </p:nvPicPr>
        <p:blipFill>
          <a:blip r:embed="rId3">
            <a:alphaModFix/>
          </a:blip>
          <a:stretch>
            <a:fillRect/>
          </a:stretch>
        </p:blipFill>
        <p:spPr>
          <a:xfrm rot="-7769208">
            <a:off x="5055363" y="2587885"/>
            <a:ext cx="1403124" cy="394626"/>
          </a:xfrm>
          <a:prstGeom prst="rect">
            <a:avLst/>
          </a:prstGeom>
          <a:noFill/>
          <a:ln>
            <a:noFill/>
          </a:ln>
        </p:spPr>
      </p:pic>
      <p:pic>
        <p:nvPicPr>
          <p:cNvPr id="1115" name="Google Shape;1115;p55"/>
          <p:cNvPicPr preferRelativeResize="0"/>
          <p:nvPr/>
        </p:nvPicPr>
        <p:blipFill rotWithShape="1">
          <a:blip r:embed="rId4">
            <a:alphaModFix/>
          </a:blip>
          <a:srcRect b="37769" l="10224" r="5905" t="30247"/>
          <a:stretch/>
        </p:blipFill>
        <p:spPr>
          <a:xfrm rot="2290964">
            <a:off x="3768800" y="1450255"/>
            <a:ext cx="876600" cy="334295"/>
          </a:xfrm>
          <a:prstGeom prst="rect">
            <a:avLst/>
          </a:prstGeom>
          <a:noFill/>
          <a:ln>
            <a:noFill/>
          </a:ln>
        </p:spPr>
      </p:pic>
      <p:pic>
        <p:nvPicPr>
          <p:cNvPr descr="a bald eagle is flying with its wings outstretched on a white background (Provided by Tenor)" id="1116" name="Google Shape;1116;p55"/>
          <p:cNvPicPr preferRelativeResize="0"/>
          <p:nvPr/>
        </p:nvPicPr>
        <p:blipFill>
          <a:blip r:embed="rId5">
            <a:alphaModFix/>
          </a:blip>
          <a:stretch>
            <a:fillRect/>
          </a:stretch>
        </p:blipFill>
        <p:spPr>
          <a:xfrm flipH="1">
            <a:off x="3547234" y="258300"/>
            <a:ext cx="1269605" cy="133384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56"/>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2" name="Google Shape;1122;p56"/>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3" name="Google Shape;1123;p56"/>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124" name="Google Shape;1124;p56"/>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125" name="Google Shape;1125;p56"/>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126" name="Google Shape;1126;p56"/>
          <p:cNvSpPr/>
          <p:nvPr/>
        </p:nvSpPr>
        <p:spPr>
          <a:xfrm>
            <a:off x="2423827" y="-238137"/>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127" name="Google Shape;1127;p56"/>
          <p:cNvCxnSpPr/>
          <p:nvPr/>
        </p:nvCxnSpPr>
        <p:spPr>
          <a:xfrm>
            <a:off x="2653729" y="2588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128" name="Google Shape;1128;p56"/>
          <p:cNvSpPr/>
          <p:nvPr/>
        </p:nvSpPr>
        <p:spPr>
          <a:xfrm>
            <a:off x="2616695" y="-77168"/>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129" name="Google Shape;1129;p56"/>
          <p:cNvSpPr/>
          <p:nvPr/>
        </p:nvSpPr>
        <p:spPr>
          <a:xfrm>
            <a:off x="2806775" y="96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130" name="Google Shape;1130;p56"/>
          <p:cNvSpPr/>
          <p:nvPr/>
        </p:nvSpPr>
        <p:spPr>
          <a:xfrm>
            <a:off x="2617072" y="492460"/>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131" name="Google Shape;1131;p56"/>
          <p:cNvCxnSpPr/>
          <p:nvPr/>
        </p:nvCxnSpPr>
        <p:spPr>
          <a:xfrm rot="5400000">
            <a:off x="2360975" y="14392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132" name="Google Shape;1132;p56"/>
          <p:cNvCxnSpPr/>
          <p:nvPr/>
        </p:nvCxnSpPr>
        <p:spPr>
          <a:xfrm flipH="1" rot="-5400000">
            <a:off x="2785032" y="14194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133" name="Google Shape;1133;p56"/>
          <p:cNvCxnSpPr>
            <a:stCxn id="1130" idx="3"/>
            <a:endCxn id="1134" idx="2"/>
          </p:cNvCxnSpPr>
          <p:nvPr/>
        </p:nvCxnSpPr>
        <p:spPr>
          <a:xfrm flipH="1">
            <a:off x="2422989" y="942138"/>
            <a:ext cx="645600" cy="118800"/>
          </a:xfrm>
          <a:prstGeom prst="straightConnector1">
            <a:avLst/>
          </a:prstGeom>
          <a:noFill/>
          <a:ln cap="flat" cmpd="sng" w="5800">
            <a:solidFill>
              <a:schemeClr val="dk2"/>
            </a:solidFill>
            <a:prstDash val="solid"/>
            <a:round/>
            <a:headEnd len="med" w="med" type="none"/>
            <a:tailEnd len="med" w="med" type="none"/>
          </a:ln>
        </p:spPr>
      </p:cxnSp>
      <p:cxnSp>
        <p:nvCxnSpPr>
          <p:cNvPr id="1135" name="Google Shape;1135;p56"/>
          <p:cNvCxnSpPr>
            <a:stCxn id="1128" idx="7"/>
          </p:cNvCxnSpPr>
          <p:nvPr/>
        </p:nvCxnSpPr>
        <p:spPr>
          <a:xfrm rot="10800000">
            <a:off x="2537988" y="-218237"/>
            <a:ext cx="175500" cy="168000"/>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56"/>
          <p:cNvCxnSpPr>
            <a:endCxn id="1126" idx="7"/>
          </p:cNvCxnSpPr>
          <p:nvPr/>
        </p:nvCxnSpPr>
        <p:spPr>
          <a:xfrm flipH="1" rot="10800000">
            <a:off x="2806856" y="-119647"/>
            <a:ext cx="367500" cy="127800"/>
          </a:xfrm>
          <a:prstGeom prst="straightConnector1">
            <a:avLst/>
          </a:prstGeom>
          <a:noFill/>
          <a:ln cap="flat" cmpd="sng" w="9525">
            <a:solidFill>
              <a:schemeClr val="dk2"/>
            </a:solidFill>
            <a:prstDash val="solid"/>
            <a:round/>
            <a:headEnd len="med" w="med" type="none"/>
            <a:tailEnd len="med" w="med" type="none"/>
          </a:ln>
        </p:spPr>
      </p:cxnSp>
      <p:cxnSp>
        <p:nvCxnSpPr>
          <p:cNvPr id="1137" name="Google Shape;1137;p56"/>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138" name="Google Shape;1138;p56"/>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39" name="Google Shape;1139;p56"/>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140" name="Google Shape;1140;p56"/>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141" name="Google Shape;1141;p56"/>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56"/>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56"/>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56"/>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145" name="Google Shape;1145;p56"/>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146" name="Google Shape;1146;p56"/>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56"/>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56"/>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56"/>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150" name="Google Shape;1150;p56"/>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23629617 (Provided by Getty Images)" id="1134" name="Google Shape;1134;p56"/>
          <p:cNvPicPr preferRelativeResize="0"/>
          <p:nvPr/>
        </p:nvPicPr>
        <p:blipFill>
          <a:blip r:embed="rId3">
            <a:alphaModFix/>
          </a:blip>
          <a:stretch>
            <a:fillRect/>
          </a:stretch>
        </p:blipFill>
        <p:spPr>
          <a:xfrm rot="-13">
            <a:off x="1721376" y="666222"/>
            <a:ext cx="1403126" cy="394626"/>
          </a:xfrm>
          <a:prstGeom prst="rect">
            <a:avLst/>
          </a:prstGeom>
          <a:noFill/>
          <a:ln>
            <a:noFill/>
          </a:ln>
        </p:spPr>
      </p:pic>
      <p:pic>
        <p:nvPicPr>
          <p:cNvPr id="1151" name="Google Shape;1151;p56"/>
          <p:cNvPicPr preferRelativeResize="0"/>
          <p:nvPr/>
        </p:nvPicPr>
        <p:blipFill rotWithShape="1">
          <a:blip r:embed="rId4">
            <a:alphaModFix/>
          </a:blip>
          <a:srcRect b="37769" l="10224" r="5905" t="30247"/>
          <a:stretch/>
        </p:blipFill>
        <p:spPr>
          <a:xfrm rot="2290964">
            <a:off x="1730913" y="67305"/>
            <a:ext cx="876600" cy="334295"/>
          </a:xfrm>
          <a:prstGeom prst="rect">
            <a:avLst/>
          </a:prstGeom>
          <a:noFill/>
          <a:ln>
            <a:noFill/>
          </a:ln>
        </p:spPr>
      </p:pic>
      <p:pic>
        <p:nvPicPr>
          <p:cNvPr descr="a bald eagle is flying with its wings outstretched on a white background (Provided by Tenor)" id="1152" name="Google Shape;1152;p56"/>
          <p:cNvPicPr preferRelativeResize="0"/>
          <p:nvPr/>
        </p:nvPicPr>
        <p:blipFill>
          <a:blip r:embed="rId5">
            <a:alphaModFix/>
          </a:blip>
          <a:stretch>
            <a:fillRect/>
          </a:stretch>
        </p:blipFill>
        <p:spPr>
          <a:xfrm flipH="1">
            <a:off x="1041922" y="-1114850"/>
            <a:ext cx="1269605" cy="1333849"/>
          </a:xfrm>
          <a:prstGeom prst="rect">
            <a:avLst/>
          </a:prstGeom>
          <a:noFill/>
          <a:ln>
            <a:noFill/>
          </a:ln>
        </p:spPr>
      </p:pic>
      <p:sp>
        <p:nvSpPr>
          <p:cNvPr id="1153" name="Google Shape;1153;p56"/>
          <p:cNvSpPr/>
          <p:nvPr/>
        </p:nvSpPr>
        <p:spPr>
          <a:xfrm>
            <a:off x="4147875" y="267825"/>
            <a:ext cx="2604900" cy="1124100"/>
          </a:xfrm>
          <a:prstGeom prst="rect">
            <a:avLst/>
          </a:prstGeom>
          <a:solidFill>
            <a:schemeClr val="lt2"/>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u="sng">
                <a:solidFill>
                  <a:schemeClr val="hlink"/>
                </a:solidFill>
                <a:hlinkClick action="ppaction://hlinksldjump" r:id="rId6"/>
              </a:rPr>
              <a:t>ENTER</a:t>
            </a:r>
            <a:endParaRPr b="1"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57" name="Shape 1157"/>
        <p:cNvGrpSpPr/>
        <p:nvPr/>
      </p:nvGrpSpPr>
      <p:grpSpPr>
        <a:xfrm>
          <a:off x="0" y="0"/>
          <a:ext cx="0" cy="0"/>
          <a:chOff x="0" y="0"/>
          <a:chExt cx="0" cy="0"/>
        </a:xfrm>
      </p:grpSpPr>
      <p:sp>
        <p:nvSpPr>
          <p:cNvPr id="1158" name="Google Shape;115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59" name="Google Shape;1159;p57">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160" name="Google Shape;1160;p57"/>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161" name="Google Shape;1161;p57"/>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162" name="Google Shape;1162;p57"/>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163" name="Google Shape;1163;p57"/>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67" name="Shape 1167"/>
        <p:cNvGrpSpPr/>
        <p:nvPr/>
      </p:nvGrpSpPr>
      <p:grpSpPr>
        <a:xfrm>
          <a:off x="0" y="0"/>
          <a:ext cx="0" cy="0"/>
          <a:chOff x="0" y="0"/>
          <a:chExt cx="0" cy="0"/>
        </a:xfrm>
      </p:grpSpPr>
      <p:sp>
        <p:nvSpPr>
          <p:cNvPr id="1168" name="Google Shape;1168;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69" name="Google Shape;1169;p58">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170" name="Google Shape;1170;p5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171" name="Google Shape;1171;p5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172" name="Google Shape;1172;p5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173" name="Google Shape;1173;p58"/>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59"/>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59"/>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59"/>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181" name="Google Shape;1181;p59"/>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182" name="Google Shape;1182;p59"/>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183" name="Google Shape;1183;p59"/>
          <p:cNvSpPr/>
          <p:nvPr/>
        </p:nvSpPr>
        <p:spPr>
          <a:xfrm>
            <a:off x="6463577" y="27090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184" name="Google Shape;1184;p59"/>
          <p:cNvCxnSpPr/>
          <p:nvPr/>
        </p:nvCxnSpPr>
        <p:spPr>
          <a:xfrm>
            <a:off x="6693479" y="32060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185" name="Google Shape;1185;p59"/>
          <p:cNvSpPr/>
          <p:nvPr/>
        </p:nvSpPr>
        <p:spPr>
          <a:xfrm>
            <a:off x="6617757" y="291386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186" name="Google Shape;1186;p59"/>
          <p:cNvSpPr/>
          <p:nvPr/>
        </p:nvSpPr>
        <p:spPr>
          <a:xfrm>
            <a:off x="6846525" y="29567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187" name="Google Shape;1187;p59"/>
          <p:cNvSpPr/>
          <p:nvPr/>
        </p:nvSpPr>
        <p:spPr>
          <a:xfrm>
            <a:off x="6677460" y="355113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188" name="Google Shape;1188;p59"/>
          <p:cNvCxnSpPr/>
          <p:nvPr/>
        </p:nvCxnSpPr>
        <p:spPr>
          <a:xfrm rot="5400000">
            <a:off x="6442562" y="46256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189" name="Google Shape;1189;p59"/>
          <p:cNvCxnSpPr/>
          <p:nvPr/>
        </p:nvCxnSpPr>
        <p:spPr>
          <a:xfrm flipH="1" rot="-5400000">
            <a:off x="6845744" y="45856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190" name="Google Shape;1190;p59"/>
          <p:cNvCxnSpPr/>
          <p:nvPr/>
        </p:nvCxnSpPr>
        <p:spPr>
          <a:xfrm flipH="1">
            <a:off x="6285960" y="4000813"/>
            <a:ext cx="391500" cy="237300"/>
          </a:xfrm>
          <a:prstGeom prst="straightConnector1">
            <a:avLst/>
          </a:prstGeom>
          <a:noFill/>
          <a:ln cap="flat" cmpd="sng" w="5800">
            <a:solidFill>
              <a:schemeClr val="dk2"/>
            </a:solidFill>
            <a:prstDash val="solid"/>
            <a:round/>
            <a:headEnd len="med" w="med" type="none"/>
            <a:tailEnd len="med" w="med" type="none"/>
          </a:ln>
        </p:spPr>
      </p:cxnSp>
      <p:cxnSp>
        <p:nvCxnSpPr>
          <p:cNvPr id="1191" name="Google Shape;1191;p59"/>
          <p:cNvCxnSpPr>
            <a:stCxn id="1187" idx="3"/>
          </p:cNvCxnSpPr>
          <p:nvPr/>
        </p:nvCxnSpPr>
        <p:spPr>
          <a:xfrm flipH="1">
            <a:off x="6742877" y="4000813"/>
            <a:ext cx="386100" cy="354000"/>
          </a:xfrm>
          <a:prstGeom prst="straightConnector1">
            <a:avLst/>
          </a:prstGeom>
          <a:noFill/>
          <a:ln cap="flat" cmpd="sng" w="5800">
            <a:solidFill>
              <a:schemeClr val="dk2"/>
            </a:solidFill>
            <a:prstDash val="solid"/>
            <a:round/>
            <a:headEnd len="med" w="med" type="none"/>
            <a:tailEnd len="med" w="med" type="none"/>
          </a:ln>
        </p:spPr>
      </p:cxnSp>
      <p:cxnSp>
        <p:nvCxnSpPr>
          <p:cNvPr id="1192" name="Google Shape;1192;p59"/>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193" name="Google Shape;1193;p59"/>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94" name="Google Shape;1194;p59"/>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195" name="Google Shape;1195;p59"/>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196" name="Google Shape;1196;p59"/>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59"/>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59"/>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199" name="Google Shape;1199;p59"/>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200" name="Google Shape;1200;p59"/>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201" name="Google Shape;1201;p59"/>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202" name="Google Shape;1202;p59"/>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203" name="Google Shape;1203;p59"/>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204" name="Google Shape;1204;p59"/>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205" name="Google Shape;1205;p59"/>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60"/>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1" name="Google Shape;1211;p60"/>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2" name="Google Shape;1212;p60"/>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213" name="Google Shape;1213;p60"/>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60"/>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215" name="Google Shape;1215;p60"/>
          <p:cNvSpPr/>
          <p:nvPr/>
        </p:nvSpPr>
        <p:spPr>
          <a:xfrm>
            <a:off x="2188277" y="2551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216" name="Google Shape;1216;p60"/>
          <p:cNvCxnSpPr/>
          <p:nvPr/>
        </p:nvCxnSpPr>
        <p:spPr>
          <a:xfrm>
            <a:off x="2418179" y="30487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217" name="Google Shape;1217;p60"/>
          <p:cNvSpPr/>
          <p:nvPr/>
        </p:nvSpPr>
        <p:spPr>
          <a:xfrm>
            <a:off x="2342457" y="2756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218" name="Google Shape;1218;p60"/>
          <p:cNvSpPr/>
          <p:nvPr/>
        </p:nvSpPr>
        <p:spPr>
          <a:xfrm>
            <a:off x="2571225" y="2799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219" name="Google Shape;1219;p60"/>
          <p:cNvSpPr/>
          <p:nvPr/>
        </p:nvSpPr>
        <p:spPr>
          <a:xfrm>
            <a:off x="2402160" y="3393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220" name="Google Shape;1220;p60"/>
          <p:cNvCxnSpPr/>
          <p:nvPr/>
        </p:nvCxnSpPr>
        <p:spPr>
          <a:xfrm rot="5400000">
            <a:off x="2167262" y="4468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221" name="Google Shape;1221;p60"/>
          <p:cNvCxnSpPr/>
          <p:nvPr/>
        </p:nvCxnSpPr>
        <p:spPr>
          <a:xfrm flipH="1" rot="-5400000">
            <a:off x="2570444" y="4428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222" name="Google Shape;1222;p60"/>
          <p:cNvCxnSpPr/>
          <p:nvPr/>
        </p:nvCxnSpPr>
        <p:spPr>
          <a:xfrm flipH="1">
            <a:off x="2010660" y="3843563"/>
            <a:ext cx="391500" cy="237300"/>
          </a:xfrm>
          <a:prstGeom prst="straightConnector1">
            <a:avLst/>
          </a:prstGeom>
          <a:noFill/>
          <a:ln cap="flat" cmpd="sng" w="5800">
            <a:solidFill>
              <a:schemeClr val="dk2"/>
            </a:solidFill>
            <a:prstDash val="solid"/>
            <a:round/>
            <a:headEnd len="med" w="med" type="none"/>
            <a:tailEnd len="med" w="med" type="none"/>
          </a:ln>
        </p:spPr>
      </p:cxnSp>
      <p:cxnSp>
        <p:nvCxnSpPr>
          <p:cNvPr id="1223" name="Google Shape;1223;p60"/>
          <p:cNvCxnSpPr>
            <a:stCxn id="1219" idx="3"/>
          </p:cNvCxnSpPr>
          <p:nvPr/>
        </p:nvCxnSpPr>
        <p:spPr>
          <a:xfrm flipH="1">
            <a:off x="2467577" y="3843563"/>
            <a:ext cx="386100" cy="354000"/>
          </a:xfrm>
          <a:prstGeom prst="straightConnector1">
            <a:avLst/>
          </a:prstGeom>
          <a:noFill/>
          <a:ln cap="flat" cmpd="sng" w="5800">
            <a:solidFill>
              <a:schemeClr val="dk2"/>
            </a:solidFill>
            <a:prstDash val="solid"/>
            <a:round/>
            <a:headEnd len="med" w="med" type="none"/>
            <a:tailEnd len="med" w="med" type="none"/>
          </a:ln>
        </p:spPr>
      </p:cxnSp>
      <p:cxnSp>
        <p:nvCxnSpPr>
          <p:cNvPr id="1224" name="Google Shape;1224;p60"/>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225" name="Google Shape;1225;p60"/>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26" name="Google Shape;1226;p60"/>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227" name="Google Shape;1227;p60"/>
          <p:cNvCxnSpPr/>
          <p:nvPr/>
        </p:nvCxnSpPr>
        <p:spPr>
          <a:xfrm flipH="1" rot="10800000">
            <a:off x="2638950" y="535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228" name="Google Shape;1228;p60"/>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229" name="Google Shape;1229;p60"/>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230" name="Google Shape;1230;p60"/>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231" name="Google Shape;1231;p60"/>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232" name="Google Shape;1232;p60"/>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233" name="Google Shape;1233;p60"/>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234" name="Google Shape;1234;p60"/>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235" name="Google Shape;1235;p60"/>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236" name="Google Shape;1236;p60"/>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237" name="Google Shape;1237;p60"/>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1238" name="Google Shape;1238;p60"/>
          <p:cNvSpPr/>
          <p:nvPr/>
        </p:nvSpPr>
        <p:spPr>
          <a:xfrm>
            <a:off x="677975" y="3583825"/>
            <a:ext cx="1263600" cy="3540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61"/>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4" name="Google Shape;1244;p61"/>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5" name="Google Shape;1245;p61"/>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246" name="Google Shape;1246;p61"/>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61"/>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61"/>
          <p:cNvCxnSpPr/>
          <p:nvPr/>
        </p:nvCxnSpPr>
        <p:spPr>
          <a:xfrm rot="10800000">
            <a:off x="619700" y="7100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61"/>
          <p:cNvCxnSpPr/>
          <p:nvPr/>
        </p:nvCxnSpPr>
        <p:spPr>
          <a:xfrm>
            <a:off x="-30150" y="1973650"/>
            <a:ext cx="9204300" cy="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61"/>
          <p:cNvCxnSpPr/>
          <p:nvPr/>
        </p:nvCxnSpPr>
        <p:spPr>
          <a:xfrm rot="10800000">
            <a:off x="1442725" y="7100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61"/>
          <p:cNvCxnSpPr/>
          <p:nvPr/>
        </p:nvCxnSpPr>
        <p:spPr>
          <a:xfrm>
            <a:off x="600200" y="671250"/>
            <a:ext cx="874800" cy="68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61"/>
          <p:cNvCxnSpPr/>
          <p:nvPr/>
        </p:nvCxnSpPr>
        <p:spPr>
          <a:xfrm rot="10800000">
            <a:off x="7400725" y="7294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61"/>
          <p:cNvCxnSpPr/>
          <p:nvPr/>
        </p:nvCxnSpPr>
        <p:spPr>
          <a:xfrm rot="10800000">
            <a:off x="8223750" y="7294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254" name="Google Shape;1254;p61"/>
          <p:cNvCxnSpPr/>
          <p:nvPr/>
        </p:nvCxnSpPr>
        <p:spPr>
          <a:xfrm>
            <a:off x="7381225" y="690650"/>
            <a:ext cx="874800" cy="68100"/>
          </a:xfrm>
          <a:prstGeom prst="straightConnector1">
            <a:avLst/>
          </a:prstGeom>
          <a:noFill/>
          <a:ln cap="flat" cmpd="sng" w="9525">
            <a:solidFill>
              <a:schemeClr val="dk2"/>
            </a:solidFill>
            <a:prstDash val="solid"/>
            <a:round/>
            <a:headEnd len="med" w="med" type="none"/>
            <a:tailEnd len="med" w="med" type="none"/>
          </a:ln>
        </p:spPr>
      </p:cxnSp>
      <p:sp>
        <p:nvSpPr>
          <p:cNvPr id="1255" name="Google Shape;1255;p61"/>
          <p:cNvSpPr/>
          <p:nvPr/>
        </p:nvSpPr>
        <p:spPr>
          <a:xfrm>
            <a:off x="7467789" y="27037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256" name="Google Shape;1256;p61"/>
          <p:cNvCxnSpPr/>
          <p:nvPr/>
        </p:nvCxnSpPr>
        <p:spPr>
          <a:xfrm>
            <a:off x="7697691" y="3200774"/>
            <a:ext cx="419400" cy="183900"/>
          </a:xfrm>
          <a:prstGeom prst="curvedConnector3">
            <a:avLst>
              <a:gd fmla="val 59700" name="adj1"/>
            </a:avLst>
          </a:prstGeom>
          <a:noFill/>
          <a:ln cap="flat" cmpd="sng" w="5800">
            <a:solidFill>
              <a:schemeClr val="dk2"/>
            </a:solidFill>
            <a:prstDash val="solid"/>
            <a:round/>
            <a:headEnd len="med" w="med" type="none"/>
            <a:tailEnd len="med" w="med" type="none"/>
          </a:ln>
        </p:spPr>
      </p:cxnSp>
      <p:sp>
        <p:nvSpPr>
          <p:cNvPr id="1257" name="Google Shape;1257;p61"/>
          <p:cNvSpPr/>
          <p:nvPr/>
        </p:nvSpPr>
        <p:spPr>
          <a:xfrm>
            <a:off x="7621970" y="29086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258" name="Google Shape;1258;p61"/>
          <p:cNvSpPr/>
          <p:nvPr/>
        </p:nvSpPr>
        <p:spPr>
          <a:xfrm>
            <a:off x="7850738" y="29515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259" name="Google Shape;1259;p61"/>
          <p:cNvSpPr/>
          <p:nvPr/>
        </p:nvSpPr>
        <p:spPr>
          <a:xfrm>
            <a:off x="7681672" y="354588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260" name="Google Shape;1260;p61"/>
          <p:cNvCxnSpPr/>
          <p:nvPr/>
        </p:nvCxnSpPr>
        <p:spPr>
          <a:xfrm rot="5400000">
            <a:off x="7446775" y="46204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261" name="Google Shape;1261;p61"/>
          <p:cNvCxnSpPr/>
          <p:nvPr/>
        </p:nvCxnSpPr>
        <p:spPr>
          <a:xfrm flipH="1" rot="-5400000">
            <a:off x="7849957" y="45803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262" name="Google Shape;1262;p61"/>
          <p:cNvCxnSpPr/>
          <p:nvPr/>
        </p:nvCxnSpPr>
        <p:spPr>
          <a:xfrm flipH="1">
            <a:off x="7290172" y="3995563"/>
            <a:ext cx="391500" cy="237300"/>
          </a:xfrm>
          <a:prstGeom prst="straightConnector1">
            <a:avLst/>
          </a:prstGeom>
          <a:noFill/>
          <a:ln cap="flat" cmpd="sng" w="5800">
            <a:solidFill>
              <a:schemeClr val="dk2"/>
            </a:solidFill>
            <a:prstDash val="solid"/>
            <a:round/>
            <a:headEnd len="med" w="med" type="none"/>
            <a:tailEnd len="med" w="med" type="none"/>
          </a:ln>
        </p:spPr>
      </p:cxnSp>
      <p:cxnSp>
        <p:nvCxnSpPr>
          <p:cNvPr id="1263" name="Google Shape;1263;p61"/>
          <p:cNvCxnSpPr>
            <a:stCxn id="1259" idx="3"/>
          </p:cNvCxnSpPr>
          <p:nvPr/>
        </p:nvCxnSpPr>
        <p:spPr>
          <a:xfrm>
            <a:off x="8133189" y="3995563"/>
            <a:ext cx="320400" cy="437100"/>
          </a:xfrm>
          <a:prstGeom prst="straightConnector1">
            <a:avLst/>
          </a:prstGeom>
          <a:noFill/>
          <a:ln cap="flat" cmpd="sng" w="5800">
            <a:solidFill>
              <a:schemeClr val="dk2"/>
            </a:solidFill>
            <a:prstDash val="solid"/>
            <a:round/>
            <a:headEnd len="med" w="med" type="none"/>
            <a:tailEnd len="med" w="med" type="none"/>
          </a:ln>
        </p:spPr>
      </p:cxnSp>
      <p:cxnSp>
        <p:nvCxnSpPr>
          <p:cNvPr id="1264" name="Google Shape;1264;p61"/>
          <p:cNvCxnSpPr/>
          <p:nvPr/>
        </p:nvCxnSpPr>
        <p:spPr>
          <a:xfrm>
            <a:off x="7543220" y="2814976"/>
            <a:ext cx="270900" cy="156300"/>
          </a:xfrm>
          <a:prstGeom prst="straightConnector1">
            <a:avLst/>
          </a:prstGeom>
          <a:noFill/>
          <a:ln cap="flat" cmpd="sng" w="9525">
            <a:solidFill>
              <a:schemeClr val="dk2"/>
            </a:solidFill>
            <a:prstDash val="solid"/>
            <a:round/>
            <a:headEnd len="med" w="med" type="none"/>
            <a:tailEnd len="med" w="med" type="none"/>
          </a:ln>
        </p:spPr>
      </p:cxnSp>
      <p:cxnSp>
        <p:nvCxnSpPr>
          <p:cNvPr id="1265" name="Google Shape;1265;p61"/>
          <p:cNvCxnSpPr/>
          <p:nvPr/>
        </p:nvCxnSpPr>
        <p:spPr>
          <a:xfrm flipH="1" rot="10800000">
            <a:off x="7814125" y="2829975"/>
            <a:ext cx="311100" cy="126300"/>
          </a:xfrm>
          <a:prstGeom prst="straightConnector1">
            <a:avLst/>
          </a:prstGeom>
          <a:noFill/>
          <a:ln cap="flat" cmpd="sng" w="9525">
            <a:solidFill>
              <a:schemeClr val="dk2"/>
            </a:solidFill>
            <a:prstDash val="solid"/>
            <a:round/>
            <a:headEnd len="med" w="med" type="none"/>
            <a:tailEnd len="med" w="med" type="none"/>
          </a:ln>
        </p:spPr>
      </p:cxnSp>
      <p:sp>
        <p:nvSpPr>
          <p:cNvPr id="1266" name="Google Shape;1266;p61"/>
          <p:cNvSpPr/>
          <p:nvPr/>
        </p:nvSpPr>
        <p:spPr>
          <a:xfrm>
            <a:off x="129338" y="2653093"/>
            <a:ext cx="714600" cy="749400"/>
          </a:xfrm>
          <a:prstGeom prst="ellipse">
            <a:avLst/>
          </a:prstGeom>
          <a:noFill/>
          <a:ln cap="flat" cmpd="sng" w="7750">
            <a:solidFill>
              <a:schemeClr val="dk2"/>
            </a:solidFill>
            <a:prstDash val="solid"/>
            <a:round/>
            <a:headEnd len="sm" w="sm" type="none"/>
            <a:tailEnd len="sm" w="sm" type="none"/>
          </a:ln>
        </p:spPr>
        <p:txBody>
          <a:bodyPr anchorCtr="0" anchor="ctr" bIns="74300" lIns="74300" spcFirstLastPara="1" rIns="74300" wrap="square" tIns="74300">
            <a:noAutofit/>
          </a:bodyPr>
          <a:lstStyle/>
          <a:p>
            <a:pPr indent="0" lvl="0" marL="0" rtl="0" algn="ctr">
              <a:spcBef>
                <a:spcPts val="0"/>
              </a:spcBef>
              <a:spcAft>
                <a:spcPts val="0"/>
              </a:spcAft>
              <a:buNone/>
            </a:pPr>
            <a:r>
              <a:t/>
            </a:r>
            <a:endParaRPr sz="1138"/>
          </a:p>
        </p:txBody>
      </p:sp>
      <p:sp>
        <p:nvSpPr>
          <p:cNvPr id="1267" name="Google Shape;1267;p61"/>
          <p:cNvSpPr/>
          <p:nvPr/>
        </p:nvSpPr>
        <p:spPr>
          <a:xfrm>
            <a:off x="356403" y="2859996"/>
            <a:ext cx="92100" cy="154500"/>
          </a:xfrm>
          <a:prstGeom prst="ellipse">
            <a:avLst/>
          </a:prstGeom>
          <a:solidFill>
            <a:schemeClr val="lt2"/>
          </a:solidFill>
          <a:ln cap="flat" cmpd="sng" w="7750">
            <a:solidFill>
              <a:schemeClr val="dk2"/>
            </a:solidFill>
            <a:prstDash val="solid"/>
            <a:round/>
            <a:headEnd len="sm" w="sm" type="none"/>
            <a:tailEnd len="sm" w="sm" type="none"/>
          </a:ln>
        </p:spPr>
        <p:txBody>
          <a:bodyPr anchorCtr="0" anchor="ctr" bIns="74300" lIns="74300" spcFirstLastPara="1" rIns="74300" wrap="square" tIns="74300">
            <a:noAutofit/>
          </a:bodyPr>
          <a:lstStyle/>
          <a:p>
            <a:pPr indent="0" lvl="0" marL="0" rtl="0" algn="ctr">
              <a:spcBef>
                <a:spcPts val="0"/>
              </a:spcBef>
              <a:spcAft>
                <a:spcPts val="0"/>
              </a:spcAft>
              <a:buNone/>
            </a:pPr>
            <a:r>
              <a:t/>
            </a:r>
            <a:endParaRPr sz="1138"/>
          </a:p>
        </p:txBody>
      </p:sp>
      <p:sp>
        <p:nvSpPr>
          <p:cNvPr id="1268" name="Google Shape;1268;p61"/>
          <p:cNvSpPr/>
          <p:nvPr/>
        </p:nvSpPr>
        <p:spPr>
          <a:xfrm>
            <a:off x="601297" y="2859996"/>
            <a:ext cx="92100" cy="154500"/>
          </a:xfrm>
          <a:prstGeom prst="ellipse">
            <a:avLst/>
          </a:prstGeom>
          <a:solidFill>
            <a:schemeClr val="lt2"/>
          </a:solidFill>
          <a:ln cap="flat" cmpd="sng" w="7750">
            <a:solidFill>
              <a:schemeClr val="dk2"/>
            </a:solidFill>
            <a:prstDash val="solid"/>
            <a:round/>
            <a:headEnd len="sm" w="sm" type="none"/>
            <a:tailEnd len="sm" w="sm" type="none"/>
          </a:ln>
        </p:spPr>
        <p:txBody>
          <a:bodyPr anchorCtr="0" anchor="ctr" bIns="74300" lIns="74300" spcFirstLastPara="1" rIns="74300" wrap="square" tIns="74300">
            <a:noAutofit/>
          </a:bodyPr>
          <a:lstStyle/>
          <a:p>
            <a:pPr indent="0" lvl="0" marL="0" rtl="0" algn="ctr">
              <a:spcBef>
                <a:spcPts val="0"/>
              </a:spcBef>
              <a:spcAft>
                <a:spcPts val="0"/>
              </a:spcAft>
              <a:buNone/>
            </a:pPr>
            <a:r>
              <a:t/>
            </a:r>
            <a:endParaRPr sz="1138"/>
          </a:p>
        </p:txBody>
      </p:sp>
      <p:cxnSp>
        <p:nvCxnSpPr>
          <p:cNvPr id="1269" name="Google Shape;1269;p61"/>
          <p:cNvCxnSpPr/>
          <p:nvPr/>
        </p:nvCxnSpPr>
        <p:spPr>
          <a:xfrm flipH="1" rot="10800000">
            <a:off x="393858" y="3202544"/>
            <a:ext cx="160800" cy="80400"/>
          </a:xfrm>
          <a:prstGeom prst="straightConnector1">
            <a:avLst/>
          </a:prstGeom>
          <a:noFill/>
          <a:ln cap="flat" cmpd="sng" w="7750">
            <a:solidFill>
              <a:schemeClr val="dk2"/>
            </a:solidFill>
            <a:prstDash val="solid"/>
            <a:round/>
            <a:headEnd len="med" w="med" type="none"/>
            <a:tailEnd len="med" w="med" type="none"/>
          </a:ln>
        </p:spPr>
      </p:cxnSp>
      <p:cxnSp>
        <p:nvCxnSpPr>
          <p:cNvPr id="1270" name="Google Shape;1270;p61"/>
          <p:cNvCxnSpPr/>
          <p:nvPr/>
        </p:nvCxnSpPr>
        <p:spPr>
          <a:xfrm flipH="1">
            <a:off x="529490" y="3227643"/>
            <a:ext cx="5100" cy="80400"/>
          </a:xfrm>
          <a:prstGeom prst="straightConnector1">
            <a:avLst/>
          </a:prstGeom>
          <a:noFill/>
          <a:ln cap="flat" cmpd="sng" w="7750">
            <a:solidFill>
              <a:schemeClr val="dk2"/>
            </a:solidFill>
            <a:prstDash val="solid"/>
            <a:round/>
            <a:headEnd len="med" w="med" type="none"/>
            <a:tailEnd len="med" w="med" type="none"/>
          </a:ln>
        </p:spPr>
      </p:cxnSp>
      <p:cxnSp>
        <p:nvCxnSpPr>
          <p:cNvPr id="1271" name="Google Shape;1271;p61"/>
          <p:cNvCxnSpPr>
            <a:endCxn id="1267" idx="7"/>
          </p:cNvCxnSpPr>
          <p:nvPr/>
        </p:nvCxnSpPr>
        <p:spPr>
          <a:xfrm>
            <a:off x="356115" y="2724822"/>
            <a:ext cx="78900" cy="157800"/>
          </a:xfrm>
          <a:prstGeom prst="straightConnector1">
            <a:avLst/>
          </a:prstGeom>
          <a:noFill/>
          <a:ln cap="flat" cmpd="sng" w="7750">
            <a:solidFill>
              <a:schemeClr val="dk2"/>
            </a:solidFill>
            <a:prstDash val="solid"/>
            <a:round/>
            <a:headEnd len="med" w="med" type="none"/>
            <a:tailEnd len="med" w="med" type="none"/>
          </a:ln>
        </p:spPr>
      </p:cxnSp>
      <p:cxnSp>
        <p:nvCxnSpPr>
          <p:cNvPr id="1272" name="Google Shape;1272;p61"/>
          <p:cNvCxnSpPr/>
          <p:nvPr/>
        </p:nvCxnSpPr>
        <p:spPr>
          <a:xfrm flipH="1" rot="10800000">
            <a:off x="539608" y="2762621"/>
            <a:ext cx="199800" cy="57900"/>
          </a:xfrm>
          <a:prstGeom prst="straightConnector1">
            <a:avLst/>
          </a:prstGeom>
          <a:noFill/>
          <a:ln cap="flat" cmpd="sng" w="7750">
            <a:solidFill>
              <a:schemeClr val="dk2"/>
            </a:solidFill>
            <a:prstDash val="solid"/>
            <a:round/>
            <a:headEnd len="med" w="med" type="none"/>
            <a:tailEnd len="med" w="med" type="none"/>
          </a:ln>
        </p:spPr>
      </p:cxnSp>
      <p:pic>
        <p:nvPicPr>
          <p:cNvPr descr="Police hat icon / vector graphics (Provided by Getty Images)" id="1273" name="Google Shape;1273;p61"/>
          <p:cNvPicPr preferRelativeResize="0"/>
          <p:nvPr/>
        </p:nvPicPr>
        <p:blipFill rotWithShape="1">
          <a:blip r:embed="rId3">
            <a:alphaModFix/>
          </a:blip>
          <a:srcRect b="14259" l="13020" r="8215" t="12238"/>
          <a:stretch/>
        </p:blipFill>
        <p:spPr>
          <a:xfrm>
            <a:off x="189962" y="2113000"/>
            <a:ext cx="653947" cy="610268"/>
          </a:xfrm>
          <a:prstGeom prst="rect">
            <a:avLst/>
          </a:prstGeom>
          <a:noFill/>
          <a:ln>
            <a:noFill/>
          </a:ln>
        </p:spPr>
      </p:pic>
      <p:sp>
        <p:nvSpPr>
          <p:cNvPr id="1274" name="Google Shape;1274;p61"/>
          <p:cNvSpPr/>
          <p:nvPr/>
        </p:nvSpPr>
        <p:spPr>
          <a:xfrm>
            <a:off x="268260" y="3443870"/>
            <a:ext cx="445906" cy="842768"/>
          </a:xfrm>
          <a:prstGeom prst="flowChartProcess">
            <a:avLst/>
          </a:prstGeom>
          <a:solidFill>
            <a:srgbClr val="0000FF"/>
          </a:solidFill>
          <a:ln cap="flat" cmpd="sng" w="4725">
            <a:solidFill>
              <a:srgbClr val="FF0000"/>
            </a:solidFill>
            <a:prstDash val="solid"/>
            <a:round/>
            <a:headEnd len="sm" w="sm" type="none"/>
            <a:tailEnd len="sm" w="sm" type="none"/>
          </a:ln>
        </p:spPr>
        <p:txBody>
          <a:bodyPr anchorCtr="0" anchor="ctr" bIns="45175" lIns="45175" spcFirstLastPara="1" rIns="45175" wrap="square" tIns="45175">
            <a:noAutofit/>
          </a:bodyPr>
          <a:lstStyle/>
          <a:p>
            <a:pPr indent="0" lvl="0" marL="0" rtl="0" algn="ctr">
              <a:spcBef>
                <a:spcPts val="0"/>
              </a:spcBef>
              <a:spcAft>
                <a:spcPts val="0"/>
              </a:spcAft>
              <a:buNone/>
            </a:pPr>
            <a:r>
              <a:t/>
            </a:r>
            <a:endParaRPr sz="692"/>
          </a:p>
        </p:txBody>
      </p:sp>
      <p:cxnSp>
        <p:nvCxnSpPr>
          <p:cNvPr id="1275" name="Google Shape;1275;p61"/>
          <p:cNvCxnSpPr/>
          <p:nvPr/>
        </p:nvCxnSpPr>
        <p:spPr>
          <a:xfrm flipH="1">
            <a:off x="226681" y="4286638"/>
            <a:ext cx="194400" cy="459000"/>
          </a:xfrm>
          <a:prstGeom prst="straightConnector1">
            <a:avLst/>
          </a:prstGeom>
          <a:noFill/>
          <a:ln cap="flat" cmpd="sng" w="7750">
            <a:solidFill>
              <a:schemeClr val="dk2"/>
            </a:solidFill>
            <a:prstDash val="solid"/>
            <a:round/>
            <a:headEnd len="med" w="med" type="none"/>
            <a:tailEnd len="med" w="med" type="none"/>
          </a:ln>
        </p:spPr>
      </p:cxnSp>
      <p:cxnSp>
        <p:nvCxnSpPr>
          <p:cNvPr id="1276" name="Google Shape;1276;p61"/>
          <p:cNvCxnSpPr/>
          <p:nvPr/>
        </p:nvCxnSpPr>
        <p:spPr>
          <a:xfrm>
            <a:off x="611649" y="4286638"/>
            <a:ext cx="216600" cy="477000"/>
          </a:xfrm>
          <a:prstGeom prst="straightConnector1">
            <a:avLst/>
          </a:prstGeom>
          <a:noFill/>
          <a:ln cap="flat" cmpd="sng" w="7750">
            <a:solidFill>
              <a:schemeClr val="dk2"/>
            </a:solidFill>
            <a:prstDash val="solid"/>
            <a:round/>
            <a:headEnd len="med" w="med" type="none"/>
            <a:tailEnd len="med" w="med" type="none"/>
          </a:ln>
        </p:spPr>
      </p:cxnSp>
      <p:cxnSp>
        <p:nvCxnSpPr>
          <p:cNvPr id="1277" name="Google Shape;1277;p61"/>
          <p:cNvCxnSpPr/>
          <p:nvPr/>
        </p:nvCxnSpPr>
        <p:spPr>
          <a:xfrm flipH="1">
            <a:off x="-11" y="3629584"/>
            <a:ext cx="306000" cy="306000"/>
          </a:xfrm>
          <a:prstGeom prst="straightConnector1">
            <a:avLst/>
          </a:prstGeom>
          <a:noFill/>
          <a:ln cap="flat" cmpd="sng" w="7750">
            <a:solidFill>
              <a:schemeClr val="dk2"/>
            </a:solidFill>
            <a:prstDash val="solid"/>
            <a:round/>
            <a:headEnd len="med" w="med" type="none"/>
            <a:tailEnd len="med" w="med" type="none"/>
          </a:ln>
        </p:spPr>
      </p:cxnSp>
      <p:cxnSp>
        <p:nvCxnSpPr>
          <p:cNvPr id="1278" name="Google Shape;1278;p61"/>
          <p:cNvCxnSpPr/>
          <p:nvPr/>
        </p:nvCxnSpPr>
        <p:spPr>
          <a:xfrm>
            <a:off x="666017" y="3602583"/>
            <a:ext cx="306000" cy="324000"/>
          </a:xfrm>
          <a:prstGeom prst="straightConnector1">
            <a:avLst/>
          </a:prstGeom>
          <a:noFill/>
          <a:ln cap="flat" cmpd="sng" w="7750">
            <a:solidFill>
              <a:schemeClr val="dk2"/>
            </a:solidFill>
            <a:prstDash val="solid"/>
            <a:round/>
            <a:headEnd len="med" w="med" type="none"/>
            <a:tailEnd len="med" w="med" type="none"/>
          </a:ln>
        </p:spPr>
      </p:cxnSp>
      <p:pic>
        <p:nvPicPr>
          <p:cNvPr descr="a golden police badge with a star and the word police on it (Provided by Tenor)" id="1279" name="Google Shape;1279;p61"/>
          <p:cNvPicPr preferRelativeResize="0"/>
          <p:nvPr/>
        </p:nvPicPr>
        <p:blipFill>
          <a:blip r:embed="rId4">
            <a:alphaModFix/>
          </a:blip>
          <a:stretch>
            <a:fillRect/>
          </a:stretch>
        </p:blipFill>
        <p:spPr>
          <a:xfrm>
            <a:off x="415050" y="3479617"/>
            <a:ext cx="305966" cy="305966"/>
          </a:xfrm>
          <a:prstGeom prst="rect">
            <a:avLst/>
          </a:prstGeom>
          <a:noFill/>
          <a:ln>
            <a:noFill/>
          </a:ln>
        </p:spPr>
      </p:pic>
      <p:sp>
        <p:nvSpPr>
          <p:cNvPr id="1280" name="Google Shape;1280;p61"/>
          <p:cNvSpPr/>
          <p:nvPr/>
        </p:nvSpPr>
        <p:spPr>
          <a:xfrm>
            <a:off x="3072660" y="1399523"/>
            <a:ext cx="643200" cy="674400"/>
          </a:xfrm>
          <a:prstGeom prst="ellipse">
            <a:avLst/>
          </a:prstGeom>
          <a:no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sp>
        <p:nvSpPr>
          <p:cNvPr id="1281" name="Google Shape;1281;p61"/>
          <p:cNvSpPr/>
          <p:nvPr/>
        </p:nvSpPr>
        <p:spPr>
          <a:xfrm>
            <a:off x="3252285" y="1594891"/>
            <a:ext cx="82800" cy="138900"/>
          </a:xfrm>
          <a:prstGeom prst="ellipse">
            <a:avLst/>
          </a:prstGeom>
          <a:solidFill>
            <a:schemeClr val="lt2"/>
          </a:solid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sp>
        <p:nvSpPr>
          <p:cNvPr id="1282" name="Google Shape;1282;p61"/>
          <p:cNvSpPr/>
          <p:nvPr/>
        </p:nvSpPr>
        <p:spPr>
          <a:xfrm>
            <a:off x="3472684" y="1594891"/>
            <a:ext cx="82800" cy="138900"/>
          </a:xfrm>
          <a:prstGeom prst="ellipse">
            <a:avLst/>
          </a:prstGeom>
          <a:solidFill>
            <a:schemeClr val="lt2"/>
          </a:solid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cxnSp>
        <p:nvCxnSpPr>
          <p:cNvPr id="1283" name="Google Shape;1283;p61"/>
          <p:cNvCxnSpPr/>
          <p:nvPr/>
        </p:nvCxnSpPr>
        <p:spPr>
          <a:xfrm flipH="1" rot="10800000">
            <a:off x="3310722" y="1894077"/>
            <a:ext cx="144600" cy="72300"/>
          </a:xfrm>
          <a:prstGeom prst="straightConnector1">
            <a:avLst/>
          </a:prstGeom>
          <a:noFill/>
          <a:ln cap="flat" cmpd="sng" w="6975">
            <a:solidFill>
              <a:schemeClr val="dk2"/>
            </a:solidFill>
            <a:prstDash val="solid"/>
            <a:round/>
            <a:headEnd len="med" w="med" type="none"/>
            <a:tailEnd len="med" w="med" type="none"/>
          </a:ln>
        </p:spPr>
      </p:cxnSp>
      <p:cxnSp>
        <p:nvCxnSpPr>
          <p:cNvPr id="1284" name="Google Shape;1284;p61"/>
          <p:cNvCxnSpPr/>
          <p:nvPr/>
        </p:nvCxnSpPr>
        <p:spPr>
          <a:xfrm flipH="1">
            <a:off x="3432877" y="1916607"/>
            <a:ext cx="4500" cy="72300"/>
          </a:xfrm>
          <a:prstGeom prst="straightConnector1">
            <a:avLst/>
          </a:prstGeom>
          <a:noFill/>
          <a:ln cap="flat" cmpd="sng" w="6975">
            <a:solidFill>
              <a:schemeClr val="dk2"/>
            </a:solidFill>
            <a:prstDash val="solid"/>
            <a:round/>
            <a:headEnd len="med" w="med" type="none"/>
            <a:tailEnd len="med" w="med" type="none"/>
          </a:ln>
        </p:spPr>
      </p:cxnSp>
      <p:cxnSp>
        <p:nvCxnSpPr>
          <p:cNvPr id="1285" name="Google Shape;1285;p61"/>
          <p:cNvCxnSpPr>
            <a:endCxn id="1281" idx="7"/>
          </p:cNvCxnSpPr>
          <p:nvPr/>
        </p:nvCxnSpPr>
        <p:spPr>
          <a:xfrm>
            <a:off x="3251859" y="1473332"/>
            <a:ext cx="71100" cy="141900"/>
          </a:xfrm>
          <a:prstGeom prst="straightConnector1">
            <a:avLst/>
          </a:prstGeom>
          <a:noFill/>
          <a:ln cap="flat" cmpd="sng" w="6975">
            <a:solidFill>
              <a:schemeClr val="dk2"/>
            </a:solidFill>
            <a:prstDash val="solid"/>
            <a:round/>
            <a:headEnd len="med" w="med" type="none"/>
            <a:tailEnd len="med" w="med" type="none"/>
          </a:ln>
        </p:spPr>
      </p:cxnSp>
      <p:cxnSp>
        <p:nvCxnSpPr>
          <p:cNvPr id="1286" name="Google Shape;1286;p61"/>
          <p:cNvCxnSpPr/>
          <p:nvPr/>
        </p:nvCxnSpPr>
        <p:spPr>
          <a:xfrm flipH="1" rot="10800000">
            <a:off x="3441893" y="1498005"/>
            <a:ext cx="179700" cy="52200"/>
          </a:xfrm>
          <a:prstGeom prst="straightConnector1">
            <a:avLst/>
          </a:prstGeom>
          <a:noFill/>
          <a:ln cap="flat" cmpd="sng" w="6975">
            <a:solidFill>
              <a:schemeClr val="dk2"/>
            </a:solidFill>
            <a:prstDash val="solid"/>
            <a:round/>
            <a:headEnd len="med" w="med" type="none"/>
            <a:tailEnd len="med" w="med" type="none"/>
          </a:ln>
        </p:spPr>
      </p:cxnSp>
      <p:pic>
        <p:nvPicPr>
          <p:cNvPr descr="Police hat icon / vector graphics (Provided by Getty Images)" id="1287" name="Google Shape;1287;p61"/>
          <p:cNvPicPr preferRelativeResize="0"/>
          <p:nvPr/>
        </p:nvPicPr>
        <p:blipFill rotWithShape="1">
          <a:blip r:embed="rId3">
            <a:alphaModFix/>
          </a:blip>
          <a:srcRect b="14259" l="13020" r="8215" t="12238"/>
          <a:stretch/>
        </p:blipFill>
        <p:spPr>
          <a:xfrm>
            <a:off x="3127221" y="913450"/>
            <a:ext cx="588534" cy="549228"/>
          </a:xfrm>
          <a:prstGeom prst="rect">
            <a:avLst/>
          </a:prstGeom>
          <a:noFill/>
          <a:ln>
            <a:noFill/>
          </a:ln>
        </p:spPr>
      </p:pic>
      <p:sp>
        <p:nvSpPr>
          <p:cNvPr id="1288" name="Google Shape;1288;p61"/>
          <p:cNvSpPr/>
          <p:nvPr/>
        </p:nvSpPr>
        <p:spPr>
          <a:xfrm>
            <a:off x="3197687" y="2111208"/>
            <a:ext cx="401304" cy="758475"/>
          </a:xfrm>
          <a:prstGeom prst="flowChartProcess">
            <a:avLst/>
          </a:prstGeom>
          <a:solidFill>
            <a:srgbClr val="0000FF"/>
          </a:solidFill>
          <a:ln cap="flat" cmpd="sng" w="4250">
            <a:solidFill>
              <a:srgbClr val="FF0000"/>
            </a:solidFill>
            <a:prstDash val="solid"/>
            <a:round/>
            <a:headEnd len="sm" w="sm" type="none"/>
            <a:tailEnd len="sm" w="sm" type="none"/>
          </a:ln>
        </p:spPr>
        <p:txBody>
          <a:bodyPr anchorCtr="0" anchor="ctr" bIns="40650" lIns="40650" spcFirstLastPara="1" rIns="40650" wrap="square" tIns="40650">
            <a:noAutofit/>
          </a:bodyPr>
          <a:lstStyle/>
          <a:p>
            <a:pPr indent="0" lvl="0" marL="0" rtl="0" algn="ctr">
              <a:spcBef>
                <a:spcPts val="0"/>
              </a:spcBef>
              <a:spcAft>
                <a:spcPts val="0"/>
              </a:spcAft>
              <a:buNone/>
            </a:pPr>
            <a:r>
              <a:t/>
            </a:r>
            <a:endParaRPr sz="623"/>
          </a:p>
        </p:txBody>
      </p:sp>
      <p:cxnSp>
        <p:nvCxnSpPr>
          <p:cNvPr id="1289" name="Google Shape;1289;p61"/>
          <p:cNvCxnSpPr/>
          <p:nvPr/>
        </p:nvCxnSpPr>
        <p:spPr>
          <a:xfrm flipH="1">
            <a:off x="3160321" y="2869683"/>
            <a:ext cx="174900" cy="413100"/>
          </a:xfrm>
          <a:prstGeom prst="straightConnector1">
            <a:avLst/>
          </a:prstGeom>
          <a:noFill/>
          <a:ln cap="flat" cmpd="sng" w="6975">
            <a:solidFill>
              <a:schemeClr val="dk2"/>
            </a:solidFill>
            <a:prstDash val="solid"/>
            <a:round/>
            <a:headEnd len="med" w="med" type="none"/>
            <a:tailEnd len="med" w="med" type="none"/>
          </a:ln>
        </p:spPr>
      </p:cxnSp>
      <p:cxnSp>
        <p:nvCxnSpPr>
          <p:cNvPr id="1290" name="Google Shape;1290;p61"/>
          <p:cNvCxnSpPr/>
          <p:nvPr/>
        </p:nvCxnSpPr>
        <p:spPr>
          <a:xfrm>
            <a:off x="3506728" y="2869683"/>
            <a:ext cx="195000" cy="429300"/>
          </a:xfrm>
          <a:prstGeom prst="straightConnector1">
            <a:avLst/>
          </a:prstGeom>
          <a:noFill/>
          <a:ln cap="flat" cmpd="sng" w="6975">
            <a:solidFill>
              <a:schemeClr val="dk2"/>
            </a:solidFill>
            <a:prstDash val="solid"/>
            <a:round/>
            <a:headEnd len="med" w="med" type="none"/>
            <a:tailEnd len="med" w="med" type="none"/>
          </a:ln>
        </p:spPr>
      </p:cxnSp>
      <p:cxnSp>
        <p:nvCxnSpPr>
          <p:cNvPr id="1291" name="Google Shape;1291;p61"/>
          <p:cNvCxnSpPr/>
          <p:nvPr/>
        </p:nvCxnSpPr>
        <p:spPr>
          <a:xfrm flipH="1">
            <a:off x="2956242" y="2278346"/>
            <a:ext cx="275400" cy="275400"/>
          </a:xfrm>
          <a:prstGeom prst="straightConnector1">
            <a:avLst/>
          </a:prstGeom>
          <a:noFill/>
          <a:ln cap="flat" cmpd="sng" w="6975">
            <a:solidFill>
              <a:schemeClr val="dk2"/>
            </a:solidFill>
            <a:prstDash val="solid"/>
            <a:round/>
            <a:headEnd len="med" w="med" type="none"/>
            <a:tailEnd len="med" w="med" type="none"/>
          </a:ln>
        </p:spPr>
      </p:cxnSp>
      <p:cxnSp>
        <p:nvCxnSpPr>
          <p:cNvPr id="1292" name="Google Shape;1292;p61"/>
          <p:cNvCxnSpPr/>
          <p:nvPr/>
        </p:nvCxnSpPr>
        <p:spPr>
          <a:xfrm>
            <a:off x="3555658" y="2254046"/>
            <a:ext cx="275400" cy="291600"/>
          </a:xfrm>
          <a:prstGeom prst="straightConnector1">
            <a:avLst/>
          </a:prstGeom>
          <a:noFill/>
          <a:ln cap="flat" cmpd="sng" w="6975">
            <a:solidFill>
              <a:schemeClr val="dk2"/>
            </a:solidFill>
            <a:prstDash val="solid"/>
            <a:round/>
            <a:headEnd len="med" w="med" type="none"/>
            <a:tailEnd len="med" w="med" type="none"/>
          </a:ln>
        </p:spPr>
      </p:cxnSp>
      <p:pic>
        <p:nvPicPr>
          <p:cNvPr descr="a golden police badge with a star and the word police on it (Provided by Tenor)" id="1293" name="Google Shape;1293;p61"/>
          <p:cNvPicPr preferRelativeResize="0"/>
          <p:nvPr/>
        </p:nvPicPr>
        <p:blipFill>
          <a:blip r:embed="rId4">
            <a:alphaModFix/>
          </a:blip>
          <a:stretch>
            <a:fillRect/>
          </a:stretch>
        </p:blipFill>
        <p:spPr>
          <a:xfrm>
            <a:off x="3329794" y="2143379"/>
            <a:ext cx="275362" cy="275362"/>
          </a:xfrm>
          <a:prstGeom prst="rect">
            <a:avLst/>
          </a:prstGeom>
          <a:noFill/>
          <a:ln>
            <a:noFill/>
          </a:ln>
        </p:spPr>
      </p:pic>
      <p:sp>
        <p:nvSpPr>
          <p:cNvPr id="1294" name="Google Shape;1294;p61"/>
          <p:cNvSpPr/>
          <p:nvPr/>
        </p:nvSpPr>
        <p:spPr>
          <a:xfrm>
            <a:off x="5706409" y="1266961"/>
            <a:ext cx="643200" cy="674400"/>
          </a:xfrm>
          <a:prstGeom prst="ellipse">
            <a:avLst/>
          </a:prstGeom>
          <a:no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sp>
        <p:nvSpPr>
          <p:cNvPr id="1295" name="Google Shape;1295;p61"/>
          <p:cNvSpPr/>
          <p:nvPr/>
        </p:nvSpPr>
        <p:spPr>
          <a:xfrm>
            <a:off x="5886034" y="1489804"/>
            <a:ext cx="82800" cy="138900"/>
          </a:xfrm>
          <a:prstGeom prst="ellipse">
            <a:avLst/>
          </a:prstGeom>
          <a:solidFill>
            <a:schemeClr val="lt2"/>
          </a:solid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sp>
        <p:nvSpPr>
          <p:cNvPr id="1296" name="Google Shape;1296;p61"/>
          <p:cNvSpPr/>
          <p:nvPr/>
        </p:nvSpPr>
        <p:spPr>
          <a:xfrm>
            <a:off x="6106432" y="1489804"/>
            <a:ext cx="82800" cy="138900"/>
          </a:xfrm>
          <a:prstGeom prst="ellipse">
            <a:avLst/>
          </a:prstGeom>
          <a:solidFill>
            <a:schemeClr val="lt2"/>
          </a:solid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cxnSp>
        <p:nvCxnSpPr>
          <p:cNvPr id="1297" name="Google Shape;1297;p61"/>
          <p:cNvCxnSpPr/>
          <p:nvPr/>
        </p:nvCxnSpPr>
        <p:spPr>
          <a:xfrm flipH="1" rot="10800000">
            <a:off x="5944470" y="1761515"/>
            <a:ext cx="144600" cy="72300"/>
          </a:xfrm>
          <a:prstGeom prst="straightConnector1">
            <a:avLst/>
          </a:prstGeom>
          <a:noFill/>
          <a:ln cap="flat" cmpd="sng" w="6975">
            <a:solidFill>
              <a:schemeClr val="dk2"/>
            </a:solidFill>
            <a:prstDash val="solid"/>
            <a:round/>
            <a:headEnd len="med" w="med" type="none"/>
            <a:tailEnd len="med" w="med" type="none"/>
          </a:ln>
        </p:spPr>
      </p:cxnSp>
      <p:cxnSp>
        <p:nvCxnSpPr>
          <p:cNvPr id="1298" name="Google Shape;1298;p61"/>
          <p:cNvCxnSpPr/>
          <p:nvPr/>
        </p:nvCxnSpPr>
        <p:spPr>
          <a:xfrm flipH="1">
            <a:off x="6066625" y="1784044"/>
            <a:ext cx="4500" cy="72300"/>
          </a:xfrm>
          <a:prstGeom prst="straightConnector1">
            <a:avLst/>
          </a:prstGeom>
          <a:noFill/>
          <a:ln cap="flat" cmpd="sng" w="6975">
            <a:solidFill>
              <a:schemeClr val="dk2"/>
            </a:solidFill>
            <a:prstDash val="solid"/>
            <a:round/>
            <a:headEnd len="med" w="med" type="none"/>
            <a:tailEnd len="med" w="med" type="none"/>
          </a:ln>
        </p:spPr>
      </p:cxnSp>
      <p:cxnSp>
        <p:nvCxnSpPr>
          <p:cNvPr id="1299" name="Google Shape;1299;p61"/>
          <p:cNvCxnSpPr>
            <a:endCxn id="1295" idx="7"/>
          </p:cNvCxnSpPr>
          <p:nvPr/>
        </p:nvCxnSpPr>
        <p:spPr>
          <a:xfrm>
            <a:off x="5885608" y="1368245"/>
            <a:ext cx="71100" cy="141900"/>
          </a:xfrm>
          <a:prstGeom prst="straightConnector1">
            <a:avLst/>
          </a:prstGeom>
          <a:noFill/>
          <a:ln cap="flat" cmpd="sng" w="6975">
            <a:solidFill>
              <a:schemeClr val="dk2"/>
            </a:solidFill>
            <a:prstDash val="solid"/>
            <a:round/>
            <a:headEnd len="med" w="med" type="none"/>
            <a:tailEnd len="med" w="med" type="none"/>
          </a:ln>
        </p:spPr>
      </p:cxnSp>
      <p:cxnSp>
        <p:nvCxnSpPr>
          <p:cNvPr id="1300" name="Google Shape;1300;p61"/>
          <p:cNvCxnSpPr/>
          <p:nvPr/>
        </p:nvCxnSpPr>
        <p:spPr>
          <a:xfrm flipH="1" rot="10800000">
            <a:off x="6075642" y="1365443"/>
            <a:ext cx="179700" cy="52200"/>
          </a:xfrm>
          <a:prstGeom prst="straightConnector1">
            <a:avLst/>
          </a:prstGeom>
          <a:noFill/>
          <a:ln cap="flat" cmpd="sng" w="6975">
            <a:solidFill>
              <a:schemeClr val="dk2"/>
            </a:solidFill>
            <a:prstDash val="solid"/>
            <a:round/>
            <a:headEnd len="med" w="med" type="none"/>
            <a:tailEnd len="med" w="med" type="none"/>
          </a:ln>
        </p:spPr>
      </p:cxnSp>
      <p:pic>
        <p:nvPicPr>
          <p:cNvPr descr="Police hat icon / vector graphics (Provided by Getty Images)" id="1301" name="Google Shape;1301;p61"/>
          <p:cNvPicPr preferRelativeResize="0"/>
          <p:nvPr/>
        </p:nvPicPr>
        <p:blipFill rotWithShape="1">
          <a:blip r:embed="rId3">
            <a:alphaModFix/>
          </a:blip>
          <a:srcRect b="14259" l="13020" r="8215" t="12238"/>
          <a:stretch/>
        </p:blipFill>
        <p:spPr>
          <a:xfrm>
            <a:off x="5760969" y="780887"/>
            <a:ext cx="588534" cy="549228"/>
          </a:xfrm>
          <a:prstGeom prst="rect">
            <a:avLst/>
          </a:prstGeom>
          <a:noFill/>
          <a:ln>
            <a:noFill/>
          </a:ln>
        </p:spPr>
      </p:pic>
      <p:sp>
        <p:nvSpPr>
          <p:cNvPr id="1302" name="Google Shape;1302;p61"/>
          <p:cNvSpPr/>
          <p:nvPr/>
        </p:nvSpPr>
        <p:spPr>
          <a:xfrm>
            <a:off x="5831435" y="1978645"/>
            <a:ext cx="401304" cy="758475"/>
          </a:xfrm>
          <a:prstGeom prst="flowChartProcess">
            <a:avLst/>
          </a:prstGeom>
          <a:solidFill>
            <a:srgbClr val="0000FF"/>
          </a:solidFill>
          <a:ln cap="flat" cmpd="sng" w="4250">
            <a:solidFill>
              <a:srgbClr val="FF0000"/>
            </a:solidFill>
            <a:prstDash val="solid"/>
            <a:round/>
            <a:headEnd len="sm" w="sm" type="none"/>
            <a:tailEnd len="sm" w="sm" type="none"/>
          </a:ln>
        </p:spPr>
        <p:txBody>
          <a:bodyPr anchorCtr="0" anchor="ctr" bIns="40650" lIns="40650" spcFirstLastPara="1" rIns="40650" wrap="square" tIns="40650">
            <a:noAutofit/>
          </a:bodyPr>
          <a:lstStyle/>
          <a:p>
            <a:pPr indent="0" lvl="0" marL="0" rtl="0" algn="ctr">
              <a:spcBef>
                <a:spcPts val="0"/>
              </a:spcBef>
              <a:spcAft>
                <a:spcPts val="0"/>
              </a:spcAft>
              <a:buNone/>
            </a:pPr>
            <a:r>
              <a:t/>
            </a:r>
            <a:endParaRPr sz="623"/>
          </a:p>
        </p:txBody>
      </p:sp>
      <p:cxnSp>
        <p:nvCxnSpPr>
          <p:cNvPr id="1303" name="Google Shape;1303;p61"/>
          <p:cNvCxnSpPr/>
          <p:nvPr/>
        </p:nvCxnSpPr>
        <p:spPr>
          <a:xfrm flipH="1">
            <a:off x="5794070" y="2737120"/>
            <a:ext cx="174900" cy="413100"/>
          </a:xfrm>
          <a:prstGeom prst="straightConnector1">
            <a:avLst/>
          </a:prstGeom>
          <a:noFill/>
          <a:ln cap="flat" cmpd="sng" w="6975">
            <a:solidFill>
              <a:schemeClr val="dk2"/>
            </a:solidFill>
            <a:prstDash val="solid"/>
            <a:round/>
            <a:headEnd len="med" w="med" type="none"/>
            <a:tailEnd len="med" w="med" type="none"/>
          </a:ln>
        </p:spPr>
      </p:cxnSp>
      <p:cxnSp>
        <p:nvCxnSpPr>
          <p:cNvPr id="1304" name="Google Shape;1304;p61"/>
          <p:cNvCxnSpPr/>
          <p:nvPr/>
        </p:nvCxnSpPr>
        <p:spPr>
          <a:xfrm>
            <a:off x="6140476" y="2737120"/>
            <a:ext cx="195000" cy="429300"/>
          </a:xfrm>
          <a:prstGeom prst="straightConnector1">
            <a:avLst/>
          </a:prstGeom>
          <a:noFill/>
          <a:ln cap="flat" cmpd="sng" w="6975">
            <a:solidFill>
              <a:schemeClr val="dk2"/>
            </a:solidFill>
            <a:prstDash val="solid"/>
            <a:round/>
            <a:headEnd len="med" w="med" type="none"/>
            <a:tailEnd len="med" w="med" type="none"/>
          </a:ln>
        </p:spPr>
      </p:cxnSp>
      <p:cxnSp>
        <p:nvCxnSpPr>
          <p:cNvPr id="1305" name="Google Shape;1305;p61"/>
          <p:cNvCxnSpPr/>
          <p:nvPr/>
        </p:nvCxnSpPr>
        <p:spPr>
          <a:xfrm flipH="1">
            <a:off x="5589991" y="2145784"/>
            <a:ext cx="275400" cy="275400"/>
          </a:xfrm>
          <a:prstGeom prst="straightConnector1">
            <a:avLst/>
          </a:prstGeom>
          <a:noFill/>
          <a:ln cap="flat" cmpd="sng" w="6975">
            <a:solidFill>
              <a:schemeClr val="dk2"/>
            </a:solidFill>
            <a:prstDash val="solid"/>
            <a:round/>
            <a:headEnd len="med" w="med" type="none"/>
            <a:tailEnd len="med" w="med" type="none"/>
          </a:ln>
        </p:spPr>
      </p:cxnSp>
      <p:cxnSp>
        <p:nvCxnSpPr>
          <p:cNvPr id="1306" name="Google Shape;1306;p61"/>
          <p:cNvCxnSpPr/>
          <p:nvPr/>
        </p:nvCxnSpPr>
        <p:spPr>
          <a:xfrm>
            <a:off x="6189407" y="2121484"/>
            <a:ext cx="275400" cy="291600"/>
          </a:xfrm>
          <a:prstGeom prst="straightConnector1">
            <a:avLst/>
          </a:prstGeom>
          <a:noFill/>
          <a:ln cap="flat" cmpd="sng" w="6975">
            <a:solidFill>
              <a:schemeClr val="dk2"/>
            </a:solidFill>
            <a:prstDash val="solid"/>
            <a:round/>
            <a:headEnd len="med" w="med" type="none"/>
            <a:tailEnd len="med" w="med" type="none"/>
          </a:ln>
        </p:spPr>
      </p:cxnSp>
      <p:pic>
        <p:nvPicPr>
          <p:cNvPr descr="a golden police badge with a star and the word police on it (Provided by Tenor)" id="1307" name="Google Shape;1307;p61"/>
          <p:cNvPicPr preferRelativeResize="0"/>
          <p:nvPr/>
        </p:nvPicPr>
        <p:blipFill>
          <a:blip r:embed="rId4">
            <a:alphaModFix/>
          </a:blip>
          <a:stretch>
            <a:fillRect/>
          </a:stretch>
        </p:blipFill>
        <p:spPr>
          <a:xfrm>
            <a:off x="5963542" y="2010816"/>
            <a:ext cx="275362" cy="27536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62"/>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3" name="Google Shape;1313;p62"/>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4" name="Google Shape;1314;p62"/>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315" name="Google Shape;1315;p62"/>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316" name="Google Shape;1316;p62"/>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cxnSp>
        <p:nvCxnSpPr>
          <p:cNvPr id="1317" name="Google Shape;1317;p62"/>
          <p:cNvCxnSpPr/>
          <p:nvPr/>
        </p:nvCxnSpPr>
        <p:spPr>
          <a:xfrm rot="10800000">
            <a:off x="619700" y="7100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18" name="Google Shape;1318;p62"/>
          <p:cNvCxnSpPr/>
          <p:nvPr/>
        </p:nvCxnSpPr>
        <p:spPr>
          <a:xfrm>
            <a:off x="-60300" y="1991975"/>
            <a:ext cx="9204300" cy="0"/>
          </a:xfrm>
          <a:prstGeom prst="straightConnector1">
            <a:avLst/>
          </a:prstGeom>
          <a:noFill/>
          <a:ln cap="flat" cmpd="sng" w="9525">
            <a:solidFill>
              <a:schemeClr val="dk2"/>
            </a:solidFill>
            <a:prstDash val="solid"/>
            <a:round/>
            <a:headEnd len="med" w="med" type="none"/>
            <a:tailEnd len="med" w="med" type="none"/>
          </a:ln>
        </p:spPr>
      </p:cxnSp>
      <p:cxnSp>
        <p:nvCxnSpPr>
          <p:cNvPr id="1319" name="Google Shape;1319;p62"/>
          <p:cNvCxnSpPr/>
          <p:nvPr/>
        </p:nvCxnSpPr>
        <p:spPr>
          <a:xfrm rot="10800000">
            <a:off x="1442725" y="7100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20" name="Google Shape;1320;p62"/>
          <p:cNvCxnSpPr/>
          <p:nvPr/>
        </p:nvCxnSpPr>
        <p:spPr>
          <a:xfrm>
            <a:off x="600200" y="671250"/>
            <a:ext cx="874800" cy="68100"/>
          </a:xfrm>
          <a:prstGeom prst="straightConnector1">
            <a:avLst/>
          </a:prstGeom>
          <a:noFill/>
          <a:ln cap="flat" cmpd="sng" w="9525">
            <a:solidFill>
              <a:schemeClr val="dk2"/>
            </a:solidFill>
            <a:prstDash val="solid"/>
            <a:round/>
            <a:headEnd len="med" w="med" type="none"/>
            <a:tailEnd len="med" w="med" type="none"/>
          </a:ln>
        </p:spPr>
      </p:cxnSp>
      <p:cxnSp>
        <p:nvCxnSpPr>
          <p:cNvPr id="1321" name="Google Shape;1321;p62"/>
          <p:cNvCxnSpPr/>
          <p:nvPr/>
        </p:nvCxnSpPr>
        <p:spPr>
          <a:xfrm rot="10800000">
            <a:off x="7400725" y="7294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22" name="Google Shape;1322;p62"/>
          <p:cNvCxnSpPr/>
          <p:nvPr/>
        </p:nvCxnSpPr>
        <p:spPr>
          <a:xfrm rot="10800000">
            <a:off x="8223750" y="7294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23" name="Google Shape;1323;p62"/>
          <p:cNvCxnSpPr/>
          <p:nvPr/>
        </p:nvCxnSpPr>
        <p:spPr>
          <a:xfrm>
            <a:off x="7381225" y="690650"/>
            <a:ext cx="874800" cy="68100"/>
          </a:xfrm>
          <a:prstGeom prst="straightConnector1">
            <a:avLst/>
          </a:prstGeom>
          <a:noFill/>
          <a:ln cap="flat" cmpd="sng" w="9525">
            <a:solidFill>
              <a:schemeClr val="dk2"/>
            </a:solidFill>
            <a:prstDash val="solid"/>
            <a:round/>
            <a:headEnd len="med" w="med" type="none"/>
            <a:tailEnd len="med" w="med" type="none"/>
          </a:ln>
        </p:spPr>
      </p:cxnSp>
      <p:sp>
        <p:nvSpPr>
          <p:cNvPr id="1324" name="Google Shape;1324;p62"/>
          <p:cNvSpPr/>
          <p:nvPr/>
        </p:nvSpPr>
        <p:spPr>
          <a:xfrm>
            <a:off x="5122636" y="2593312"/>
            <a:ext cx="841800" cy="774600"/>
          </a:xfrm>
          <a:prstGeom prst="ellipse">
            <a:avLst/>
          </a:prstGeom>
          <a:noFill/>
          <a:ln cap="flat" cmpd="sng" w="5550">
            <a:solidFill>
              <a:schemeClr val="dk2"/>
            </a:solidFill>
            <a:prstDash val="solid"/>
            <a:round/>
            <a:headEnd len="sm" w="sm" type="none"/>
            <a:tailEnd len="sm" w="sm" type="none"/>
          </a:ln>
        </p:spPr>
        <p:txBody>
          <a:bodyPr anchorCtr="0" anchor="ctr" bIns="53225" lIns="53225" spcFirstLastPara="1" rIns="53225" wrap="square" tIns="53225">
            <a:noAutofit/>
          </a:bodyPr>
          <a:lstStyle/>
          <a:p>
            <a:pPr indent="0" lvl="0" marL="0" rtl="0" algn="ctr">
              <a:spcBef>
                <a:spcPts val="0"/>
              </a:spcBef>
              <a:spcAft>
                <a:spcPts val="0"/>
              </a:spcAft>
              <a:buNone/>
            </a:pPr>
            <a:r>
              <a:t/>
            </a:r>
            <a:endParaRPr sz="815"/>
          </a:p>
        </p:txBody>
      </p:sp>
      <p:cxnSp>
        <p:nvCxnSpPr>
          <p:cNvPr id="1325" name="Google Shape;1325;p62"/>
          <p:cNvCxnSpPr/>
          <p:nvPr/>
        </p:nvCxnSpPr>
        <p:spPr>
          <a:xfrm>
            <a:off x="5342758" y="3069177"/>
            <a:ext cx="401700" cy="176100"/>
          </a:xfrm>
          <a:prstGeom prst="curvedConnector3">
            <a:avLst>
              <a:gd fmla="val 59700" name="adj1"/>
            </a:avLst>
          </a:prstGeom>
          <a:noFill/>
          <a:ln cap="flat" cmpd="sng" w="5550">
            <a:solidFill>
              <a:schemeClr val="dk2"/>
            </a:solidFill>
            <a:prstDash val="solid"/>
            <a:round/>
            <a:headEnd len="med" w="med" type="none"/>
            <a:tailEnd len="med" w="med" type="none"/>
          </a:ln>
        </p:spPr>
      </p:cxnSp>
      <p:sp>
        <p:nvSpPr>
          <p:cNvPr id="1326" name="Google Shape;1326;p62"/>
          <p:cNvSpPr/>
          <p:nvPr/>
        </p:nvSpPr>
        <p:spPr>
          <a:xfrm>
            <a:off x="5270258" y="2789453"/>
            <a:ext cx="108600" cy="176100"/>
          </a:xfrm>
          <a:prstGeom prst="ellipse">
            <a:avLst/>
          </a:prstGeom>
          <a:solidFill>
            <a:schemeClr val="lt2"/>
          </a:solidFill>
          <a:ln cap="flat" cmpd="sng" w="5550">
            <a:solidFill>
              <a:schemeClr val="dk2"/>
            </a:solidFill>
            <a:prstDash val="solid"/>
            <a:round/>
            <a:headEnd len="sm" w="sm" type="none"/>
            <a:tailEnd len="sm" w="sm" type="none"/>
          </a:ln>
        </p:spPr>
        <p:txBody>
          <a:bodyPr anchorCtr="0" anchor="ctr" bIns="53225" lIns="53225" spcFirstLastPara="1" rIns="53225" wrap="square" tIns="53225">
            <a:noAutofit/>
          </a:bodyPr>
          <a:lstStyle/>
          <a:p>
            <a:pPr indent="0" lvl="0" marL="0" rtl="0" algn="ctr">
              <a:spcBef>
                <a:spcPts val="0"/>
              </a:spcBef>
              <a:spcAft>
                <a:spcPts val="0"/>
              </a:spcAft>
              <a:buNone/>
            </a:pPr>
            <a:r>
              <a:t/>
            </a:r>
            <a:endParaRPr sz="815"/>
          </a:p>
        </p:txBody>
      </p:sp>
      <p:sp>
        <p:nvSpPr>
          <p:cNvPr id="1327" name="Google Shape;1327;p62"/>
          <p:cNvSpPr/>
          <p:nvPr/>
        </p:nvSpPr>
        <p:spPr>
          <a:xfrm>
            <a:off x="5489294" y="2830539"/>
            <a:ext cx="108600" cy="176100"/>
          </a:xfrm>
          <a:prstGeom prst="ellipse">
            <a:avLst/>
          </a:prstGeom>
          <a:solidFill>
            <a:schemeClr val="lt2"/>
          </a:solidFill>
          <a:ln cap="flat" cmpd="sng" w="5550">
            <a:solidFill>
              <a:schemeClr val="dk2"/>
            </a:solidFill>
            <a:prstDash val="solid"/>
            <a:round/>
            <a:headEnd len="sm" w="sm" type="none"/>
            <a:tailEnd len="sm" w="sm" type="none"/>
          </a:ln>
        </p:spPr>
        <p:txBody>
          <a:bodyPr anchorCtr="0" anchor="ctr" bIns="53225" lIns="53225" spcFirstLastPara="1" rIns="53225" wrap="square" tIns="53225">
            <a:noAutofit/>
          </a:bodyPr>
          <a:lstStyle/>
          <a:p>
            <a:pPr indent="0" lvl="0" marL="0" rtl="0" algn="ctr">
              <a:spcBef>
                <a:spcPts val="0"/>
              </a:spcBef>
              <a:spcAft>
                <a:spcPts val="0"/>
              </a:spcAft>
              <a:buNone/>
            </a:pPr>
            <a:r>
              <a:t/>
            </a:r>
            <a:endParaRPr sz="815"/>
          </a:p>
        </p:txBody>
      </p:sp>
      <p:sp>
        <p:nvSpPr>
          <p:cNvPr id="1328" name="Google Shape;1328;p62"/>
          <p:cNvSpPr/>
          <p:nvPr/>
        </p:nvSpPr>
        <p:spPr>
          <a:xfrm>
            <a:off x="5327420" y="3399604"/>
            <a:ext cx="432309" cy="861089"/>
          </a:xfrm>
          <a:prstGeom prst="flowChartProcess">
            <a:avLst/>
          </a:prstGeom>
          <a:solidFill>
            <a:srgbClr val="0000FF"/>
          </a:solidFill>
          <a:ln cap="flat" cmpd="sng" w="5550">
            <a:solidFill>
              <a:srgbClr val="FF0000"/>
            </a:solidFill>
            <a:prstDash val="solid"/>
            <a:round/>
            <a:headEnd len="sm" w="sm" type="none"/>
            <a:tailEnd len="sm" w="sm" type="none"/>
          </a:ln>
        </p:spPr>
        <p:txBody>
          <a:bodyPr anchorCtr="0" anchor="ctr" bIns="53225" lIns="53225" spcFirstLastPara="1" rIns="53225" wrap="square" tIns="53225">
            <a:noAutofit/>
          </a:bodyPr>
          <a:lstStyle/>
          <a:p>
            <a:pPr indent="0" lvl="0" marL="0" rtl="0" algn="ctr">
              <a:spcBef>
                <a:spcPts val="0"/>
              </a:spcBef>
              <a:spcAft>
                <a:spcPts val="0"/>
              </a:spcAft>
              <a:buNone/>
            </a:pPr>
            <a:r>
              <a:t/>
            </a:r>
            <a:endParaRPr sz="815"/>
          </a:p>
        </p:txBody>
      </p:sp>
      <p:cxnSp>
        <p:nvCxnSpPr>
          <p:cNvPr id="1329" name="Google Shape;1329;p62"/>
          <p:cNvCxnSpPr/>
          <p:nvPr/>
        </p:nvCxnSpPr>
        <p:spPr>
          <a:xfrm rot="5400000">
            <a:off x="5102479" y="4428544"/>
            <a:ext cx="496200" cy="160500"/>
          </a:xfrm>
          <a:prstGeom prst="curvedConnector3">
            <a:avLst>
              <a:gd fmla="val 50000" name="adj1"/>
            </a:avLst>
          </a:prstGeom>
          <a:noFill/>
          <a:ln cap="flat" cmpd="sng" w="5550">
            <a:solidFill>
              <a:schemeClr val="dk2"/>
            </a:solidFill>
            <a:prstDash val="solid"/>
            <a:round/>
            <a:headEnd len="med" w="med" type="none"/>
            <a:tailEnd len="med" w="med" type="none"/>
          </a:ln>
        </p:spPr>
      </p:cxnSp>
      <p:cxnSp>
        <p:nvCxnSpPr>
          <p:cNvPr id="1330" name="Google Shape;1330;p62"/>
          <p:cNvCxnSpPr/>
          <p:nvPr/>
        </p:nvCxnSpPr>
        <p:spPr>
          <a:xfrm flipH="1" rot="-5400000">
            <a:off x="5488647" y="4389994"/>
            <a:ext cx="457200" cy="198600"/>
          </a:xfrm>
          <a:prstGeom prst="curvedConnector3">
            <a:avLst>
              <a:gd fmla="val 50000" name="adj1"/>
            </a:avLst>
          </a:prstGeom>
          <a:noFill/>
          <a:ln cap="flat" cmpd="sng" w="5550">
            <a:solidFill>
              <a:schemeClr val="dk2"/>
            </a:solidFill>
            <a:prstDash val="solid"/>
            <a:round/>
            <a:headEnd len="med" w="med" type="none"/>
            <a:tailEnd len="med" w="med" type="none"/>
          </a:ln>
        </p:spPr>
      </p:cxnSp>
      <p:cxnSp>
        <p:nvCxnSpPr>
          <p:cNvPr id="1331" name="Google Shape;1331;p62"/>
          <p:cNvCxnSpPr/>
          <p:nvPr/>
        </p:nvCxnSpPr>
        <p:spPr>
          <a:xfrm rot="10800000">
            <a:off x="4732820" y="3524449"/>
            <a:ext cx="594600" cy="305700"/>
          </a:xfrm>
          <a:prstGeom prst="straightConnector1">
            <a:avLst/>
          </a:prstGeom>
          <a:noFill/>
          <a:ln cap="flat" cmpd="sng" w="5550">
            <a:solidFill>
              <a:schemeClr val="dk2"/>
            </a:solidFill>
            <a:prstDash val="solid"/>
            <a:round/>
            <a:headEnd len="med" w="med" type="none"/>
            <a:tailEnd len="med" w="med" type="none"/>
          </a:ln>
        </p:spPr>
      </p:cxnSp>
      <p:cxnSp>
        <p:nvCxnSpPr>
          <p:cNvPr id="1332" name="Google Shape;1332;p62"/>
          <p:cNvCxnSpPr>
            <a:stCxn id="1328" idx="3"/>
          </p:cNvCxnSpPr>
          <p:nvPr/>
        </p:nvCxnSpPr>
        <p:spPr>
          <a:xfrm flipH="1" rot="10800000">
            <a:off x="5759730" y="3405349"/>
            <a:ext cx="209400" cy="424800"/>
          </a:xfrm>
          <a:prstGeom prst="straightConnector1">
            <a:avLst/>
          </a:prstGeom>
          <a:noFill/>
          <a:ln cap="flat" cmpd="sng" w="5550">
            <a:solidFill>
              <a:schemeClr val="dk2"/>
            </a:solidFill>
            <a:prstDash val="solid"/>
            <a:round/>
            <a:headEnd len="med" w="med" type="none"/>
            <a:tailEnd len="med" w="med" type="none"/>
          </a:ln>
        </p:spPr>
      </p:cxnSp>
      <p:cxnSp>
        <p:nvCxnSpPr>
          <p:cNvPr id="1333" name="Google Shape;1333;p62"/>
          <p:cNvCxnSpPr/>
          <p:nvPr/>
        </p:nvCxnSpPr>
        <p:spPr>
          <a:xfrm>
            <a:off x="5194858" y="2699793"/>
            <a:ext cx="259500" cy="149700"/>
          </a:xfrm>
          <a:prstGeom prst="straightConnector1">
            <a:avLst/>
          </a:prstGeom>
          <a:noFill/>
          <a:ln cap="flat" cmpd="sng" w="9125">
            <a:solidFill>
              <a:schemeClr val="dk2"/>
            </a:solidFill>
            <a:prstDash val="solid"/>
            <a:round/>
            <a:headEnd len="med" w="med" type="none"/>
            <a:tailEnd len="med" w="med" type="none"/>
          </a:ln>
        </p:spPr>
      </p:cxnSp>
      <p:cxnSp>
        <p:nvCxnSpPr>
          <p:cNvPr id="1334" name="Google Shape;1334;p62"/>
          <p:cNvCxnSpPr/>
          <p:nvPr/>
        </p:nvCxnSpPr>
        <p:spPr>
          <a:xfrm flipH="1" rot="10800000">
            <a:off x="5454239" y="2714181"/>
            <a:ext cx="297900" cy="120900"/>
          </a:xfrm>
          <a:prstGeom prst="straightConnector1">
            <a:avLst/>
          </a:prstGeom>
          <a:noFill/>
          <a:ln cap="flat" cmpd="sng" w="9125">
            <a:solidFill>
              <a:schemeClr val="dk2"/>
            </a:solidFill>
            <a:prstDash val="solid"/>
            <a:round/>
            <a:headEnd len="med" w="med" type="none"/>
            <a:tailEnd len="med" w="med" type="none"/>
          </a:ln>
        </p:spPr>
      </p:cxnSp>
      <p:sp>
        <p:nvSpPr>
          <p:cNvPr id="1335" name="Google Shape;1335;p62"/>
          <p:cNvSpPr/>
          <p:nvPr/>
        </p:nvSpPr>
        <p:spPr>
          <a:xfrm>
            <a:off x="1906950" y="2892068"/>
            <a:ext cx="714600" cy="749400"/>
          </a:xfrm>
          <a:prstGeom prst="ellipse">
            <a:avLst/>
          </a:prstGeom>
          <a:noFill/>
          <a:ln cap="flat" cmpd="sng" w="7750">
            <a:solidFill>
              <a:schemeClr val="dk2"/>
            </a:solidFill>
            <a:prstDash val="solid"/>
            <a:round/>
            <a:headEnd len="sm" w="sm" type="none"/>
            <a:tailEnd len="sm" w="sm" type="none"/>
          </a:ln>
        </p:spPr>
        <p:txBody>
          <a:bodyPr anchorCtr="0" anchor="ctr" bIns="74300" lIns="74300" spcFirstLastPara="1" rIns="74300" wrap="square" tIns="74300">
            <a:noAutofit/>
          </a:bodyPr>
          <a:lstStyle/>
          <a:p>
            <a:pPr indent="0" lvl="0" marL="0" rtl="0" algn="ctr">
              <a:spcBef>
                <a:spcPts val="0"/>
              </a:spcBef>
              <a:spcAft>
                <a:spcPts val="0"/>
              </a:spcAft>
              <a:buNone/>
            </a:pPr>
            <a:r>
              <a:t/>
            </a:r>
            <a:endParaRPr sz="1138"/>
          </a:p>
        </p:txBody>
      </p:sp>
      <p:sp>
        <p:nvSpPr>
          <p:cNvPr id="1336" name="Google Shape;1336;p62"/>
          <p:cNvSpPr/>
          <p:nvPr/>
        </p:nvSpPr>
        <p:spPr>
          <a:xfrm>
            <a:off x="2134015" y="3098971"/>
            <a:ext cx="92100" cy="154500"/>
          </a:xfrm>
          <a:prstGeom prst="ellipse">
            <a:avLst/>
          </a:prstGeom>
          <a:solidFill>
            <a:schemeClr val="lt2"/>
          </a:solidFill>
          <a:ln cap="flat" cmpd="sng" w="7750">
            <a:solidFill>
              <a:schemeClr val="dk2"/>
            </a:solidFill>
            <a:prstDash val="solid"/>
            <a:round/>
            <a:headEnd len="sm" w="sm" type="none"/>
            <a:tailEnd len="sm" w="sm" type="none"/>
          </a:ln>
        </p:spPr>
        <p:txBody>
          <a:bodyPr anchorCtr="0" anchor="ctr" bIns="74300" lIns="74300" spcFirstLastPara="1" rIns="74300" wrap="square" tIns="74300">
            <a:noAutofit/>
          </a:bodyPr>
          <a:lstStyle/>
          <a:p>
            <a:pPr indent="0" lvl="0" marL="0" rtl="0" algn="ctr">
              <a:spcBef>
                <a:spcPts val="0"/>
              </a:spcBef>
              <a:spcAft>
                <a:spcPts val="0"/>
              </a:spcAft>
              <a:buNone/>
            </a:pPr>
            <a:r>
              <a:t/>
            </a:r>
            <a:endParaRPr sz="1138"/>
          </a:p>
        </p:txBody>
      </p:sp>
      <p:sp>
        <p:nvSpPr>
          <p:cNvPr id="1337" name="Google Shape;1337;p62"/>
          <p:cNvSpPr/>
          <p:nvPr/>
        </p:nvSpPr>
        <p:spPr>
          <a:xfrm>
            <a:off x="2378910" y="3098971"/>
            <a:ext cx="92100" cy="154500"/>
          </a:xfrm>
          <a:prstGeom prst="ellipse">
            <a:avLst/>
          </a:prstGeom>
          <a:solidFill>
            <a:schemeClr val="lt2"/>
          </a:solidFill>
          <a:ln cap="flat" cmpd="sng" w="7750">
            <a:solidFill>
              <a:schemeClr val="dk2"/>
            </a:solidFill>
            <a:prstDash val="solid"/>
            <a:round/>
            <a:headEnd len="sm" w="sm" type="none"/>
            <a:tailEnd len="sm" w="sm" type="none"/>
          </a:ln>
        </p:spPr>
        <p:txBody>
          <a:bodyPr anchorCtr="0" anchor="ctr" bIns="74300" lIns="74300" spcFirstLastPara="1" rIns="74300" wrap="square" tIns="74300">
            <a:noAutofit/>
          </a:bodyPr>
          <a:lstStyle/>
          <a:p>
            <a:pPr indent="0" lvl="0" marL="0" rtl="0" algn="ctr">
              <a:spcBef>
                <a:spcPts val="0"/>
              </a:spcBef>
              <a:spcAft>
                <a:spcPts val="0"/>
              </a:spcAft>
              <a:buNone/>
            </a:pPr>
            <a:r>
              <a:t/>
            </a:r>
            <a:endParaRPr sz="1138"/>
          </a:p>
        </p:txBody>
      </p:sp>
      <p:cxnSp>
        <p:nvCxnSpPr>
          <p:cNvPr id="1338" name="Google Shape;1338;p62"/>
          <p:cNvCxnSpPr/>
          <p:nvPr/>
        </p:nvCxnSpPr>
        <p:spPr>
          <a:xfrm flipH="1" rot="10800000">
            <a:off x="2171471" y="3441519"/>
            <a:ext cx="160800" cy="80400"/>
          </a:xfrm>
          <a:prstGeom prst="straightConnector1">
            <a:avLst/>
          </a:prstGeom>
          <a:noFill/>
          <a:ln cap="flat" cmpd="sng" w="7750">
            <a:solidFill>
              <a:schemeClr val="dk2"/>
            </a:solidFill>
            <a:prstDash val="solid"/>
            <a:round/>
            <a:headEnd len="med" w="med" type="none"/>
            <a:tailEnd len="med" w="med" type="none"/>
          </a:ln>
        </p:spPr>
      </p:cxnSp>
      <p:cxnSp>
        <p:nvCxnSpPr>
          <p:cNvPr id="1339" name="Google Shape;1339;p62"/>
          <p:cNvCxnSpPr/>
          <p:nvPr/>
        </p:nvCxnSpPr>
        <p:spPr>
          <a:xfrm flipH="1">
            <a:off x="2307103" y="3466618"/>
            <a:ext cx="5100" cy="80400"/>
          </a:xfrm>
          <a:prstGeom prst="straightConnector1">
            <a:avLst/>
          </a:prstGeom>
          <a:noFill/>
          <a:ln cap="flat" cmpd="sng" w="7750">
            <a:solidFill>
              <a:schemeClr val="dk2"/>
            </a:solidFill>
            <a:prstDash val="solid"/>
            <a:round/>
            <a:headEnd len="med" w="med" type="none"/>
            <a:tailEnd len="med" w="med" type="none"/>
          </a:ln>
        </p:spPr>
      </p:cxnSp>
      <p:cxnSp>
        <p:nvCxnSpPr>
          <p:cNvPr id="1340" name="Google Shape;1340;p62"/>
          <p:cNvCxnSpPr>
            <a:endCxn id="1336" idx="7"/>
          </p:cNvCxnSpPr>
          <p:nvPr/>
        </p:nvCxnSpPr>
        <p:spPr>
          <a:xfrm>
            <a:off x="2133727" y="2963797"/>
            <a:ext cx="78900" cy="157800"/>
          </a:xfrm>
          <a:prstGeom prst="straightConnector1">
            <a:avLst/>
          </a:prstGeom>
          <a:noFill/>
          <a:ln cap="flat" cmpd="sng" w="7750">
            <a:solidFill>
              <a:schemeClr val="dk2"/>
            </a:solidFill>
            <a:prstDash val="solid"/>
            <a:round/>
            <a:headEnd len="med" w="med" type="none"/>
            <a:tailEnd len="med" w="med" type="none"/>
          </a:ln>
        </p:spPr>
      </p:cxnSp>
      <p:cxnSp>
        <p:nvCxnSpPr>
          <p:cNvPr id="1341" name="Google Shape;1341;p62"/>
          <p:cNvCxnSpPr/>
          <p:nvPr/>
        </p:nvCxnSpPr>
        <p:spPr>
          <a:xfrm flipH="1" rot="10800000">
            <a:off x="2317221" y="3001596"/>
            <a:ext cx="199800" cy="57900"/>
          </a:xfrm>
          <a:prstGeom prst="straightConnector1">
            <a:avLst/>
          </a:prstGeom>
          <a:noFill/>
          <a:ln cap="flat" cmpd="sng" w="7750">
            <a:solidFill>
              <a:schemeClr val="dk2"/>
            </a:solidFill>
            <a:prstDash val="solid"/>
            <a:round/>
            <a:headEnd len="med" w="med" type="none"/>
            <a:tailEnd len="med" w="med" type="none"/>
          </a:ln>
        </p:spPr>
      </p:cxnSp>
      <p:pic>
        <p:nvPicPr>
          <p:cNvPr descr="Police hat icon / vector graphics (Provided by Getty Images)" id="1342" name="Google Shape;1342;p62"/>
          <p:cNvPicPr preferRelativeResize="0"/>
          <p:nvPr/>
        </p:nvPicPr>
        <p:blipFill rotWithShape="1">
          <a:blip r:embed="rId3">
            <a:alphaModFix/>
          </a:blip>
          <a:srcRect b="14259" l="13020" r="8215" t="12238"/>
          <a:stretch/>
        </p:blipFill>
        <p:spPr>
          <a:xfrm>
            <a:off x="1967575" y="2351975"/>
            <a:ext cx="653947" cy="610268"/>
          </a:xfrm>
          <a:prstGeom prst="rect">
            <a:avLst/>
          </a:prstGeom>
          <a:noFill/>
          <a:ln>
            <a:noFill/>
          </a:ln>
        </p:spPr>
      </p:pic>
      <p:sp>
        <p:nvSpPr>
          <p:cNvPr id="1343" name="Google Shape;1343;p62"/>
          <p:cNvSpPr/>
          <p:nvPr/>
        </p:nvSpPr>
        <p:spPr>
          <a:xfrm>
            <a:off x="2045873" y="3682845"/>
            <a:ext cx="445906" cy="842768"/>
          </a:xfrm>
          <a:prstGeom prst="flowChartProcess">
            <a:avLst/>
          </a:prstGeom>
          <a:solidFill>
            <a:srgbClr val="0000FF"/>
          </a:solidFill>
          <a:ln cap="flat" cmpd="sng" w="4725">
            <a:solidFill>
              <a:srgbClr val="FF0000"/>
            </a:solidFill>
            <a:prstDash val="solid"/>
            <a:round/>
            <a:headEnd len="sm" w="sm" type="none"/>
            <a:tailEnd len="sm" w="sm" type="none"/>
          </a:ln>
        </p:spPr>
        <p:txBody>
          <a:bodyPr anchorCtr="0" anchor="ctr" bIns="45175" lIns="45175" spcFirstLastPara="1" rIns="45175" wrap="square" tIns="45175">
            <a:noAutofit/>
          </a:bodyPr>
          <a:lstStyle/>
          <a:p>
            <a:pPr indent="0" lvl="0" marL="0" rtl="0" algn="ctr">
              <a:spcBef>
                <a:spcPts val="0"/>
              </a:spcBef>
              <a:spcAft>
                <a:spcPts val="0"/>
              </a:spcAft>
              <a:buNone/>
            </a:pPr>
            <a:r>
              <a:t/>
            </a:r>
            <a:endParaRPr sz="692"/>
          </a:p>
        </p:txBody>
      </p:sp>
      <p:cxnSp>
        <p:nvCxnSpPr>
          <p:cNvPr id="1344" name="Google Shape;1344;p62"/>
          <p:cNvCxnSpPr/>
          <p:nvPr/>
        </p:nvCxnSpPr>
        <p:spPr>
          <a:xfrm flipH="1">
            <a:off x="2004293" y="4525613"/>
            <a:ext cx="194400" cy="459000"/>
          </a:xfrm>
          <a:prstGeom prst="straightConnector1">
            <a:avLst/>
          </a:prstGeom>
          <a:noFill/>
          <a:ln cap="flat" cmpd="sng" w="7750">
            <a:solidFill>
              <a:schemeClr val="dk2"/>
            </a:solidFill>
            <a:prstDash val="solid"/>
            <a:round/>
            <a:headEnd len="med" w="med" type="none"/>
            <a:tailEnd len="med" w="med" type="none"/>
          </a:ln>
        </p:spPr>
      </p:cxnSp>
      <p:cxnSp>
        <p:nvCxnSpPr>
          <p:cNvPr id="1345" name="Google Shape;1345;p62"/>
          <p:cNvCxnSpPr/>
          <p:nvPr/>
        </p:nvCxnSpPr>
        <p:spPr>
          <a:xfrm>
            <a:off x="2389262" y="4525613"/>
            <a:ext cx="216600" cy="477000"/>
          </a:xfrm>
          <a:prstGeom prst="straightConnector1">
            <a:avLst/>
          </a:prstGeom>
          <a:noFill/>
          <a:ln cap="flat" cmpd="sng" w="7750">
            <a:solidFill>
              <a:schemeClr val="dk2"/>
            </a:solidFill>
            <a:prstDash val="solid"/>
            <a:round/>
            <a:headEnd len="med" w="med" type="none"/>
            <a:tailEnd len="med" w="med" type="none"/>
          </a:ln>
        </p:spPr>
      </p:cxnSp>
      <p:cxnSp>
        <p:nvCxnSpPr>
          <p:cNvPr id="1346" name="Google Shape;1346;p62"/>
          <p:cNvCxnSpPr/>
          <p:nvPr/>
        </p:nvCxnSpPr>
        <p:spPr>
          <a:xfrm>
            <a:off x="2083602" y="3868559"/>
            <a:ext cx="277200" cy="269400"/>
          </a:xfrm>
          <a:prstGeom prst="straightConnector1">
            <a:avLst/>
          </a:prstGeom>
          <a:noFill/>
          <a:ln cap="flat" cmpd="sng" w="7750">
            <a:solidFill>
              <a:schemeClr val="dk2"/>
            </a:solidFill>
            <a:prstDash val="solid"/>
            <a:round/>
            <a:headEnd len="med" w="med" type="none"/>
            <a:tailEnd len="med" w="med" type="none"/>
          </a:ln>
        </p:spPr>
      </p:cxnSp>
      <p:cxnSp>
        <p:nvCxnSpPr>
          <p:cNvPr id="1347" name="Google Shape;1347;p62"/>
          <p:cNvCxnSpPr/>
          <p:nvPr/>
        </p:nvCxnSpPr>
        <p:spPr>
          <a:xfrm>
            <a:off x="2443630" y="3841558"/>
            <a:ext cx="306000" cy="324000"/>
          </a:xfrm>
          <a:prstGeom prst="straightConnector1">
            <a:avLst/>
          </a:prstGeom>
          <a:noFill/>
          <a:ln cap="flat" cmpd="sng" w="7750">
            <a:solidFill>
              <a:schemeClr val="dk2"/>
            </a:solidFill>
            <a:prstDash val="solid"/>
            <a:round/>
            <a:headEnd len="med" w="med" type="none"/>
            <a:tailEnd len="med" w="med" type="none"/>
          </a:ln>
        </p:spPr>
      </p:cxnSp>
      <p:pic>
        <p:nvPicPr>
          <p:cNvPr descr="a golden police badge with a star and the word police on it (Provided by Tenor)" id="1348" name="Google Shape;1348;p62"/>
          <p:cNvPicPr preferRelativeResize="0"/>
          <p:nvPr/>
        </p:nvPicPr>
        <p:blipFill>
          <a:blip r:embed="rId4">
            <a:alphaModFix/>
          </a:blip>
          <a:stretch>
            <a:fillRect/>
          </a:stretch>
        </p:blipFill>
        <p:spPr>
          <a:xfrm>
            <a:off x="2192663" y="3718592"/>
            <a:ext cx="305966" cy="305966"/>
          </a:xfrm>
          <a:prstGeom prst="rect">
            <a:avLst/>
          </a:prstGeom>
          <a:noFill/>
          <a:ln>
            <a:noFill/>
          </a:ln>
        </p:spPr>
      </p:pic>
      <p:sp>
        <p:nvSpPr>
          <p:cNvPr id="1349" name="Google Shape;1349;p62"/>
          <p:cNvSpPr/>
          <p:nvPr/>
        </p:nvSpPr>
        <p:spPr>
          <a:xfrm>
            <a:off x="3465507" y="1901946"/>
            <a:ext cx="667200" cy="699300"/>
          </a:xfrm>
          <a:prstGeom prst="ellipse">
            <a:avLst/>
          </a:prstGeom>
          <a:noFill/>
          <a:ln cap="flat" cmpd="sng" w="7250">
            <a:solidFill>
              <a:schemeClr val="dk2"/>
            </a:solidFill>
            <a:prstDash val="solid"/>
            <a:round/>
            <a:headEnd len="sm" w="sm" type="none"/>
            <a:tailEnd len="sm" w="sm" type="none"/>
          </a:ln>
        </p:spPr>
        <p:txBody>
          <a:bodyPr anchorCtr="0" anchor="ctr" bIns="69375" lIns="69375" spcFirstLastPara="1" rIns="69375" wrap="square" tIns="69375">
            <a:noAutofit/>
          </a:bodyPr>
          <a:lstStyle/>
          <a:p>
            <a:pPr indent="0" lvl="0" marL="0" rtl="0" algn="ctr">
              <a:spcBef>
                <a:spcPts val="0"/>
              </a:spcBef>
              <a:spcAft>
                <a:spcPts val="0"/>
              </a:spcAft>
              <a:buNone/>
            </a:pPr>
            <a:r>
              <a:t/>
            </a:r>
            <a:endParaRPr sz="1062"/>
          </a:p>
        </p:txBody>
      </p:sp>
      <p:sp>
        <p:nvSpPr>
          <p:cNvPr id="1350" name="Google Shape;1350;p62"/>
          <p:cNvSpPr/>
          <p:nvPr/>
        </p:nvSpPr>
        <p:spPr>
          <a:xfrm>
            <a:off x="3651818" y="2104587"/>
            <a:ext cx="85800" cy="144000"/>
          </a:xfrm>
          <a:prstGeom prst="ellipse">
            <a:avLst/>
          </a:prstGeom>
          <a:solidFill>
            <a:schemeClr val="lt2"/>
          </a:solidFill>
          <a:ln cap="flat" cmpd="sng" w="7250">
            <a:solidFill>
              <a:schemeClr val="dk2"/>
            </a:solidFill>
            <a:prstDash val="solid"/>
            <a:round/>
            <a:headEnd len="sm" w="sm" type="none"/>
            <a:tailEnd len="sm" w="sm" type="none"/>
          </a:ln>
        </p:spPr>
        <p:txBody>
          <a:bodyPr anchorCtr="0" anchor="ctr" bIns="69375" lIns="69375" spcFirstLastPara="1" rIns="69375" wrap="square" tIns="69375">
            <a:noAutofit/>
          </a:bodyPr>
          <a:lstStyle/>
          <a:p>
            <a:pPr indent="0" lvl="0" marL="0" rtl="0" algn="ctr">
              <a:spcBef>
                <a:spcPts val="0"/>
              </a:spcBef>
              <a:spcAft>
                <a:spcPts val="0"/>
              </a:spcAft>
              <a:buNone/>
            </a:pPr>
            <a:r>
              <a:t/>
            </a:r>
            <a:endParaRPr sz="1062"/>
          </a:p>
        </p:txBody>
      </p:sp>
      <p:sp>
        <p:nvSpPr>
          <p:cNvPr id="1351" name="Google Shape;1351;p62"/>
          <p:cNvSpPr/>
          <p:nvPr/>
        </p:nvSpPr>
        <p:spPr>
          <a:xfrm>
            <a:off x="3880421" y="2104587"/>
            <a:ext cx="85800" cy="144000"/>
          </a:xfrm>
          <a:prstGeom prst="ellipse">
            <a:avLst/>
          </a:prstGeom>
          <a:solidFill>
            <a:schemeClr val="lt2"/>
          </a:solidFill>
          <a:ln cap="flat" cmpd="sng" w="7250">
            <a:solidFill>
              <a:schemeClr val="dk2"/>
            </a:solidFill>
            <a:prstDash val="solid"/>
            <a:round/>
            <a:headEnd len="sm" w="sm" type="none"/>
            <a:tailEnd len="sm" w="sm" type="none"/>
          </a:ln>
        </p:spPr>
        <p:txBody>
          <a:bodyPr anchorCtr="0" anchor="ctr" bIns="69375" lIns="69375" spcFirstLastPara="1" rIns="69375" wrap="square" tIns="69375">
            <a:noAutofit/>
          </a:bodyPr>
          <a:lstStyle/>
          <a:p>
            <a:pPr indent="0" lvl="0" marL="0" rtl="0" algn="ctr">
              <a:spcBef>
                <a:spcPts val="0"/>
              </a:spcBef>
              <a:spcAft>
                <a:spcPts val="0"/>
              </a:spcAft>
              <a:buNone/>
            </a:pPr>
            <a:r>
              <a:t/>
            </a:r>
            <a:endParaRPr sz="1062"/>
          </a:p>
        </p:txBody>
      </p:sp>
      <p:cxnSp>
        <p:nvCxnSpPr>
          <p:cNvPr id="1352" name="Google Shape;1352;p62"/>
          <p:cNvCxnSpPr/>
          <p:nvPr/>
        </p:nvCxnSpPr>
        <p:spPr>
          <a:xfrm flipH="1" rot="10800000">
            <a:off x="3712430" y="2414904"/>
            <a:ext cx="150000" cy="75000"/>
          </a:xfrm>
          <a:prstGeom prst="straightConnector1">
            <a:avLst/>
          </a:prstGeom>
          <a:noFill/>
          <a:ln cap="flat" cmpd="sng" w="7250">
            <a:solidFill>
              <a:schemeClr val="dk2"/>
            </a:solidFill>
            <a:prstDash val="solid"/>
            <a:round/>
            <a:headEnd len="med" w="med" type="none"/>
            <a:tailEnd len="med" w="med" type="none"/>
          </a:ln>
        </p:spPr>
      </p:cxnSp>
      <p:cxnSp>
        <p:nvCxnSpPr>
          <p:cNvPr id="1353" name="Google Shape;1353;p62"/>
          <p:cNvCxnSpPr/>
          <p:nvPr/>
        </p:nvCxnSpPr>
        <p:spPr>
          <a:xfrm flipH="1">
            <a:off x="3839300" y="2438281"/>
            <a:ext cx="4500" cy="75000"/>
          </a:xfrm>
          <a:prstGeom prst="straightConnector1">
            <a:avLst/>
          </a:prstGeom>
          <a:noFill/>
          <a:ln cap="flat" cmpd="sng" w="7250">
            <a:solidFill>
              <a:schemeClr val="dk2"/>
            </a:solidFill>
            <a:prstDash val="solid"/>
            <a:round/>
            <a:headEnd len="med" w="med" type="none"/>
            <a:tailEnd len="med" w="med" type="none"/>
          </a:ln>
        </p:spPr>
      </p:cxnSp>
      <p:cxnSp>
        <p:nvCxnSpPr>
          <p:cNvPr id="1354" name="Google Shape;1354;p62"/>
          <p:cNvCxnSpPr>
            <a:endCxn id="1350" idx="7"/>
          </p:cNvCxnSpPr>
          <p:nvPr/>
        </p:nvCxnSpPr>
        <p:spPr>
          <a:xfrm>
            <a:off x="3651253" y="1978375"/>
            <a:ext cx="73800" cy="147300"/>
          </a:xfrm>
          <a:prstGeom prst="straightConnector1">
            <a:avLst/>
          </a:prstGeom>
          <a:noFill/>
          <a:ln cap="flat" cmpd="sng" w="7250">
            <a:solidFill>
              <a:schemeClr val="dk2"/>
            </a:solidFill>
            <a:prstDash val="solid"/>
            <a:round/>
            <a:headEnd len="med" w="med" type="none"/>
            <a:tailEnd len="med" w="med" type="none"/>
          </a:ln>
        </p:spPr>
      </p:cxnSp>
      <p:cxnSp>
        <p:nvCxnSpPr>
          <p:cNvPr id="1355" name="Google Shape;1355;p62"/>
          <p:cNvCxnSpPr/>
          <p:nvPr/>
        </p:nvCxnSpPr>
        <p:spPr>
          <a:xfrm flipH="1" rot="10800000">
            <a:off x="3848484" y="2004238"/>
            <a:ext cx="186600" cy="54000"/>
          </a:xfrm>
          <a:prstGeom prst="straightConnector1">
            <a:avLst/>
          </a:prstGeom>
          <a:noFill/>
          <a:ln cap="flat" cmpd="sng" w="7250">
            <a:solidFill>
              <a:schemeClr val="dk2"/>
            </a:solidFill>
            <a:prstDash val="solid"/>
            <a:round/>
            <a:headEnd len="med" w="med" type="none"/>
            <a:tailEnd len="med" w="med" type="none"/>
          </a:ln>
        </p:spPr>
      </p:cxnSp>
      <p:pic>
        <p:nvPicPr>
          <p:cNvPr descr="Police hat icon / vector graphics (Provided by Getty Images)" id="1356" name="Google Shape;1356;p62"/>
          <p:cNvPicPr preferRelativeResize="0"/>
          <p:nvPr/>
        </p:nvPicPr>
        <p:blipFill rotWithShape="1">
          <a:blip r:embed="rId3">
            <a:alphaModFix/>
          </a:blip>
          <a:srcRect b="14259" l="13020" r="8215" t="12238"/>
          <a:stretch/>
        </p:blipFill>
        <p:spPr>
          <a:xfrm>
            <a:off x="3522099" y="1397776"/>
            <a:ext cx="610442" cy="569677"/>
          </a:xfrm>
          <a:prstGeom prst="rect">
            <a:avLst/>
          </a:prstGeom>
          <a:noFill/>
          <a:ln>
            <a:noFill/>
          </a:ln>
        </p:spPr>
      </p:pic>
      <p:sp>
        <p:nvSpPr>
          <p:cNvPr id="1357" name="Google Shape;1357;p62"/>
          <p:cNvSpPr/>
          <p:nvPr/>
        </p:nvSpPr>
        <p:spPr>
          <a:xfrm>
            <a:off x="3595188" y="2640127"/>
            <a:ext cx="416242" cy="786713"/>
          </a:xfrm>
          <a:prstGeom prst="flowChartProcess">
            <a:avLst/>
          </a:prstGeom>
          <a:solidFill>
            <a:srgbClr val="0000FF"/>
          </a:solidFill>
          <a:ln cap="flat" cmpd="sng" w="4400">
            <a:solidFill>
              <a:srgbClr val="FF0000"/>
            </a:solidFill>
            <a:prstDash val="solid"/>
            <a:round/>
            <a:headEnd len="sm" w="sm" type="none"/>
            <a:tailEnd len="sm" w="sm" type="none"/>
          </a:ln>
        </p:spPr>
        <p:txBody>
          <a:bodyPr anchorCtr="0" anchor="ctr" bIns="42150" lIns="42150" spcFirstLastPara="1" rIns="42150" wrap="square" tIns="42150">
            <a:noAutofit/>
          </a:bodyPr>
          <a:lstStyle/>
          <a:p>
            <a:pPr indent="0" lvl="0" marL="0" rtl="0" algn="ctr">
              <a:spcBef>
                <a:spcPts val="0"/>
              </a:spcBef>
              <a:spcAft>
                <a:spcPts val="0"/>
              </a:spcAft>
              <a:buNone/>
            </a:pPr>
            <a:r>
              <a:t/>
            </a:r>
            <a:endParaRPr sz="646"/>
          </a:p>
        </p:txBody>
      </p:sp>
      <p:cxnSp>
        <p:nvCxnSpPr>
          <p:cNvPr id="1358" name="Google Shape;1358;p62"/>
          <p:cNvCxnSpPr/>
          <p:nvPr/>
        </p:nvCxnSpPr>
        <p:spPr>
          <a:xfrm flipH="1">
            <a:off x="3556342" y="3426840"/>
            <a:ext cx="181500" cy="428400"/>
          </a:xfrm>
          <a:prstGeom prst="straightConnector1">
            <a:avLst/>
          </a:prstGeom>
          <a:noFill/>
          <a:ln cap="flat" cmpd="sng" w="7250">
            <a:solidFill>
              <a:schemeClr val="dk2"/>
            </a:solidFill>
            <a:prstDash val="solid"/>
            <a:round/>
            <a:headEnd len="med" w="med" type="none"/>
            <a:tailEnd len="med" w="med" type="none"/>
          </a:ln>
        </p:spPr>
      </p:cxnSp>
      <p:cxnSp>
        <p:nvCxnSpPr>
          <p:cNvPr id="1359" name="Google Shape;1359;p62"/>
          <p:cNvCxnSpPr/>
          <p:nvPr/>
        </p:nvCxnSpPr>
        <p:spPr>
          <a:xfrm>
            <a:off x="3915733" y="3426840"/>
            <a:ext cx="202200" cy="445500"/>
          </a:xfrm>
          <a:prstGeom prst="straightConnector1">
            <a:avLst/>
          </a:prstGeom>
          <a:noFill/>
          <a:ln cap="flat" cmpd="sng" w="7250">
            <a:solidFill>
              <a:schemeClr val="dk2"/>
            </a:solidFill>
            <a:prstDash val="solid"/>
            <a:round/>
            <a:headEnd len="med" w="med" type="none"/>
            <a:tailEnd len="med" w="med" type="none"/>
          </a:ln>
        </p:spPr>
      </p:cxnSp>
      <p:cxnSp>
        <p:nvCxnSpPr>
          <p:cNvPr id="1360" name="Google Shape;1360;p62"/>
          <p:cNvCxnSpPr/>
          <p:nvPr/>
        </p:nvCxnSpPr>
        <p:spPr>
          <a:xfrm>
            <a:off x="3630407" y="2813488"/>
            <a:ext cx="12600" cy="335400"/>
          </a:xfrm>
          <a:prstGeom prst="straightConnector1">
            <a:avLst/>
          </a:prstGeom>
          <a:noFill/>
          <a:ln cap="flat" cmpd="sng" w="7250">
            <a:solidFill>
              <a:schemeClr val="dk2"/>
            </a:solidFill>
            <a:prstDash val="solid"/>
            <a:round/>
            <a:headEnd len="med" w="med" type="none"/>
            <a:tailEnd len="med" w="med" type="none"/>
          </a:ln>
        </p:spPr>
      </p:cxnSp>
      <p:cxnSp>
        <p:nvCxnSpPr>
          <p:cNvPr id="1361" name="Google Shape;1361;p62"/>
          <p:cNvCxnSpPr/>
          <p:nvPr/>
        </p:nvCxnSpPr>
        <p:spPr>
          <a:xfrm>
            <a:off x="3966484" y="2788283"/>
            <a:ext cx="285600" cy="302700"/>
          </a:xfrm>
          <a:prstGeom prst="straightConnector1">
            <a:avLst/>
          </a:prstGeom>
          <a:noFill/>
          <a:ln cap="flat" cmpd="sng" w="7250">
            <a:solidFill>
              <a:schemeClr val="dk2"/>
            </a:solidFill>
            <a:prstDash val="solid"/>
            <a:round/>
            <a:headEnd len="med" w="med" type="none"/>
            <a:tailEnd len="med" w="med" type="none"/>
          </a:ln>
        </p:spPr>
      </p:cxnSp>
      <p:pic>
        <p:nvPicPr>
          <p:cNvPr descr="a golden police badge with a star and the word police on it (Provided by Tenor)" id="1362" name="Google Shape;1362;p62"/>
          <p:cNvPicPr preferRelativeResize="0"/>
          <p:nvPr/>
        </p:nvPicPr>
        <p:blipFill>
          <a:blip r:embed="rId4">
            <a:alphaModFix/>
          </a:blip>
          <a:stretch>
            <a:fillRect/>
          </a:stretch>
        </p:blipFill>
        <p:spPr>
          <a:xfrm>
            <a:off x="3732212" y="2673495"/>
            <a:ext cx="285608" cy="285608"/>
          </a:xfrm>
          <a:prstGeom prst="rect">
            <a:avLst/>
          </a:prstGeom>
          <a:noFill/>
          <a:ln>
            <a:noFill/>
          </a:ln>
        </p:spPr>
      </p:pic>
      <p:sp>
        <p:nvSpPr>
          <p:cNvPr id="1363" name="Google Shape;1363;p62"/>
          <p:cNvSpPr/>
          <p:nvPr/>
        </p:nvSpPr>
        <p:spPr>
          <a:xfrm>
            <a:off x="5706409" y="1266961"/>
            <a:ext cx="643200" cy="674400"/>
          </a:xfrm>
          <a:prstGeom prst="ellipse">
            <a:avLst/>
          </a:prstGeom>
          <a:no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sp>
        <p:nvSpPr>
          <p:cNvPr id="1364" name="Google Shape;1364;p62"/>
          <p:cNvSpPr/>
          <p:nvPr/>
        </p:nvSpPr>
        <p:spPr>
          <a:xfrm>
            <a:off x="5886034" y="1489804"/>
            <a:ext cx="82800" cy="138900"/>
          </a:xfrm>
          <a:prstGeom prst="ellipse">
            <a:avLst/>
          </a:prstGeom>
          <a:solidFill>
            <a:schemeClr val="lt2"/>
          </a:solid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sp>
        <p:nvSpPr>
          <p:cNvPr id="1365" name="Google Shape;1365;p62"/>
          <p:cNvSpPr/>
          <p:nvPr/>
        </p:nvSpPr>
        <p:spPr>
          <a:xfrm>
            <a:off x="6106432" y="1489804"/>
            <a:ext cx="82800" cy="138900"/>
          </a:xfrm>
          <a:prstGeom prst="ellipse">
            <a:avLst/>
          </a:prstGeom>
          <a:solidFill>
            <a:schemeClr val="lt2"/>
          </a:solidFill>
          <a:ln cap="flat" cmpd="sng" w="6975">
            <a:solidFill>
              <a:schemeClr val="dk2"/>
            </a:solidFill>
            <a:prstDash val="solid"/>
            <a:round/>
            <a:headEnd len="sm" w="sm" type="none"/>
            <a:tailEnd len="sm" w="sm" type="none"/>
          </a:ln>
        </p:spPr>
        <p:txBody>
          <a:bodyPr anchorCtr="0" anchor="ctr" bIns="66875" lIns="66875" spcFirstLastPara="1" rIns="66875" wrap="square" tIns="66875">
            <a:noAutofit/>
          </a:bodyPr>
          <a:lstStyle/>
          <a:p>
            <a:pPr indent="0" lvl="0" marL="0" rtl="0" algn="ctr">
              <a:spcBef>
                <a:spcPts val="0"/>
              </a:spcBef>
              <a:spcAft>
                <a:spcPts val="0"/>
              </a:spcAft>
              <a:buNone/>
            </a:pPr>
            <a:r>
              <a:t/>
            </a:r>
            <a:endParaRPr sz="1024"/>
          </a:p>
        </p:txBody>
      </p:sp>
      <p:cxnSp>
        <p:nvCxnSpPr>
          <p:cNvPr id="1366" name="Google Shape;1366;p62"/>
          <p:cNvCxnSpPr/>
          <p:nvPr/>
        </p:nvCxnSpPr>
        <p:spPr>
          <a:xfrm flipH="1" rot="10800000">
            <a:off x="5944470" y="1761515"/>
            <a:ext cx="144600" cy="72300"/>
          </a:xfrm>
          <a:prstGeom prst="straightConnector1">
            <a:avLst/>
          </a:prstGeom>
          <a:noFill/>
          <a:ln cap="flat" cmpd="sng" w="6975">
            <a:solidFill>
              <a:schemeClr val="dk2"/>
            </a:solidFill>
            <a:prstDash val="solid"/>
            <a:round/>
            <a:headEnd len="med" w="med" type="none"/>
            <a:tailEnd len="med" w="med" type="none"/>
          </a:ln>
        </p:spPr>
      </p:cxnSp>
      <p:cxnSp>
        <p:nvCxnSpPr>
          <p:cNvPr id="1367" name="Google Shape;1367;p62"/>
          <p:cNvCxnSpPr/>
          <p:nvPr/>
        </p:nvCxnSpPr>
        <p:spPr>
          <a:xfrm flipH="1">
            <a:off x="6066625" y="1784044"/>
            <a:ext cx="4500" cy="72300"/>
          </a:xfrm>
          <a:prstGeom prst="straightConnector1">
            <a:avLst/>
          </a:prstGeom>
          <a:noFill/>
          <a:ln cap="flat" cmpd="sng" w="6975">
            <a:solidFill>
              <a:schemeClr val="dk2"/>
            </a:solidFill>
            <a:prstDash val="solid"/>
            <a:round/>
            <a:headEnd len="med" w="med" type="none"/>
            <a:tailEnd len="med" w="med" type="none"/>
          </a:ln>
        </p:spPr>
      </p:cxnSp>
      <p:cxnSp>
        <p:nvCxnSpPr>
          <p:cNvPr id="1368" name="Google Shape;1368;p62"/>
          <p:cNvCxnSpPr>
            <a:endCxn id="1364" idx="7"/>
          </p:cNvCxnSpPr>
          <p:nvPr/>
        </p:nvCxnSpPr>
        <p:spPr>
          <a:xfrm>
            <a:off x="5885608" y="1368245"/>
            <a:ext cx="71100" cy="141900"/>
          </a:xfrm>
          <a:prstGeom prst="straightConnector1">
            <a:avLst/>
          </a:prstGeom>
          <a:noFill/>
          <a:ln cap="flat" cmpd="sng" w="6975">
            <a:solidFill>
              <a:schemeClr val="dk2"/>
            </a:solidFill>
            <a:prstDash val="solid"/>
            <a:round/>
            <a:headEnd len="med" w="med" type="none"/>
            <a:tailEnd len="med" w="med" type="none"/>
          </a:ln>
        </p:spPr>
      </p:cxnSp>
      <p:cxnSp>
        <p:nvCxnSpPr>
          <p:cNvPr id="1369" name="Google Shape;1369;p62"/>
          <p:cNvCxnSpPr/>
          <p:nvPr/>
        </p:nvCxnSpPr>
        <p:spPr>
          <a:xfrm flipH="1" rot="10800000">
            <a:off x="6075642" y="1365443"/>
            <a:ext cx="179700" cy="52200"/>
          </a:xfrm>
          <a:prstGeom prst="straightConnector1">
            <a:avLst/>
          </a:prstGeom>
          <a:noFill/>
          <a:ln cap="flat" cmpd="sng" w="6975">
            <a:solidFill>
              <a:schemeClr val="dk2"/>
            </a:solidFill>
            <a:prstDash val="solid"/>
            <a:round/>
            <a:headEnd len="med" w="med" type="none"/>
            <a:tailEnd len="med" w="med" type="none"/>
          </a:ln>
        </p:spPr>
      </p:cxnSp>
      <p:pic>
        <p:nvPicPr>
          <p:cNvPr descr="Police hat icon / vector graphics (Provided by Getty Images)" id="1370" name="Google Shape;1370;p62"/>
          <p:cNvPicPr preferRelativeResize="0"/>
          <p:nvPr/>
        </p:nvPicPr>
        <p:blipFill rotWithShape="1">
          <a:blip r:embed="rId3">
            <a:alphaModFix/>
          </a:blip>
          <a:srcRect b="14259" l="13020" r="8215" t="12238"/>
          <a:stretch/>
        </p:blipFill>
        <p:spPr>
          <a:xfrm>
            <a:off x="5760969" y="780887"/>
            <a:ext cx="588534" cy="549228"/>
          </a:xfrm>
          <a:prstGeom prst="rect">
            <a:avLst/>
          </a:prstGeom>
          <a:noFill/>
          <a:ln>
            <a:noFill/>
          </a:ln>
        </p:spPr>
      </p:pic>
      <p:sp>
        <p:nvSpPr>
          <p:cNvPr id="1371" name="Google Shape;1371;p62"/>
          <p:cNvSpPr/>
          <p:nvPr/>
        </p:nvSpPr>
        <p:spPr>
          <a:xfrm>
            <a:off x="5831435" y="1978645"/>
            <a:ext cx="401304" cy="758475"/>
          </a:xfrm>
          <a:prstGeom prst="flowChartProcess">
            <a:avLst/>
          </a:prstGeom>
          <a:solidFill>
            <a:srgbClr val="0000FF"/>
          </a:solidFill>
          <a:ln cap="flat" cmpd="sng" w="4250">
            <a:solidFill>
              <a:srgbClr val="FF0000"/>
            </a:solidFill>
            <a:prstDash val="solid"/>
            <a:round/>
            <a:headEnd len="sm" w="sm" type="none"/>
            <a:tailEnd len="sm" w="sm" type="none"/>
          </a:ln>
        </p:spPr>
        <p:txBody>
          <a:bodyPr anchorCtr="0" anchor="ctr" bIns="40650" lIns="40650" spcFirstLastPara="1" rIns="40650" wrap="square" tIns="40650">
            <a:noAutofit/>
          </a:bodyPr>
          <a:lstStyle/>
          <a:p>
            <a:pPr indent="0" lvl="0" marL="0" rtl="0" algn="ctr">
              <a:spcBef>
                <a:spcPts val="0"/>
              </a:spcBef>
              <a:spcAft>
                <a:spcPts val="0"/>
              </a:spcAft>
              <a:buNone/>
            </a:pPr>
            <a:r>
              <a:t/>
            </a:r>
            <a:endParaRPr sz="623"/>
          </a:p>
        </p:txBody>
      </p:sp>
      <p:cxnSp>
        <p:nvCxnSpPr>
          <p:cNvPr id="1372" name="Google Shape;1372;p62"/>
          <p:cNvCxnSpPr/>
          <p:nvPr/>
        </p:nvCxnSpPr>
        <p:spPr>
          <a:xfrm flipH="1">
            <a:off x="5794070" y="2737120"/>
            <a:ext cx="174900" cy="413100"/>
          </a:xfrm>
          <a:prstGeom prst="straightConnector1">
            <a:avLst/>
          </a:prstGeom>
          <a:noFill/>
          <a:ln cap="flat" cmpd="sng" w="6975">
            <a:solidFill>
              <a:schemeClr val="dk2"/>
            </a:solidFill>
            <a:prstDash val="solid"/>
            <a:round/>
            <a:headEnd len="med" w="med" type="none"/>
            <a:tailEnd len="med" w="med" type="none"/>
          </a:ln>
        </p:spPr>
      </p:cxnSp>
      <p:cxnSp>
        <p:nvCxnSpPr>
          <p:cNvPr id="1373" name="Google Shape;1373;p62"/>
          <p:cNvCxnSpPr/>
          <p:nvPr/>
        </p:nvCxnSpPr>
        <p:spPr>
          <a:xfrm>
            <a:off x="6140476" y="2737120"/>
            <a:ext cx="195000" cy="429300"/>
          </a:xfrm>
          <a:prstGeom prst="straightConnector1">
            <a:avLst/>
          </a:prstGeom>
          <a:noFill/>
          <a:ln cap="flat" cmpd="sng" w="6975">
            <a:solidFill>
              <a:schemeClr val="dk2"/>
            </a:solidFill>
            <a:prstDash val="solid"/>
            <a:round/>
            <a:headEnd len="med" w="med" type="none"/>
            <a:tailEnd len="med" w="med" type="none"/>
          </a:ln>
        </p:spPr>
      </p:cxnSp>
      <p:cxnSp>
        <p:nvCxnSpPr>
          <p:cNvPr id="1374" name="Google Shape;1374;p62"/>
          <p:cNvCxnSpPr/>
          <p:nvPr/>
        </p:nvCxnSpPr>
        <p:spPr>
          <a:xfrm flipH="1">
            <a:off x="5589991" y="2145784"/>
            <a:ext cx="275400" cy="275400"/>
          </a:xfrm>
          <a:prstGeom prst="straightConnector1">
            <a:avLst/>
          </a:prstGeom>
          <a:noFill/>
          <a:ln cap="flat" cmpd="sng" w="6975">
            <a:solidFill>
              <a:schemeClr val="dk2"/>
            </a:solidFill>
            <a:prstDash val="solid"/>
            <a:round/>
            <a:headEnd len="med" w="med" type="none"/>
            <a:tailEnd len="med" w="med" type="none"/>
          </a:ln>
        </p:spPr>
      </p:cxnSp>
      <p:cxnSp>
        <p:nvCxnSpPr>
          <p:cNvPr id="1375" name="Google Shape;1375;p62"/>
          <p:cNvCxnSpPr/>
          <p:nvPr/>
        </p:nvCxnSpPr>
        <p:spPr>
          <a:xfrm>
            <a:off x="6189407" y="2121484"/>
            <a:ext cx="275400" cy="291600"/>
          </a:xfrm>
          <a:prstGeom prst="straightConnector1">
            <a:avLst/>
          </a:prstGeom>
          <a:noFill/>
          <a:ln cap="flat" cmpd="sng" w="6975">
            <a:solidFill>
              <a:schemeClr val="dk2"/>
            </a:solidFill>
            <a:prstDash val="solid"/>
            <a:round/>
            <a:headEnd len="med" w="med" type="none"/>
            <a:tailEnd len="med" w="med" type="none"/>
          </a:ln>
        </p:spPr>
      </p:cxnSp>
      <p:pic>
        <p:nvPicPr>
          <p:cNvPr descr="a golden police badge with a star and the word police on it (Provided by Tenor)" id="1376" name="Google Shape;1376;p62"/>
          <p:cNvPicPr preferRelativeResize="0"/>
          <p:nvPr/>
        </p:nvPicPr>
        <p:blipFill>
          <a:blip r:embed="rId4">
            <a:alphaModFix/>
          </a:blip>
          <a:stretch>
            <a:fillRect/>
          </a:stretch>
        </p:blipFill>
        <p:spPr>
          <a:xfrm>
            <a:off x="5963542" y="2010816"/>
            <a:ext cx="275362" cy="27536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63"/>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2" name="Google Shape;1382;p63"/>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3" name="Google Shape;1383;p63"/>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384" name="Google Shape;1384;p63"/>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385" name="Google Shape;1385;p63"/>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cxnSp>
        <p:nvCxnSpPr>
          <p:cNvPr id="1386" name="Google Shape;1386;p63"/>
          <p:cNvCxnSpPr/>
          <p:nvPr/>
        </p:nvCxnSpPr>
        <p:spPr>
          <a:xfrm rot="10800000">
            <a:off x="619700" y="7100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87" name="Google Shape;1387;p63"/>
          <p:cNvCxnSpPr/>
          <p:nvPr/>
        </p:nvCxnSpPr>
        <p:spPr>
          <a:xfrm>
            <a:off x="-16237" y="1925825"/>
            <a:ext cx="9204300" cy="0"/>
          </a:xfrm>
          <a:prstGeom prst="straightConnector1">
            <a:avLst/>
          </a:prstGeom>
          <a:noFill/>
          <a:ln cap="flat" cmpd="sng" w="9525">
            <a:solidFill>
              <a:schemeClr val="dk2"/>
            </a:solidFill>
            <a:prstDash val="solid"/>
            <a:round/>
            <a:headEnd len="med" w="med" type="none"/>
            <a:tailEnd len="med" w="med" type="none"/>
          </a:ln>
        </p:spPr>
      </p:cxnSp>
      <p:cxnSp>
        <p:nvCxnSpPr>
          <p:cNvPr id="1388" name="Google Shape;1388;p63"/>
          <p:cNvCxnSpPr/>
          <p:nvPr/>
        </p:nvCxnSpPr>
        <p:spPr>
          <a:xfrm rot="10800000">
            <a:off x="1442725" y="7100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89" name="Google Shape;1389;p63"/>
          <p:cNvCxnSpPr/>
          <p:nvPr/>
        </p:nvCxnSpPr>
        <p:spPr>
          <a:xfrm>
            <a:off x="600200" y="671250"/>
            <a:ext cx="874800" cy="68100"/>
          </a:xfrm>
          <a:prstGeom prst="straightConnector1">
            <a:avLst/>
          </a:prstGeom>
          <a:noFill/>
          <a:ln cap="flat" cmpd="sng" w="9525">
            <a:solidFill>
              <a:schemeClr val="dk2"/>
            </a:solidFill>
            <a:prstDash val="solid"/>
            <a:round/>
            <a:headEnd len="med" w="med" type="none"/>
            <a:tailEnd len="med" w="med" type="none"/>
          </a:ln>
        </p:spPr>
      </p:cxnSp>
      <p:cxnSp>
        <p:nvCxnSpPr>
          <p:cNvPr id="1390" name="Google Shape;1390;p63"/>
          <p:cNvCxnSpPr/>
          <p:nvPr/>
        </p:nvCxnSpPr>
        <p:spPr>
          <a:xfrm rot="10800000">
            <a:off x="7400725" y="7294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63"/>
          <p:cNvCxnSpPr/>
          <p:nvPr/>
        </p:nvCxnSpPr>
        <p:spPr>
          <a:xfrm rot="10800000">
            <a:off x="8223750" y="729450"/>
            <a:ext cx="0" cy="12636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63"/>
          <p:cNvCxnSpPr/>
          <p:nvPr/>
        </p:nvCxnSpPr>
        <p:spPr>
          <a:xfrm>
            <a:off x="7381225" y="690650"/>
            <a:ext cx="874800" cy="68100"/>
          </a:xfrm>
          <a:prstGeom prst="straightConnector1">
            <a:avLst/>
          </a:prstGeom>
          <a:noFill/>
          <a:ln cap="flat" cmpd="sng" w="9525">
            <a:solidFill>
              <a:schemeClr val="dk2"/>
            </a:solidFill>
            <a:prstDash val="solid"/>
            <a:round/>
            <a:headEnd len="med" w="med" type="none"/>
            <a:tailEnd len="med" w="med" type="none"/>
          </a:ln>
        </p:spPr>
      </p:cxnSp>
      <p:sp>
        <p:nvSpPr>
          <p:cNvPr id="1393" name="Google Shape;1393;p63"/>
          <p:cNvSpPr/>
          <p:nvPr/>
        </p:nvSpPr>
        <p:spPr>
          <a:xfrm rot="-5592684">
            <a:off x="3883415" y="3649581"/>
            <a:ext cx="755086" cy="694995"/>
          </a:xfrm>
          <a:prstGeom prst="ellipse">
            <a:avLst/>
          </a:prstGeom>
          <a:noFill/>
          <a:ln cap="flat" cmpd="sng" w="4975">
            <a:solidFill>
              <a:schemeClr val="dk2"/>
            </a:solidFill>
            <a:prstDash val="solid"/>
            <a:round/>
            <a:headEnd len="sm" w="sm" type="none"/>
            <a:tailEnd len="sm" w="sm" type="none"/>
          </a:ln>
        </p:spPr>
        <p:txBody>
          <a:bodyPr anchorCtr="0" anchor="ctr" bIns="47750" lIns="47750" spcFirstLastPara="1" rIns="47750" wrap="square" tIns="47750">
            <a:noAutofit/>
          </a:bodyPr>
          <a:lstStyle/>
          <a:p>
            <a:pPr indent="0" lvl="0" marL="0" rtl="0" algn="ctr">
              <a:spcBef>
                <a:spcPts val="0"/>
              </a:spcBef>
              <a:spcAft>
                <a:spcPts val="0"/>
              </a:spcAft>
              <a:buNone/>
            </a:pPr>
            <a:r>
              <a:t/>
            </a:r>
            <a:endParaRPr sz="731"/>
          </a:p>
        </p:txBody>
      </p:sp>
      <p:sp>
        <p:nvSpPr>
          <p:cNvPr id="1394" name="Google Shape;1394;p63"/>
          <p:cNvSpPr/>
          <p:nvPr/>
        </p:nvSpPr>
        <p:spPr>
          <a:xfrm rot="-5590790">
            <a:off x="4130837" y="4119654"/>
            <a:ext cx="97350" cy="157740"/>
          </a:xfrm>
          <a:prstGeom prst="ellipse">
            <a:avLst/>
          </a:prstGeom>
          <a:solidFill>
            <a:schemeClr val="lt2"/>
          </a:solidFill>
          <a:ln cap="flat" cmpd="sng" w="4975">
            <a:solidFill>
              <a:schemeClr val="dk2"/>
            </a:solidFill>
            <a:prstDash val="solid"/>
            <a:round/>
            <a:headEnd len="sm" w="sm" type="none"/>
            <a:tailEnd len="sm" w="sm" type="none"/>
          </a:ln>
        </p:spPr>
        <p:txBody>
          <a:bodyPr anchorCtr="0" anchor="ctr" bIns="47750" lIns="47750" spcFirstLastPara="1" rIns="47750" wrap="square" tIns="47750">
            <a:noAutofit/>
          </a:bodyPr>
          <a:lstStyle/>
          <a:p>
            <a:pPr indent="0" lvl="0" marL="0" rtl="0" algn="ctr">
              <a:spcBef>
                <a:spcPts val="0"/>
              </a:spcBef>
              <a:spcAft>
                <a:spcPts val="0"/>
              </a:spcAft>
              <a:buNone/>
            </a:pPr>
            <a:r>
              <a:t/>
            </a:r>
            <a:endParaRPr sz="731"/>
          </a:p>
        </p:txBody>
      </p:sp>
      <p:sp>
        <p:nvSpPr>
          <p:cNvPr id="1395" name="Google Shape;1395;p63"/>
          <p:cNvSpPr/>
          <p:nvPr/>
        </p:nvSpPr>
        <p:spPr>
          <a:xfrm rot="-5590790">
            <a:off x="4156676" y="3921392"/>
            <a:ext cx="97350" cy="157740"/>
          </a:xfrm>
          <a:prstGeom prst="ellipse">
            <a:avLst/>
          </a:prstGeom>
          <a:solidFill>
            <a:schemeClr val="lt2"/>
          </a:solidFill>
          <a:ln cap="flat" cmpd="sng" w="4975">
            <a:solidFill>
              <a:schemeClr val="dk2"/>
            </a:solidFill>
            <a:prstDash val="solid"/>
            <a:round/>
            <a:headEnd len="sm" w="sm" type="none"/>
            <a:tailEnd len="sm" w="sm" type="none"/>
          </a:ln>
        </p:spPr>
        <p:txBody>
          <a:bodyPr anchorCtr="0" anchor="ctr" bIns="47750" lIns="47750" spcFirstLastPara="1" rIns="47750" wrap="square" tIns="47750">
            <a:noAutofit/>
          </a:bodyPr>
          <a:lstStyle/>
          <a:p>
            <a:pPr indent="0" lvl="0" marL="0" rtl="0" algn="ctr">
              <a:spcBef>
                <a:spcPts val="0"/>
              </a:spcBef>
              <a:spcAft>
                <a:spcPts val="0"/>
              </a:spcAft>
              <a:buNone/>
            </a:pPr>
            <a:r>
              <a:t/>
            </a:r>
            <a:endParaRPr sz="731"/>
          </a:p>
        </p:txBody>
      </p:sp>
      <p:sp>
        <p:nvSpPr>
          <p:cNvPr id="1396" name="Google Shape;1396;p63"/>
          <p:cNvSpPr/>
          <p:nvPr/>
        </p:nvSpPr>
        <p:spPr>
          <a:xfrm rot="-5591936">
            <a:off x="4828071" y="3568275"/>
            <a:ext cx="387852" cy="772536"/>
          </a:xfrm>
          <a:prstGeom prst="flowChartProcess">
            <a:avLst/>
          </a:prstGeom>
          <a:solidFill>
            <a:srgbClr val="0000FF"/>
          </a:solidFill>
          <a:ln cap="flat" cmpd="sng" w="4975">
            <a:solidFill>
              <a:srgbClr val="FF0000"/>
            </a:solidFill>
            <a:prstDash val="solid"/>
            <a:round/>
            <a:headEnd len="sm" w="sm" type="none"/>
            <a:tailEnd len="sm" w="sm" type="none"/>
          </a:ln>
        </p:spPr>
        <p:txBody>
          <a:bodyPr anchorCtr="0" anchor="ctr" bIns="47750" lIns="47750" spcFirstLastPara="1" rIns="47750" wrap="square" tIns="47750">
            <a:noAutofit/>
          </a:bodyPr>
          <a:lstStyle/>
          <a:p>
            <a:pPr indent="0" lvl="0" marL="0" rtl="0" algn="ctr">
              <a:spcBef>
                <a:spcPts val="0"/>
              </a:spcBef>
              <a:spcAft>
                <a:spcPts val="0"/>
              </a:spcAft>
              <a:buNone/>
            </a:pPr>
            <a:r>
              <a:t/>
            </a:r>
            <a:endParaRPr sz="731"/>
          </a:p>
        </p:txBody>
      </p:sp>
      <p:cxnSp>
        <p:nvCxnSpPr>
          <p:cNvPr id="1397" name="Google Shape;1397;p63"/>
          <p:cNvCxnSpPr/>
          <p:nvPr/>
        </p:nvCxnSpPr>
        <p:spPr>
          <a:xfrm rot="-190147">
            <a:off x="5416867" y="4021576"/>
            <a:ext cx="444981" cy="143912"/>
          </a:xfrm>
          <a:prstGeom prst="curvedConnector3">
            <a:avLst>
              <a:gd fmla="val 50000" name="adj1"/>
            </a:avLst>
          </a:prstGeom>
          <a:noFill/>
          <a:ln cap="flat" cmpd="sng" w="4975">
            <a:solidFill>
              <a:schemeClr val="dk2"/>
            </a:solidFill>
            <a:prstDash val="solid"/>
            <a:round/>
            <a:headEnd len="med" w="med" type="none"/>
            <a:tailEnd len="med" w="med" type="none"/>
          </a:ln>
        </p:spPr>
      </p:cxnSp>
      <p:cxnSp>
        <p:nvCxnSpPr>
          <p:cNvPr id="1398" name="Google Shape;1398;p63"/>
          <p:cNvCxnSpPr/>
          <p:nvPr/>
        </p:nvCxnSpPr>
        <p:spPr>
          <a:xfrm flipH="1" rot="10608931">
            <a:off x="5398523" y="3677222"/>
            <a:ext cx="410434" cy="177893"/>
          </a:xfrm>
          <a:prstGeom prst="curvedConnector3">
            <a:avLst>
              <a:gd fmla="val 50000" name="adj1"/>
            </a:avLst>
          </a:prstGeom>
          <a:noFill/>
          <a:ln cap="flat" cmpd="sng" w="4975">
            <a:solidFill>
              <a:schemeClr val="dk2"/>
            </a:solidFill>
            <a:prstDash val="solid"/>
            <a:round/>
            <a:headEnd len="med" w="med" type="none"/>
            <a:tailEnd len="med" w="med" type="none"/>
          </a:ln>
        </p:spPr>
      </p:cxnSp>
      <p:cxnSp>
        <p:nvCxnSpPr>
          <p:cNvPr id="1399" name="Google Shape;1399;p63"/>
          <p:cNvCxnSpPr/>
          <p:nvPr/>
        </p:nvCxnSpPr>
        <p:spPr>
          <a:xfrm flipH="1" rot="-5590279">
            <a:off x="4975711" y="4208457"/>
            <a:ext cx="336215" cy="203719"/>
          </a:xfrm>
          <a:prstGeom prst="straightConnector1">
            <a:avLst/>
          </a:prstGeom>
          <a:noFill/>
          <a:ln cap="flat" cmpd="sng" w="4975">
            <a:solidFill>
              <a:schemeClr val="dk2"/>
            </a:solidFill>
            <a:prstDash val="solid"/>
            <a:round/>
            <a:headEnd len="med" w="med" type="none"/>
            <a:tailEnd len="med" w="med" type="none"/>
          </a:ln>
        </p:spPr>
      </p:cxnSp>
      <p:cxnSp>
        <p:nvCxnSpPr>
          <p:cNvPr id="1400" name="Google Shape;1400;p63"/>
          <p:cNvCxnSpPr>
            <a:stCxn id="1396" idx="3"/>
          </p:cNvCxnSpPr>
          <p:nvPr/>
        </p:nvCxnSpPr>
        <p:spPr>
          <a:xfrm flipH="1" rot="10800000">
            <a:off x="5011175" y="3465119"/>
            <a:ext cx="359400" cy="295800"/>
          </a:xfrm>
          <a:prstGeom prst="straightConnector1">
            <a:avLst/>
          </a:prstGeom>
          <a:noFill/>
          <a:ln cap="flat" cmpd="sng" w="4975">
            <a:solidFill>
              <a:schemeClr val="dk2"/>
            </a:solidFill>
            <a:prstDash val="solid"/>
            <a:round/>
            <a:headEnd len="med" w="med" type="none"/>
            <a:tailEnd len="med" w="med" type="none"/>
          </a:ln>
        </p:spPr>
      </p:cxnSp>
      <p:cxnSp>
        <p:nvCxnSpPr>
          <p:cNvPr id="1401" name="Google Shape;1401;p63"/>
          <p:cNvCxnSpPr/>
          <p:nvPr/>
        </p:nvCxnSpPr>
        <p:spPr>
          <a:xfrm rot="-5590544">
            <a:off x="3970945" y="4136498"/>
            <a:ext cx="232858" cy="134010"/>
          </a:xfrm>
          <a:prstGeom prst="straightConnector1">
            <a:avLst/>
          </a:prstGeom>
          <a:noFill/>
          <a:ln cap="flat" cmpd="sng" w="8175">
            <a:solidFill>
              <a:schemeClr val="dk2"/>
            </a:solidFill>
            <a:prstDash val="solid"/>
            <a:round/>
            <a:headEnd len="med" w="med" type="none"/>
            <a:tailEnd len="med" w="med" type="none"/>
          </a:ln>
        </p:spPr>
      </p:cxnSp>
      <p:cxnSp>
        <p:nvCxnSpPr>
          <p:cNvPr id="1402" name="Google Shape;1402;p63"/>
          <p:cNvCxnSpPr/>
          <p:nvPr/>
        </p:nvCxnSpPr>
        <p:spPr>
          <a:xfrm flipH="1" rot="5206854">
            <a:off x="3940063" y="3899952"/>
            <a:ext cx="267121" cy="108167"/>
          </a:xfrm>
          <a:prstGeom prst="straightConnector1">
            <a:avLst/>
          </a:prstGeom>
          <a:noFill/>
          <a:ln cap="flat" cmpd="sng" w="8175">
            <a:solidFill>
              <a:schemeClr val="dk2"/>
            </a:solidFill>
            <a:prstDash val="solid"/>
            <a:round/>
            <a:headEnd len="med" w="med" type="none"/>
            <a:tailEnd len="med" w="med" type="none"/>
          </a:ln>
        </p:spPr>
      </p:cxnSp>
      <p:sp>
        <p:nvSpPr>
          <p:cNvPr id="1403" name="Google Shape;1403;p63"/>
          <p:cNvSpPr/>
          <p:nvPr/>
        </p:nvSpPr>
        <p:spPr>
          <a:xfrm rot="3279417">
            <a:off x="3846651" y="2846288"/>
            <a:ext cx="605735" cy="635204"/>
          </a:xfrm>
          <a:prstGeom prst="ellipse">
            <a:avLst/>
          </a:prstGeom>
          <a:noFill/>
          <a:ln cap="flat" cmpd="sng" w="6600">
            <a:solidFill>
              <a:schemeClr val="dk2"/>
            </a:solidFill>
            <a:prstDash val="solid"/>
            <a:round/>
            <a:headEnd len="sm" w="sm" type="none"/>
            <a:tailEnd len="sm" w="sm" type="none"/>
          </a:ln>
        </p:spPr>
        <p:txBody>
          <a:bodyPr anchorCtr="0" anchor="ctr" bIns="62950" lIns="62950" spcFirstLastPara="1" rIns="62950" wrap="square" tIns="62950">
            <a:noAutofit/>
          </a:bodyPr>
          <a:lstStyle/>
          <a:p>
            <a:pPr indent="0" lvl="0" marL="0" rtl="0" algn="ctr">
              <a:spcBef>
                <a:spcPts val="0"/>
              </a:spcBef>
              <a:spcAft>
                <a:spcPts val="0"/>
              </a:spcAft>
              <a:buNone/>
            </a:pPr>
            <a:r>
              <a:t/>
            </a:r>
            <a:endParaRPr sz="964"/>
          </a:p>
        </p:txBody>
      </p:sp>
      <p:sp>
        <p:nvSpPr>
          <p:cNvPr id="1404" name="Google Shape;1404;p63"/>
          <p:cNvSpPr/>
          <p:nvPr/>
        </p:nvSpPr>
        <p:spPr>
          <a:xfrm rot="3290749">
            <a:off x="4131747" y="2995933"/>
            <a:ext cx="78155" cy="131023"/>
          </a:xfrm>
          <a:prstGeom prst="ellipse">
            <a:avLst/>
          </a:prstGeom>
          <a:solidFill>
            <a:schemeClr val="lt2"/>
          </a:solidFill>
          <a:ln cap="flat" cmpd="sng" w="6600">
            <a:solidFill>
              <a:schemeClr val="dk2"/>
            </a:solidFill>
            <a:prstDash val="solid"/>
            <a:round/>
            <a:headEnd len="sm" w="sm" type="none"/>
            <a:tailEnd len="sm" w="sm" type="none"/>
          </a:ln>
        </p:spPr>
        <p:txBody>
          <a:bodyPr anchorCtr="0" anchor="ctr" bIns="62950" lIns="62950" spcFirstLastPara="1" rIns="62950" wrap="square" tIns="62950">
            <a:noAutofit/>
          </a:bodyPr>
          <a:lstStyle/>
          <a:p>
            <a:pPr indent="0" lvl="0" marL="0" rtl="0" algn="ctr">
              <a:spcBef>
                <a:spcPts val="0"/>
              </a:spcBef>
              <a:spcAft>
                <a:spcPts val="0"/>
              </a:spcAft>
              <a:buNone/>
            </a:pPr>
            <a:r>
              <a:t/>
            </a:r>
            <a:endParaRPr sz="964"/>
          </a:p>
        </p:txBody>
      </p:sp>
      <p:sp>
        <p:nvSpPr>
          <p:cNvPr id="1405" name="Google Shape;1405;p63"/>
          <p:cNvSpPr/>
          <p:nvPr/>
        </p:nvSpPr>
        <p:spPr>
          <a:xfrm rot="3290749">
            <a:off x="4251873" y="3165224"/>
            <a:ext cx="78155" cy="131023"/>
          </a:xfrm>
          <a:prstGeom prst="ellipse">
            <a:avLst/>
          </a:prstGeom>
          <a:solidFill>
            <a:schemeClr val="lt2"/>
          </a:solidFill>
          <a:ln cap="flat" cmpd="sng" w="6600">
            <a:solidFill>
              <a:schemeClr val="dk2"/>
            </a:solidFill>
            <a:prstDash val="solid"/>
            <a:round/>
            <a:headEnd len="sm" w="sm" type="none"/>
            <a:tailEnd len="sm" w="sm" type="none"/>
          </a:ln>
        </p:spPr>
        <p:txBody>
          <a:bodyPr anchorCtr="0" anchor="ctr" bIns="62950" lIns="62950" spcFirstLastPara="1" rIns="62950" wrap="square" tIns="62950">
            <a:noAutofit/>
          </a:bodyPr>
          <a:lstStyle/>
          <a:p>
            <a:pPr indent="0" lvl="0" marL="0" rtl="0" algn="ctr">
              <a:spcBef>
                <a:spcPts val="0"/>
              </a:spcBef>
              <a:spcAft>
                <a:spcPts val="0"/>
              </a:spcAft>
              <a:buNone/>
            </a:pPr>
            <a:r>
              <a:t/>
            </a:r>
            <a:endParaRPr sz="964"/>
          </a:p>
        </p:txBody>
      </p:sp>
      <p:cxnSp>
        <p:nvCxnSpPr>
          <p:cNvPr id="1406" name="Google Shape;1406;p63"/>
          <p:cNvCxnSpPr/>
          <p:nvPr/>
        </p:nvCxnSpPr>
        <p:spPr>
          <a:xfrm flipH="1" rot="-7524338">
            <a:off x="3926986" y="3226624"/>
            <a:ext cx="136184" cy="68250"/>
          </a:xfrm>
          <a:prstGeom prst="straightConnector1">
            <a:avLst/>
          </a:prstGeom>
          <a:noFill/>
          <a:ln cap="flat" cmpd="sng" w="6600">
            <a:solidFill>
              <a:schemeClr val="dk2"/>
            </a:solidFill>
            <a:prstDash val="solid"/>
            <a:round/>
            <a:headEnd len="med" w="med" type="none"/>
            <a:tailEnd len="med" w="med" type="none"/>
          </a:ln>
        </p:spPr>
      </p:cxnSp>
      <p:cxnSp>
        <p:nvCxnSpPr>
          <p:cNvPr id="1407" name="Google Shape;1407;p63"/>
          <p:cNvCxnSpPr/>
          <p:nvPr/>
        </p:nvCxnSpPr>
        <p:spPr>
          <a:xfrm flipH="1" rot="3378596">
            <a:off x="4003725" y="3278783"/>
            <a:ext cx="4327" cy="68250"/>
          </a:xfrm>
          <a:prstGeom prst="straightConnector1">
            <a:avLst/>
          </a:prstGeom>
          <a:noFill/>
          <a:ln cap="flat" cmpd="sng" w="6600">
            <a:solidFill>
              <a:schemeClr val="dk2"/>
            </a:solidFill>
            <a:prstDash val="solid"/>
            <a:round/>
            <a:headEnd len="med" w="med" type="none"/>
            <a:tailEnd len="med" w="med" type="none"/>
          </a:ln>
        </p:spPr>
      </p:cxnSp>
      <p:cxnSp>
        <p:nvCxnSpPr>
          <p:cNvPr id="1408" name="Google Shape;1408;p63"/>
          <p:cNvCxnSpPr>
            <a:endCxn id="1404" idx="7"/>
          </p:cNvCxnSpPr>
          <p:nvPr/>
        </p:nvCxnSpPr>
        <p:spPr>
          <a:xfrm flipH="1">
            <a:off x="4224494" y="2925202"/>
            <a:ext cx="69900" cy="132000"/>
          </a:xfrm>
          <a:prstGeom prst="straightConnector1">
            <a:avLst/>
          </a:prstGeom>
          <a:noFill/>
          <a:ln cap="flat" cmpd="sng" w="6600">
            <a:solidFill>
              <a:schemeClr val="dk2"/>
            </a:solidFill>
            <a:prstDash val="solid"/>
            <a:round/>
            <a:headEnd len="med" w="med" type="none"/>
            <a:tailEnd len="med" w="med" type="none"/>
          </a:ln>
        </p:spPr>
      </p:cxnSp>
      <p:cxnSp>
        <p:nvCxnSpPr>
          <p:cNvPr id="1409" name="Google Shape;1409;p63"/>
          <p:cNvCxnSpPr/>
          <p:nvPr/>
        </p:nvCxnSpPr>
        <p:spPr>
          <a:xfrm flipH="1" rot="-7520948">
            <a:off x="4303099" y="3129448"/>
            <a:ext cx="169560" cy="48859"/>
          </a:xfrm>
          <a:prstGeom prst="straightConnector1">
            <a:avLst/>
          </a:prstGeom>
          <a:noFill/>
          <a:ln cap="flat" cmpd="sng" w="6600">
            <a:solidFill>
              <a:schemeClr val="dk2"/>
            </a:solidFill>
            <a:prstDash val="solid"/>
            <a:round/>
            <a:headEnd len="med" w="med" type="none"/>
            <a:tailEnd len="med" w="med" type="none"/>
          </a:ln>
        </p:spPr>
      </p:cxnSp>
      <p:pic>
        <p:nvPicPr>
          <p:cNvPr descr="Police hat icon / vector graphics (Provided by Getty Images)" id="1410" name="Google Shape;1410;p63"/>
          <p:cNvPicPr preferRelativeResize="0"/>
          <p:nvPr/>
        </p:nvPicPr>
        <p:blipFill rotWithShape="1">
          <a:blip r:embed="rId3">
            <a:alphaModFix/>
          </a:blip>
          <a:srcRect b="14259" l="13020" r="8215" t="12238"/>
          <a:stretch/>
        </p:blipFill>
        <p:spPr>
          <a:xfrm rot="3278455">
            <a:off x="4308765" y="2627141"/>
            <a:ext cx="554301" cy="517266"/>
          </a:xfrm>
          <a:prstGeom prst="rect">
            <a:avLst/>
          </a:prstGeom>
          <a:noFill/>
          <a:ln>
            <a:noFill/>
          </a:ln>
        </p:spPr>
      </p:pic>
      <p:sp>
        <p:nvSpPr>
          <p:cNvPr id="1411" name="Google Shape;1411;p63"/>
          <p:cNvSpPr/>
          <p:nvPr/>
        </p:nvSpPr>
        <p:spPr>
          <a:xfrm rot="3278464">
            <a:off x="3383970" y="3220658"/>
            <a:ext cx="377964" cy="714343"/>
          </a:xfrm>
          <a:prstGeom prst="flowChartProcess">
            <a:avLst/>
          </a:prstGeom>
          <a:solidFill>
            <a:srgbClr val="0000FF"/>
          </a:solidFill>
          <a:ln cap="flat" cmpd="sng" w="4000">
            <a:solidFill>
              <a:srgbClr val="FF0000"/>
            </a:solidFill>
            <a:prstDash val="solid"/>
            <a:round/>
            <a:headEnd len="sm" w="sm" type="none"/>
            <a:tailEnd len="sm" w="sm" type="none"/>
          </a:ln>
        </p:spPr>
        <p:txBody>
          <a:bodyPr anchorCtr="0" anchor="ctr" bIns="38300" lIns="38300" spcFirstLastPara="1" rIns="38300" wrap="square" tIns="38300">
            <a:noAutofit/>
          </a:bodyPr>
          <a:lstStyle/>
          <a:p>
            <a:pPr indent="0" lvl="0" marL="0" rtl="0" algn="ctr">
              <a:spcBef>
                <a:spcPts val="0"/>
              </a:spcBef>
              <a:spcAft>
                <a:spcPts val="0"/>
              </a:spcAft>
              <a:buNone/>
            </a:pPr>
            <a:r>
              <a:t/>
            </a:r>
            <a:endParaRPr sz="587"/>
          </a:p>
        </p:txBody>
      </p:sp>
      <p:cxnSp>
        <p:nvCxnSpPr>
          <p:cNvPr id="1412" name="Google Shape;1412;p63"/>
          <p:cNvCxnSpPr/>
          <p:nvPr/>
        </p:nvCxnSpPr>
        <p:spPr>
          <a:xfrm flipH="1" rot="3277923">
            <a:off x="2958604" y="3586999"/>
            <a:ext cx="164817" cy="388989"/>
          </a:xfrm>
          <a:prstGeom prst="straightConnector1">
            <a:avLst/>
          </a:prstGeom>
          <a:noFill/>
          <a:ln cap="flat" cmpd="sng" w="6600">
            <a:solidFill>
              <a:schemeClr val="dk2"/>
            </a:solidFill>
            <a:prstDash val="solid"/>
            <a:round/>
            <a:headEnd len="med" w="med" type="none"/>
            <a:tailEnd len="med" w="med" type="none"/>
          </a:ln>
        </p:spPr>
      </p:cxnSp>
      <p:cxnSp>
        <p:nvCxnSpPr>
          <p:cNvPr id="1413" name="Google Shape;1413;p63"/>
          <p:cNvCxnSpPr/>
          <p:nvPr/>
        </p:nvCxnSpPr>
        <p:spPr>
          <a:xfrm rot="3278844">
            <a:off x="3137218" y="3857480"/>
            <a:ext cx="183544" cy="404300"/>
          </a:xfrm>
          <a:prstGeom prst="straightConnector1">
            <a:avLst/>
          </a:prstGeom>
          <a:noFill/>
          <a:ln cap="flat" cmpd="sng" w="6600">
            <a:solidFill>
              <a:schemeClr val="dk2"/>
            </a:solidFill>
            <a:prstDash val="solid"/>
            <a:round/>
            <a:headEnd len="med" w="med" type="none"/>
            <a:tailEnd len="med" w="med" type="none"/>
          </a:ln>
        </p:spPr>
      </p:cxnSp>
      <p:cxnSp>
        <p:nvCxnSpPr>
          <p:cNvPr id="1414" name="Google Shape;1414;p63"/>
          <p:cNvCxnSpPr/>
          <p:nvPr/>
        </p:nvCxnSpPr>
        <p:spPr>
          <a:xfrm flipH="1" rot="3279299">
            <a:off x="3334611" y="3173792"/>
            <a:ext cx="259292" cy="259292"/>
          </a:xfrm>
          <a:prstGeom prst="straightConnector1">
            <a:avLst/>
          </a:prstGeom>
          <a:noFill/>
          <a:ln cap="flat" cmpd="sng" w="6600">
            <a:solidFill>
              <a:schemeClr val="dk2"/>
            </a:solidFill>
            <a:prstDash val="solid"/>
            <a:round/>
            <a:headEnd len="med" w="med" type="none"/>
            <a:tailEnd len="med" w="med" type="none"/>
          </a:ln>
        </p:spPr>
      </p:cxnSp>
      <p:cxnSp>
        <p:nvCxnSpPr>
          <p:cNvPr id="1415" name="Google Shape;1415;p63"/>
          <p:cNvCxnSpPr/>
          <p:nvPr/>
        </p:nvCxnSpPr>
        <p:spPr>
          <a:xfrm rot="3279299">
            <a:off x="3673577" y="3617687"/>
            <a:ext cx="259292" cy="274776"/>
          </a:xfrm>
          <a:prstGeom prst="straightConnector1">
            <a:avLst/>
          </a:prstGeom>
          <a:noFill/>
          <a:ln cap="flat" cmpd="sng" w="6600">
            <a:solidFill>
              <a:schemeClr val="dk2"/>
            </a:solidFill>
            <a:prstDash val="solid"/>
            <a:round/>
            <a:headEnd len="med" w="med" type="none"/>
            <a:tailEnd len="med" w="med" type="none"/>
          </a:ln>
        </p:spPr>
      </p:cxnSp>
      <p:pic>
        <p:nvPicPr>
          <p:cNvPr descr="a golden police badge with a star and the word police on it (Provided by Tenor)" id="1416" name="Google Shape;1416;p63"/>
          <p:cNvPicPr preferRelativeResize="0"/>
          <p:nvPr/>
        </p:nvPicPr>
        <p:blipFill>
          <a:blip r:embed="rId4">
            <a:alphaModFix/>
          </a:blip>
          <a:stretch>
            <a:fillRect/>
          </a:stretch>
        </p:blipFill>
        <p:spPr>
          <a:xfrm rot="3278464">
            <a:off x="3641789" y="3387140"/>
            <a:ext cx="259339" cy="259339"/>
          </a:xfrm>
          <a:prstGeom prst="rect">
            <a:avLst/>
          </a:prstGeom>
          <a:noFill/>
          <a:ln>
            <a:noFill/>
          </a:ln>
        </p:spPr>
      </p:pic>
      <p:sp>
        <p:nvSpPr>
          <p:cNvPr id="1417" name="Google Shape;1417;p63"/>
          <p:cNvSpPr/>
          <p:nvPr/>
        </p:nvSpPr>
        <p:spPr>
          <a:xfrm rot="4054473">
            <a:off x="4568058" y="2840730"/>
            <a:ext cx="618904" cy="649043"/>
          </a:xfrm>
          <a:prstGeom prst="ellipse">
            <a:avLst/>
          </a:prstGeom>
          <a:noFill/>
          <a:ln cap="flat" cmpd="sng" w="6725">
            <a:solidFill>
              <a:schemeClr val="dk2"/>
            </a:solidFill>
            <a:prstDash val="solid"/>
            <a:round/>
            <a:headEnd len="sm" w="sm" type="none"/>
            <a:tailEnd len="sm" w="sm" type="none"/>
          </a:ln>
        </p:spPr>
        <p:txBody>
          <a:bodyPr anchorCtr="0" anchor="ctr" bIns="64375" lIns="64375" spcFirstLastPara="1" rIns="64375" wrap="square" tIns="64375">
            <a:noAutofit/>
          </a:bodyPr>
          <a:lstStyle/>
          <a:p>
            <a:pPr indent="0" lvl="0" marL="0" rtl="0" algn="ctr">
              <a:spcBef>
                <a:spcPts val="0"/>
              </a:spcBef>
              <a:spcAft>
                <a:spcPts val="0"/>
              </a:spcAft>
              <a:buNone/>
            </a:pPr>
            <a:r>
              <a:t/>
            </a:r>
            <a:endParaRPr sz="986"/>
          </a:p>
        </p:txBody>
      </p:sp>
      <p:sp>
        <p:nvSpPr>
          <p:cNvPr id="1418" name="Google Shape;1418;p63"/>
          <p:cNvSpPr/>
          <p:nvPr/>
        </p:nvSpPr>
        <p:spPr>
          <a:xfrm rot="4055781">
            <a:off x="4865154" y="2982379"/>
            <a:ext cx="79501" cy="133708"/>
          </a:xfrm>
          <a:prstGeom prst="ellipse">
            <a:avLst/>
          </a:prstGeom>
          <a:solidFill>
            <a:schemeClr val="lt2"/>
          </a:solidFill>
          <a:ln cap="flat" cmpd="sng" w="6725">
            <a:solidFill>
              <a:schemeClr val="dk2"/>
            </a:solidFill>
            <a:prstDash val="solid"/>
            <a:round/>
            <a:headEnd len="sm" w="sm" type="none"/>
            <a:tailEnd len="sm" w="sm" type="none"/>
          </a:ln>
        </p:spPr>
        <p:txBody>
          <a:bodyPr anchorCtr="0" anchor="ctr" bIns="64375" lIns="64375" spcFirstLastPara="1" rIns="64375" wrap="square" tIns="64375">
            <a:noAutofit/>
          </a:bodyPr>
          <a:lstStyle/>
          <a:p>
            <a:pPr indent="0" lvl="0" marL="0" rtl="0" algn="ctr">
              <a:spcBef>
                <a:spcPts val="0"/>
              </a:spcBef>
              <a:spcAft>
                <a:spcPts val="0"/>
              </a:spcAft>
              <a:buNone/>
            </a:pPr>
            <a:r>
              <a:t/>
            </a:r>
            <a:endParaRPr sz="986"/>
          </a:p>
        </p:txBody>
      </p:sp>
      <p:sp>
        <p:nvSpPr>
          <p:cNvPr id="1419" name="Google Shape;1419;p63"/>
          <p:cNvSpPr/>
          <p:nvPr/>
        </p:nvSpPr>
        <p:spPr>
          <a:xfrm rot="4055781">
            <a:off x="4946049" y="3178483"/>
            <a:ext cx="79501" cy="133708"/>
          </a:xfrm>
          <a:prstGeom prst="ellipse">
            <a:avLst/>
          </a:prstGeom>
          <a:solidFill>
            <a:schemeClr val="lt2"/>
          </a:solidFill>
          <a:ln cap="flat" cmpd="sng" w="6725">
            <a:solidFill>
              <a:schemeClr val="dk2"/>
            </a:solidFill>
            <a:prstDash val="solid"/>
            <a:round/>
            <a:headEnd len="sm" w="sm" type="none"/>
            <a:tailEnd len="sm" w="sm" type="none"/>
          </a:ln>
        </p:spPr>
        <p:txBody>
          <a:bodyPr anchorCtr="0" anchor="ctr" bIns="64375" lIns="64375" spcFirstLastPara="1" rIns="64375" wrap="square" tIns="64375">
            <a:noAutofit/>
          </a:bodyPr>
          <a:lstStyle/>
          <a:p>
            <a:pPr indent="0" lvl="0" marL="0" rtl="0" algn="ctr">
              <a:spcBef>
                <a:spcPts val="0"/>
              </a:spcBef>
              <a:spcAft>
                <a:spcPts val="0"/>
              </a:spcAft>
              <a:buNone/>
            </a:pPr>
            <a:r>
              <a:t/>
            </a:r>
            <a:endParaRPr sz="986"/>
          </a:p>
        </p:txBody>
      </p:sp>
      <p:cxnSp>
        <p:nvCxnSpPr>
          <p:cNvPr id="1420" name="Google Shape;1420;p63"/>
          <p:cNvCxnSpPr/>
          <p:nvPr/>
        </p:nvCxnSpPr>
        <p:spPr>
          <a:xfrm flipH="1" rot="-6745226">
            <a:off x="4631499" y="3191563"/>
            <a:ext cx="139224" cy="69531"/>
          </a:xfrm>
          <a:prstGeom prst="straightConnector1">
            <a:avLst/>
          </a:prstGeom>
          <a:noFill/>
          <a:ln cap="flat" cmpd="sng" w="6725">
            <a:solidFill>
              <a:schemeClr val="dk2"/>
            </a:solidFill>
            <a:prstDash val="solid"/>
            <a:round/>
            <a:headEnd len="med" w="med" type="none"/>
            <a:tailEnd len="med" w="med" type="none"/>
          </a:ln>
        </p:spPr>
      </p:cxnSp>
      <p:cxnSp>
        <p:nvCxnSpPr>
          <p:cNvPr id="1421" name="Google Shape;1421;p63"/>
          <p:cNvCxnSpPr/>
          <p:nvPr/>
        </p:nvCxnSpPr>
        <p:spPr>
          <a:xfrm flipH="1" rot="4008085">
            <a:off x="4697948" y="3246239"/>
            <a:ext cx="4569" cy="69531"/>
          </a:xfrm>
          <a:prstGeom prst="straightConnector1">
            <a:avLst/>
          </a:prstGeom>
          <a:noFill/>
          <a:ln cap="flat" cmpd="sng" w="6725">
            <a:solidFill>
              <a:schemeClr val="dk2"/>
            </a:solidFill>
            <a:prstDash val="solid"/>
            <a:round/>
            <a:headEnd len="med" w="med" type="none"/>
            <a:tailEnd len="med" w="med" type="none"/>
          </a:ln>
        </p:spPr>
      </p:cxnSp>
      <p:cxnSp>
        <p:nvCxnSpPr>
          <p:cNvPr id="1422" name="Google Shape;1422;p63"/>
          <p:cNvCxnSpPr>
            <a:endCxn id="1418" idx="7"/>
          </p:cNvCxnSpPr>
          <p:nvPr/>
        </p:nvCxnSpPr>
        <p:spPr>
          <a:xfrm flipH="1">
            <a:off x="4959316" y="2941688"/>
            <a:ext cx="100500" cy="115500"/>
          </a:xfrm>
          <a:prstGeom prst="straightConnector1">
            <a:avLst/>
          </a:prstGeom>
          <a:noFill/>
          <a:ln cap="flat" cmpd="sng" w="6725">
            <a:solidFill>
              <a:schemeClr val="dk2"/>
            </a:solidFill>
            <a:prstDash val="solid"/>
            <a:round/>
            <a:headEnd len="med" w="med" type="none"/>
            <a:tailEnd len="med" w="med" type="none"/>
          </a:ln>
        </p:spPr>
      </p:cxnSp>
      <p:cxnSp>
        <p:nvCxnSpPr>
          <p:cNvPr id="1423" name="Google Shape;1423;p63"/>
          <p:cNvCxnSpPr/>
          <p:nvPr/>
        </p:nvCxnSpPr>
        <p:spPr>
          <a:xfrm flipH="1" rot="-6745727">
            <a:off x="5030515" y="3184831"/>
            <a:ext cx="172986" cy="49916"/>
          </a:xfrm>
          <a:prstGeom prst="straightConnector1">
            <a:avLst/>
          </a:prstGeom>
          <a:noFill/>
          <a:ln cap="flat" cmpd="sng" w="6725">
            <a:solidFill>
              <a:schemeClr val="dk2"/>
            </a:solidFill>
            <a:prstDash val="solid"/>
            <a:round/>
            <a:headEnd len="med" w="med" type="none"/>
            <a:tailEnd len="med" w="med" type="none"/>
          </a:ln>
        </p:spPr>
      </p:cxnSp>
      <p:pic>
        <p:nvPicPr>
          <p:cNvPr descr="Police hat icon / vector graphics (Provided by Getty Images)" id="1424" name="Google Shape;1424;p63"/>
          <p:cNvPicPr preferRelativeResize="0"/>
          <p:nvPr/>
        </p:nvPicPr>
        <p:blipFill rotWithShape="1">
          <a:blip r:embed="rId3">
            <a:alphaModFix/>
          </a:blip>
          <a:srcRect b="14259" l="13020" r="8215" t="12238"/>
          <a:stretch/>
        </p:blipFill>
        <p:spPr>
          <a:xfrm rot="4055010">
            <a:off x="5092415" y="2723894"/>
            <a:ext cx="566462" cy="528633"/>
          </a:xfrm>
          <a:prstGeom prst="rect">
            <a:avLst/>
          </a:prstGeom>
          <a:noFill/>
          <a:ln>
            <a:noFill/>
          </a:ln>
        </p:spPr>
      </p:pic>
      <p:sp>
        <p:nvSpPr>
          <p:cNvPr id="1425" name="Google Shape;1425;p63"/>
          <p:cNvSpPr/>
          <p:nvPr/>
        </p:nvSpPr>
        <p:spPr>
          <a:xfrm rot="4055006">
            <a:off x="4015187" y="3080620"/>
            <a:ext cx="386254" cy="730041"/>
          </a:xfrm>
          <a:prstGeom prst="flowChartProcess">
            <a:avLst/>
          </a:prstGeom>
          <a:solidFill>
            <a:srgbClr val="0000FF"/>
          </a:solidFill>
          <a:ln cap="flat" cmpd="sng" w="4100">
            <a:solidFill>
              <a:srgbClr val="FF0000"/>
            </a:solidFill>
            <a:prstDash val="solid"/>
            <a:round/>
            <a:headEnd len="sm" w="sm" type="none"/>
            <a:tailEnd len="sm" w="sm" type="none"/>
          </a:ln>
        </p:spPr>
        <p:txBody>
          <a:bodyPr anchorCtr="0" anchor="ctr" bIns="39125" lIns="39125" spcFirstLastPara="1" rIns="39125" wrap="square" tIns="39125">
            <a:noAutofit/>
          </a:bodyPr>
          <a:lstStyle/>
          <a:p>
            <a:pPr indent="0" lvl="0" marL="0" rtl="0" algn="ctr">
              <a:spcBef>
                <a:spcPts val="0"/>
              </a:spcBef>
              <a:spcAft>
                <a:spcPts val="0"/>
              </a:spcAft>
              <a:buNone/>
            </a:pPr>
            <a:r>
              <a:t/>
            </a:r>
            <a:endParaRPr sz="599"/>
          </a:p>
        </p:txBody>
      </p:sp>
      <p:cxnSp>
        <p:nvCxnSpPr>
          <p:cNvPr id="1426" name="Google Shape;1426;p63"/>
          <p:cNvCxnSpPr/>
          <p:nvPr/>
        </p:nvCxnSpPr>
        <p:spPr>
          <a:xfrm flipH="1" rot="4055526">
            <a:off x="3547651" y="3327824"/>
            <a:ext cx="168417" cy="397503"/>
          </a:xfrm>
          <a:prstGeom prst="straightConnector1">
            <a:avLst/>
          </a:prstGeom>
          <a:noFill/>
          <a:ln cap="flat" cmpd="sng" w="6725">
            <a:solidFill>
              <a:schemeClr val="dk2"/>
            </a:solidFill>
            <a:prstDash val="solid"/>
            <a:round/>
            <a:headEnd len="med" w="med" type="none"/>
            <a:tailEnd len="med" w="med" type="none"/>
          </a:ln>
        </p:spPr>
      </p:cxnSp>
      <p:cxnSp>
        <p:nvCxnSpPr>
          <p:cNvPr id="1427" name="Google Shape;1427;p63"/>
          <p:cNvCxnSpPr/>
          <p:nvPr/>
        </p:nvCxnSpPr>
        <p:spPr>
          <a:xfrm rot="4054207">
            <a:off x="3661600" y="3640325"/>
            <a:ext cx="187916" cy="413103"/>
          </a:xfrm>
          <a:prstGeom prst="straightConnector1">
            <a:avLst/>
          </a:prstGeom>
          <a:noFill/>
          <a:ln cap="flat" cmpd="sng" w="6725">
            <a:solidFill>
              <a:schemeClr val="dk2"/>
            </a:solidFill>
            <a:prstDash val="solid"/>
            <a:round/>
            <a:headEnd len="med" w="med" type="none"/>
            <a:tailEnd len="med" w="med" type="none"/>
          </a:ln>
        </p:spPr>
      </p:cxnSp>
      <p:cxnSp>
        <p:nvCxnSpPr>
          <p:cNvPr id="1428" name="Google Shape;1428;p63"/>
          <p:cNvCxnSpPr/>
          <p:nvPr/>
        </p:nvCxnSpPr>
        <p:spPr>
          <a:xfrm flipH="1" rot="4055076">
            <a:off x="4030186" y="3014904"/>
            <a:ext cx="265132" cy="265132"/>
          </a:xfrm>
          <a:prstGeom prst="straightConnector1">
            <a:avLst/>
          </a:prstGeom>
          <a:noFill/>
          <a:ln cap="flat" cmpd="sng" w="6725">
            <a:solidFill>
              <a:schemeClr val="dk2"/>
            </a:solidFill>
            <a:prstDash val="solid"/>
            <a:round/>
            <a:headEnd len="med" w="med" type="none"/>
            <a:tailEnd len="med" w="med" type="none"/>
          </a:ln>
        </p:spPr>
      </p:cxnSp>
      <p:cxnSp>
        <p:nvCxnSpPr>
          <p:cNvPr id="1429" name="Google Shape;1429;p63"/>
          <p:cNvCxnSpPr/>
          <p:nvPr/>
        </p:nvCxnSpPr>
        <p:spPr>
          <a:xfrm rot="4055076">
            <a:off x="4264633" y="3534584"/>
            <a:ext cx="265132" cy="280732"/>
          </a:xfrm>
          <a:prstGeom prst="straightConnector1">
            <a:avLst/>
          </a:prstGeom>
          <a:noFill/>
          <a:ln cap="flat" cmpd="sng" w="6725">
            <a:solidFill>
              <a:schemeClr val="dk2"/>
            </a:solidFill>
            <a:prstDash val="solid"/>
            <a:round/>
            <a:headEnd len="med" w="med" type="none"/>
            <a:tailEnd len="med" w="med" type="none"/>
          </a:ln>
        </p:spPr>
      </p:cxnSp>
      <p:pic>
        <p:nvPicPr>
          <p:cNvPr descr="a golden police badge with a star and the word police on it (Provided by Tenor)" id="1430" name="Google Shape;1430;p63"/>
          <p:cNvPicPr preferRelativeResize="0"/>
          <p:nvPr/>
        </p:nvPicPr>
        <p:blipFill>
          <a:blip r:embed="rId4">
            <a:alphaModFix/>
          </a:blip>
          <a:stretch>
            <a:fillRect/>
          </a:stretch>
        </p:blipFill>
        <p:spPr>
          <a:xfrm rot="4055009">
            <a:off x="4287480" y="3297785"/>
            <a:ext cx="265036" cy="265036"/>
          </a:xfrm>
          <a:prstGeom prst="rect">
            <a:avLst/>
          </a:prstGeom>
          <a:noFill/>
          <a:ln>
            <a:noFill/>
          </a:ln>
        </p:spPr>
      </p:pic>
      <p:sp>
        <p:nvSpPr>
          <p:cNvPr id="1431" name="Google Shape;1431;p63"/>
          <p:cNvSpPr/>
          <p:nvPr/>
        </p:nvSpPr>
        <p:spPr>
          <a:xfrm rot="-1621017">
            <a:off x="5103066" y="2887749"/>
            <a:ext cx="561360" cy="588595"/>
          </a:xfrm>
          <a:prstGeom prst="ellipse">
            <a:avLst/>
          </a:prstGeom>
          <a:noFill/>
          <a:ln cap="flat" cmpd="sng" w="6100">
            <a:solidFill>
              <a:schemeClr val="dk2"/>
            </a:solidFill>
            <a:prstDash val="solid"/>
            <a:round/>
            <a:headEnd len="sm" w="sm" type="none"/>
            <a:tailEnd len="sm" w="sm" type="none"/>
          </a:ln>
        </p:spPr>
        <p:txBody>
          <a:bodyPr anchorCtr="0" anchor="ctr" bIns="58375" lIns="58375" spcFirstLastPara="1" rIns="58375" wrap="square" tIns="58375">
            <a:noAutofit/>
          </a:bodyPr>
          <a:lstStyle/>
          <a:p>
            <a:pPr indent="0" lvl="0" marL="0" rtl="0" algn="ctr">
              <a:spcBef>
                <a:spcPts val="0"/>
              </a:spcBef>
              <a:spcAft>
                <a:spcPts val="0"/>
              </a:spcAft>
              <a:buNone/>
            </a:pPr>
            <a:r>
              <a:t/>
            </a:r>
            <a:endParaRPr sz="894"/>
          </a:p>
        </p:txBody>
      </p:sp>
      <p:sp>
        <p:nvSpPr>
          <p:cNvPr id="1432" name="Google Shape;1432;p63"/>
          <p:cNvSpPr/>
          <p:nvPr/>
        </p:nvSpPr>
        <p:spPr>
          <a:xfrm rot="-1613037">
            <a:off x="5251759" y="3126381"/>
            <a:ext cx="72316" cy="121289"/>
          </a:xfrm>
          <a:prstGeom prst="ellipse">
            <a:avLst/>
          </a:prstGeom>
          <a:solidFill>
            <a:schemeClr val="lt2"/>
          </a:solidFill>
          <a:ln cap="flat" cmpd="sng" w="6100">
            <a:solidFill>
              <a:schemeClr val="dk2"/>
            </a:solidFill>
            <a:prstDash val="solid"/>
            <a:round/>
            <a:headEnd len="sm" w="sm" type="none"/>
            <a:tailEnd len="sm" w="sm" type="none"/>
          </a:ln>
        </p:spPr>
        <p:txBody>
          <a:bodyPr anchorCtr="0" anchor="ctr" bIns="58375" lIns="58375" spcFirstLastPara="1" rIns="58375" wrap="square" tIns="58375">
            <a:noAutofit/>
          </a:bodyPr>
          <a:lstStyle/>
          <a:p>
            <a:pPr indent="0" lvl="0" marL="0" rtl="0" algn="ctr">
              <a:spcBef>
                <a:spcPts val="0"/>
              </a:spcBef>
              <a:spcAft>
                <a:spcPts val="0"/>
              </a:spcAft>
              <a:buNone/>
            </a:pPr>
            <a:r>
              <a:t/>
            </a:r>
            <a:endParaRPr sz="894"/>
          </a:p>
        </p:txBody>
      </p:sp>
      <p:sp>
        <p:nvSpPr>
          <p:cNvPr id="1433" name="Google Shape;1433;p63"/>
          <p:cNvSpPr/>
          <p:nvPr/>
        </p:nvSpPr>
        <p:spPr>
          <a:xfrm rot="-1613037">
            <a:off x="5423112" y="3038984"/>
            <a:ext cx="72316" cy="121289"/>
          </a:xfrm>
          <a:prstGeom prst="ellipse">
            <a:avLst/>
          </a:prstGeom>
          <a:solidFill>
            <a:schemeClr val="lt2"/>
          </a:solidFill>
          <a:ln cap="flat" cmpd="sng" w="6100">
            <a:solidFill>
              <a:schemeClr val="dk2"/>
            </a:solidFill>
            <a:prstDash val="solid"/>
            <a:round/>
            <a:headEnd len="sm" w="sm" type="none"/>
            <a:tailEnd len="sm" w="sm" type="none"/>
          </a:ln>
        </p:spPr>
        <p:txBody>
          <a:bodyPr anchorCtr="0" anchor="ctr" bIns="58375" lIns="58375" spcFirstLastPara="1" rIns="58375" wrap="square" tIns="58375">
            <a:noAutofit/>
          </a:bodyPr>
          <a:lstStyle/>
          <a:p>
            <a:pPr indent="0" lvl="0" marL="0" rtl="0" algn="ctr">
              <a:spcBef>
                <a:spcPts val="0"/>
              </a:spcBef>
              <a:spcAft>
                <a:spcPts val="0"/>
              </a:spcAft>
              <a:buNone/>
            </a:pPr>
            <a:r>
              <a:t/>
            </a:r>
            <a:endParaRPr sz="894"/>
          </a:p>
        </p:txBody>
      </p:sp>
      <p:cxnSp>
        <p:nvCxnSpPr>
          <p:cNvPr id="1434" name="Google Shape;1434;p63"/>
          <p:cNvCxnSpPr/>
          <p:nvPr/>
        </p:nvCxnSpPr>
        <p:spPr>
          <a:xfrm flipH="1" rot="9180524">
            <a:off x="5388792" y="3305505"/>
            <a:ext cx="126252" cy="62924"/>
          </a:xfrm>
          <a:prstGeom prst="straightConnector1">
            <a:avLst/>
          </a:prstGeom>
          <a:noFill/>
          <a:ln cap="flat" cmpd="sng" w="6100">
            <a:solidFill>
              <a:schemeClr val="dk2"/>
            </a:solidFill>
            <a:prstDash val="solid"/>
            <a:round/>
            <a:headEnd len="med" w="med" type="none"/>
            <a:tailEnd len="med" w="med" type="none"/>
          </a:ln>
        </p:spPr>
      </p:cxnSp>
      <p:cxnSp>
        <p:nvCxnSpPr>
          <p:cNvPr id="1435" name="Google Shape;1435;p63"/>
          <p:cNvCxnSpPr/>
          <p:nvPr/>
        </p:nvCxnSpPr>
        <p:spPr>
          <a:xfrm flipH="1" rot="-1593903">
            <a:off x="5499089" y="3302235"/>
            <a:ext cx="4025" cy="62924"/>
          </a:xfrm>
          <a:prstGeom prst="straightConnector1">
            <a:avLst/>
          </a:prstGeom>
          <a:noFill/>
          <a:ln cap="flat" cmpd="sng" w="6100">
            <a:solidFill>
              <a:schemeClr val="dk2"/>
            </a:solidFill>
            <a:prstDash val="solid"/>
            <a:round/>
            <a:headEnd len="med" w="med" type="none"/>
            <a:tailEnd len="med" w="med" type="none"/>
          </a:ln>
        </p:spPr>
      </p:cxnSp>
      <p:cxnSp>
        <p:nvCxnSpPr>
          <p:cNvPr id="1436" name="Google Shape;1436;p63"/>
          <p:cNvCxnSpPr>
            <a:endCxn id="1432" idx="7"/>
          </p:cNvCxnSpPr>
          <p:nvPr/>
        </p:nvCxnSpPr>
        <p:spPr>
          <a:xfrm>
            <a:off x="5179605" y="3055081"/>
            <a:ext cx="111600" cy="82200"/>
          </a:xfrm>
          <a:prstGeom prst="straightConnector1">
            <a:avLst/>
          </a:prstGeom>
          <a:noFill/>
          <a:ln cap="flat" cmpd="sng" w="6100">
            <a:solidFill>
              <a:schemeClr val="dk2"/>
            </a:solidFill>
            <a:prstDash val="solid"/>
            <a:round/>
            <a:headEnd len="med" w="med" type="none"/>
            <a:tailEnd len="med" w="med" type="none"/>
          </a:ln>
        </p:spPr>
      </p:cxnSp>
      <p:cxnSp>
        <p:nvCxnSpPr>
          <p:cNvPr id="1437" name="Google Shape;1437;p63"/>
          <p:cNvCxnSpPr/>
          <p:nvPr/>
        </p:nvCxnSpPr>
        <p:spPr>
          <a:xfrm flipH="1" rot="9176715">
            <a:off x="5327927" y="2939392"/>
            <a:ext cx="156978" cy="45483"/>
          </a:xfrm>
          <a:prstGeom prst="straightConnector1">
            <a:avLst/>
          </a:prstGeom>
          <a:noFill/>
          <a:ln cap="flat" cmpd="sng" w="6100">
            <a:solidFill>
              <a:schemeClr val="dk2"/>
            </a:solidFill>
            <a:prstDash val="solid"/>
            <a:round/>
            <a:headEnd len="med" w="med" type="none"/>
            <a:tailEnd len="med" w="med" type="none"/>
          </a:ln>
        </p:spPr>
      </p:cxnSp>
      <p:pic>
        <p:nvPicPr>
          <p:cNvPr descr="Police hat icon / vector graphics (Provided by Getty Images)" id="1438" name="Google Shape;1438;p63"/>
          <p:cNvPicPr preferRelativeResize="0"/>
          <p:nvPr/>
        </p:nvPicPr>
        <p:blipFill rotWithShape="1">
          <a:blip r:embed="rId3">
            <a:alphaModFix/>
          </a:blip>
          <a:srcRect b="14259" l="13020" r="8215" t="12238"/>
          <a:stretch/>
        </p:blipFill>
        <p:spPr>
          <a:xfrm rot="-1621396">
            <a:off x="4930572" y="2504939"/>
            <a:ext cx="513643" cy="479355"/>
          </a:xfrm>
          <a:prstGeom prst="rect">
            <a:avLst/>
          </a:prstGeom>
          <a:noFill/>
          <a:ln>
            <a:noFill/>
          </a:ln>
        </p:spPr>
      </p:pic>
      <p:sp>
        <p:nvSpPr>
          <p:cNvPr id="1439" name="Google Shape;1439;p63"/>
          <p:cNvSpPr/>
          <p:nvPr/>
        </p:nvSpPr>
        <p:spPr>
          <a:xfrm rot="-1621410">
            <a:off x="5510737" y="3435390"/>
            <a:ext cx="350240" cy="661980"/>
          </a:xfrm>
          <a:prstGeom prst="flowChartProcess">
            <a:avLst/>
          </a:prstGeom>
          <a:solidFill>
            <a:srgbClr val="0000FF"/>
          </a:solidFill>
          <a:ln cap="flat" cmpd="sng" w="3700">
            <a:solidFill>
              <a:srgbClr val="FF0000"/>
            </a:solidFill>
            <a:prstDash val="solid"/>
            <a:round/>
            <a:headEnd len="sm" w="sm" type="none"/>
            <a:tailEnd len="sm" w="sm" type="none"/>
          </a:ln>
        </p:spPr>
        <p:txBody>
          <a:bodyPr anchorCtr="0" anchor="ctr" bIns="35475" lIns="35475" spcFirstLastPara="1" rIns="35475" wrap="square" tIns="35475">
            <a:noAutofit/>
          </a:bodyPr>
          <a:lstStyle/>
          <a:p>
            <a:pPr indent="0" lvl="0" marL="0" rtl="0" algn="ctr">
              <a:spcBef>
                <a:spcPts val="0"/>
              </a:spcBef>
              <a:spcAft>
                <a:spcPts val="0"/>
              </a:spcAft>
              <a:buNone/>
            </a:pPr>
            <a:r>
              <a:t/>
            </a:r>
            <a:endParaRPr sz="544"/>
          </a:p>
        </p:txBody>
      </p:sp>
      <p:cxnSp>
        <p:nvCxnSpPr>
          <p:cNvPr id="1440" name="Google Shape;1440;p63"/>
          <p:cNvCxnSpPr/>
          <p:nvPr/>
        </p:nvCxnSpPr>
        <p:spPr>
          <a:xfrm flipH="1" rot="-1621114">
            <a:off x="5724848" y="4101239"/>
            <a:ext cx="152549" cy="360644"/>
          </a:xfrm>
          <a:prstGeom prst="straightConnector1">
            <a:avLst/>
          </a:prstGeom>
          <a:noFill/>
          <a:ln cap="flat" cmpd="sng" w="6100">
            <a:solidFill>
              <a:schemeClr val="dk2"/>
            </a:solidFill>
            <a:prstDash val="solid"/>
            <a:round/>
            <a:headEnd len="med" w="med" type="none"/>
            <a:tailEnd len="med" w="med" type="none"/>
          </a:ln>
        </p:spPr>
      </p:cxnSp>
      <p:cxnSp>
        <p:nvCxnSpPr>
          <p:cNvPr id="1441" name="Google Shape;1441;p63"/>
          <p:cNvCxnSpPr/>
          <p:nvPr/>
        </p:nvCxnSpPr>
        <p:spPr>
          <a:xfrm rot="-1623725">
            <a:off x="5996250" y="3959136"/>
            <a:ext cx="170126" cy="374731"/>
          </a:xfrm>
          <a:prstGeom prst="straightConnector1">
            <a:avLst/>
          </a:prstGeom>
          <a:noFill/>
          <a:ln cap="flat" cmpd="sng" w="6100">
            <a:solidFill>
              <a:schemeClr val="dk2"/>
            </a:solidFill>
            <a:prstDash val="solid"/>
            <a:round/>
            <a:headEnd len="med" w="med" type="none"/>
            <a:tailEnd len="med" w="med" type="none"/>
          </a:ln>
        </p:spPr>
      </p:cxnSp>
      <p:cxnSp>
        <p:nvCxnSpPr>
          <p:cNvPr id="1442" name="Google Shape;1442;p63"/>
          <p:cNvCxnSpPr/>
          <p:nvPr/>
        </p:nvCxnSpPr>
        <p:spPr>
          <a:xfrm flipH="1" rot="-1620760">
            <a:off x="5299433" y="3709063"/>
            <a:ext cx="240429" cy="240429"/>
          </a:xfrm>
          <a:prstGeom prst="straightConnector1">
            <a:avLst/>
          </a:prstGeom>
          <a:noFill/>
          <a:ln cap="flat" cmpd="sng" w="6100">
            <a:solidFill>
              <a:schemeClr val="dk2"/>
            </a:solidFill>
            <a:prstDash val="solid"/>
            <a:round/>
            <a:headEnd len="med" w="med" type="none"/>
            <a:tailEnd len="med" w="med" type="none"/>
          </a:ln>
        </p:spPr>
      </p:cxnSp>
      <p:cxnSp>
        <p:nvCxnSpPr>
          <p:cNvPr id="1443" name="Google Shape;1443;p63"/>
          <p:cNvCxnSpPr/>
          <p:nvPr/>
        </p:nvCxnSpPr>
        <p:spPr>
          <a:xfrm rot="-1620760">
            <a:off x="5759059" y="3451725"/>
            <a:ext cx="240429" cy="254249"/>
          </a:xfrm>
          <a:prstGeom prst="straightConnector1">
            <a:avLst/>
          </a:prstGeom>
          <a:noFill/>
          <a:ln cap="flat" cmpd="sng" w="6100">
            <a:solidFill>
              <a:schemeClr val="dk2"/>
            </a:solidFill>
            <a:prstDash val="solid"/>
            <a:round/>
            <a:headEnd len="med" w="med" type="none"/>
            <a:tailEnd len="med" w="med" type="none"/>
          </a:ln>
        </p:spPr>
      </p:cxnSp>
      <p:pic>
        <p:nvPicPr>
          <p:cNvPr descr="a golden police badge with a star and the word police on it (Provided by Tenor)" id="1444" name="Google Shape;1444;p63"/>
          <p:cNvPicPr preferRelativeResize="0"/>
          <p:nvPr/>
        </p:nvPicPr>
        <p:blipFill>
          <a:blip r:embed="rId4">
            <a:alphaModFix/>
          </a:blip>
          <a:stretch>
            <a:fillRect/>
          </a:stretch>
        </p:blipFill>
        <p:spPr>
          <a:xfrm rot="-1621413">
            <a:off x="5536413" y="3456005"/>
            <a:ext cx="240324" cy="240324"/>
          </a:xfrm>
          <a:prstGeom prst="rect">
            <a:avLst/>
          </a:prstGeom>
          <a:noFill/>
          <a:ln>
            <a:noFill/>
          </a:ln>
        </p:spPr>
      </p:pic>
      <p:sp>
        <p:nvSpPr>
          <p:cNvPr id="1445" name="Google Shape;1445;p63"/>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1446" name="Google Shape;1446;p63"/>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1447" name="Google Shape;1447;p63"/>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8" name="Google Shape;1448;p63"/>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1449" name="Google Shape;1449;p63"/>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Your friend was caught..</a:t>
            </a:r>
            <a:endParaRPr/>
          </a:p>
        </p:txBody>
      </p:sp>
      <p:sp>
        <p:nvSpPr>
          <p:cNvPr id="1450" name="Google Shape;1450;p63">
            <a:hlinkClick action="ppaction://hlinksldjump" r:id="rId5"/>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54" name="Shape 1454"/>
        <p:cNvGrpSpPr/>
        <p:nvPr/>
      </p:nvGrpSpPr>
      <p:grpSpPr>
        <a:xfrm>
          <a:off x="0" y="0"/>
          <a:ext cx="0" cy="0"/>
          <a:chOff x="0" y="0"/>
          <a:chExt cx="0" cy="0"/>
        </a:xfrm>
      </p:grpSpPr>
      <p:sp>
        <p:nvSpPr>
          <p:cNvPr id="1455" name="Google Shape;1455;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56" name="Google Shape;1456;p64">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457" name="Google Shape;1457;p6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458" name="Google Shape;1458;p6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459" name="Google Shape;1459;p6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460" name="Google Shape;1460;p64"/>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64" name="Shape 1464"/>
        <p:cNvGrpSpPr/>
        <p:nvPr/>
      </p:nvGrpSpPr>
      <p:grpSpPr>
        <a:xfrm>
          <a:off x="0" y="0"/>
          <a:ext cx="0" cy="0"/>
          <a:chOff x="0" y="0"/>
          <a:chExt cx="0" cy="0"/>
        </a:xfrm>
      </p:grpSpPr>
      <p:sp>
        <p:nvSpPr>
          <p:cNvPr id="1465" name="Google Shape;1465;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66" name="Google Shape;1466;p65">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467" name="Google Shape;1467;p6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468" name="Google Shape;1468;p6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469" name="Google Shape;1469;p6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470" name="Google Shape;1470;p65"/>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pic>
        <p:nvPicPr>
          <p:cNvPr id="1475" name="Google Shape;1475;p66" title="images.jpg"/>
          <p:cNvPicPr preferRelativeResize="0"/>
          <p:nvPr/>
        </p:nvPicPr>
        <p:blipFill rotWithShape="1">
          <a:blip r:embed="rId3">
            <a:alphaModFix/>
          </a:blip>
          <a:srcRect b="10891" l="25408" r="24007" t="8079"/>
          <a:stretch/>
        </p:blipFill>
        <p:spPr>
          <a:xfrm>
            <a:off x="1547850" y="-696975"/>
            <a:ext cx="5427050" cy="8693175"/>
          </a:xfrm>
          <a:prstGeom prst="rect">
            <a:avLst/>
          </a:prstGeom>
          <a:noFill/>
          <a:ln>
            <a:noFill/>
          </a:ln>
        </p:spPr>
      </p:pic>
      <p:sp>
        <p:nvSpPr>
          <p:cNvPr id="1476" name="Google Shape;1476;p66"/>
          <p:cNvSpPr/>
          <p:nvPr/>
        </p:nvSpPr>
        <p:spPr>
          <a:xfrm>
            <a:off x="2432888" y="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77" name="Google Shape;1477;p66"/>
          <p:cNvCxnSpPr/>
          <p:nvPr/>
        </p:nvCxnSpPr>
        <p:spPr>
          <a:xfrm flipH="1" rot="10800000">
            <a:off x="2320425" y="746133"/>
            <a:ext cx="3886500" cy="6900"/>
          </a:xfrm>
          <a:prstGeom prst="straightConnector1">
            <a:avLst/>
          </a:prstGeom>
          <a:noFill/>
          <a:ln cap="flat" cmpd="sng" w="9525">
            <a:solidFill>
              <a:schemeClr val="dk2"/>
            </a:solidFill>
            <a:prstDash val="solid"/>
            <a:round/>
            <a:headEnd len="med" w="med" type="none"/>
            <a:tailEnd len="med" w="med" type="none"/>
          </a:ln>
        </p:spPr>
      </p:cxnSp>
      <p:sp>
        <p:nvSpPr>
          <p:cNvPr id="1478" name="Google Shape;1478;p66"/>
          <p:cNvSpPr txBox="1"/>
          <p:nvPr/>
        </p:nvSpPr>
        <p:spPr>
          <a:xfrm>
            <a:off x="3335490" y="191251"/>
            <a:ext cx="400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rPr>
              <a:t>Firefighters</a:t>
            </a:r>
            <a:endParaRPr sz="3000">
              <a:solidFill>
                <a:schemeClr val="dk2"/>
              </a:solidFill>
            </a:endParaRPr>
          </a:p>
        </p:txBody>
      </p:sp>
      <p:sp>
        <p:nvSpPr>
          <p:cNvPr id="1479" name="Google Shape;1479;p66"/>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0" name="Google Shape;1480;p66"/>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1" name="Google Shape;1481;p66"/>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482" name="Google Shape;1482;p66"/>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483" name="Google Shape;1483;p66"/>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484" name="Google Shape;1484;p66"/>
          <p:cNvSpPr/>
          <p:nvPr/>
        </p:nvSpPr>
        <p:spPr>
          <a:xfrm>
            <a:off x="2732925" y="891125"/>
            <a:ext cx="3061500" cy="551400"/>
          </a:xfrm>
          <a:prstGeom prst="wedgeRectCallout">
            <a:avLst>
              <a:gd fmla="val 63004" name="adj1"/>
              <a:gd fmla="val -3106"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5" name="Google Shape;1485;p66"/>
          <p:cNvSpPr txBox="1"/>
          <p:nvPr/>
        </p:nvSpPr>
        <p:spPr>
          <a:xfrm>
            <a:off x="2947900" y="935975"/>
            <a:ext cx="22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help im stuck</a:t>
            </a:r>
            <a:endParaRPr sz="1800">
              <a:solidFill>
                <a:schemeClr val="dk2"/>
              </a:solidFill>
            </a:endParaRPr>
          </a:p>
        </p:txBody>
      </p:sp>
      <p:sp>
        <p:nvSpPr>
          <p:cNvPr id="1486" name="Google Shape;1486;p66"/>
          <p:cNvSpPr/>
          <p:nvPr/>
        </p:nvSpPr>
        <p:spPr>
          <a:xfrm>
            <a:off x="2661250" y="4026700"/>
            <a:ext cx="3475500" cy="646500"/>
          </a:xfrm>
          <a:prstGeom prst="parallelogram">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7" name="Google Shape;1487;p66"/>
          <p:cNvSpPr txBox="1"/>
          <p:nvPr/>
        </p:nvSpPr>
        <p:spPr>
          <a:xfrm>
            <a:off x="3618458" y="4054742"/>
            <a:ext cx="558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2"/>
                </a:solidFill>
              </a:rPr>
              <a:t>SEND</a:t>
            </a:r>
            <a:endParaRPr b="1" sz="2800">
              <a:solidFill>
                <a:schemeClr val="dk2"/>
              </a:solidFill>
            </a:endParaRPr>
          </a:p>
        </p:txBody>
      </p:sp>
      <p:sp>
        <p:nvSpPr>
          <p:cNvPr id="1488" name="Google Shape;1488;p66"/>
          <p:cNvSpPr txBox="1"/>
          <p:nvPr/>
        </p:nvSpPr>
        <p:spPr>
          <a:xfrm>
            <a:off x="3999900" y="1178500"/>
            <a:ext cx="517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descr="Close up of a toy fire truck (Provided by Getty Images)" id="1489" name="Google Shape;1489;p66"/>
          <p:cNvPicPr preferRelativeResize="0"/>
          <p:nvPr/>
        </p:nvPicPr>
        <p:blipFill>
          <a:blip r:embed="rId4">
            <a:alphaModFix/>
          </a:blip>
          <a:stretch>
            <a:fillRect/>
          </a:stretch>
        </p:blipFill>
        <p:spPr>
          <a:xfrm>
            <a:off x="2432903" y="-10503"/>
            <a:ext cx="763500" cy="763500"/>
          </a:xfrm>
          <a:prstGeom prst="ellipse">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pic>
        <p:nvPicPr>
          <p:cNvPr id="1494" name="Google Shape;1494;p67" title="images.jpg"/>
          <p:cNvPicPr preferRelativeResize="0"/>
          <p:nvPr/>
        </p:nvPicPr>
        <p:blipFill rotWithShape="1">
          <a:blip r:embed="rId3">
            <a:alphaModFix/>
          </a:blip>
          <a:srcRect b="10891" l="25408" r="24007" t="8079"/>
          <a:stretch/>
        </p:blipFill>
        <p:spPr>
          <a:xfrm>
            <a:off x="1547850" y="-696975"/>
            <a:ext cx="5427050" cy="8693175"/>
          </a:xfrm>
          <a:prstGeom prst="rect">
            <a:avLst/>
          </a:prstGeom>
          <a:noFill/>
          <a:ln>
            <a:noFill/>
          </a:ln>
        </p:spPr>
      </p:pic>
      <p:sp>
        <p:nvSpPr>
          <p:cNvPr id="1495" name="Google Shape;1495;p67"/>
          <p:cNvSpPr/>
          <p:nvPr/>
        </p:nvSpPr>
        <p:spPr>
          <a:xfrm>
            <a:off x="2432888" y="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96" name="Google Shape;1496;p67"/>
          <p:cNvCxnSpPr/>
          <p:nvPr/>
        </p:nvCxnSpPr>
        <p:spPr>
          <a:xfrm flipH="1" rot="10800000">
            <a:off x="2320425" y="746133"/>
            <a:ext cx="3886500" cy="6900"/>
          </a:xfrm>
          <a:prstGeom prst="straightConnector1">
            <a:avLst/>
          </a:prstGeom>
          <a:noFill/>
          <a:ln cap="flat" cmpd="sng" w="9525">
            <a:solidFill>
              <a:schemeClr val="dk2"/>
            </a:solidFill>
            <a:prstDash val="solid"/>
            <a:round/>
            <a:headEnd len="med" w="med" type="none"/>
            <a:tailEnd len="med" w="med" type="none"/>
          </a:ln>
        </p:spPr>
      </p:cxnSp>
      <p:sp>
        <p:nvSpPr>
          <p:cNvPr id="1497" name="Google Shape;1497;p67"/>
          <p:cNvSpPr txBox="1"/>
          <p:nvPr/>
        </p:nvSpPr>
        <p:spPr>
          <a:xfrm>
            <a:off x="3335490" y="191251"/>
            <a:ext cx="400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rPr>
              <a:t>Firefighters</a:t>
            </a:r>
            <a:endParaRPr sz="3000">
              <a:solidFill>
                <a:schemeClr val="dk2"/>
              </a:solidFill>
            </a:endParaRPr>
          </a:p>
        </p:txBody>
      </p:sp>
      <p:sp>
        <p:nvSpPr>
          <p:cNvPr id="1498" name="Google Shape;1498;p67"/>
          <p:cNvSpPr/>
          <p:nvPr/>
        </p:nvSpPr>
        <p:spPr>
          <a:xfrm>
            <a:off x="-1854212" y="2113005"/>
            <a:ext cx="763500" cy="7509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9" name="Google Shape;1499;p67"/>
          <p:cNvSpPr/>
          <p:nvPr/>
        </p:nvSpPr>
        <p:spPr>
          <a:xfrm>
            <a:off x="-1752662" y="2263575"/>
            <a:ext cx="560400" cy="551400"/>
          </a:xfrm>
          <a:prstGeom prst="smileyFace">
            <a:avLst>
              <a:gd fmla="val 465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0" name="Google Shape;1500;p67"/>
          <p:cNvSpPr/>
          <p:nvPr/>
        </p:nvSpPr>
        <p:spPr>
          <a:xfrm>
            <a:off x="-1776425" y="2703775"/>
            <a:ext cx="604825" cy="162850"/>
          </a:xfrm>
          <a:custGeom>
            <a:rect b="b" l="l" r="r" t="t"/>
            <a:pathLst>
              <a:path extrusionOk="0" h="6514" w="24193">
                <a:moveTo>
                  <a:pt x="0" y="465"/>
                </a:moveTo>
                <a:lnTo>
                  <a:pt x="5066" y="4859"/>
                </a:lnTo>
                <a:lnTo>
                  <a:pt x="11735" y="6514"/>
                </a:lnTo>
                <a:lnTo>
                  <a:pt x="17163" y="5790"/>
                </a:lnTo>
                <a:lnTo>
                  <a:pt x="22229" y="3257"/>
                </a:lnTo>
                <a:lnTo>
                  <a:pt x="24193" y="672"/>
                </a:lnTo>
                <a:lnTo>
                  <a:pt x="20316" y="1034"/>
                </a:lnTo>
                <a:lnTo>
                  <a:pt x="17680" y="3257"/>
                </a:lnTo>
                <a:lnTo>
                  <a:pt x="14061" y="4291"/>
                </a:lnTo>
                <a:lnTo>
                  <a:pt x="9563" y="4136"/>
                </a:lnTo>
                <a:lnTo>
                  <a:pt x="5686" y="2223"/>
                </a:lnTo>
                <a:lnTo>
                  <a:pt x="3256" y="0"/>
                </a:lnTo>
                <a:close/>
              </a:path>
            </a:pathLst>
          </a:custGeom>
          <a:solidFill>
            <a:srgbClr val="0000FF"/>
          </a:solidFill>
          <a:ln cap="flat" cmpd="sng" w="9525">
            <a:solidFill>
              <a:schemeClr val="dk2"/>
            </a:solidFill>
            <a:prstDash val="solid"/>
            <a:round/>
            <a:headEnd len="med" w="med" type="none"/>
            <a:tailEnd len="med" w="med" type="none"/>
          </a:ln>
        </p:spPr>
      </p:sp>
      <p:cxnSp>
        <p:nvCxnSpPr>
          <p:cNvPr id="1501" name="Google Shape;1501;p67"/>
          <p:cNvCxnSpPr/>
          <p:nvPr/>
        </p:nvCxnSpPr>
        <p:spPr>
          <a:xfrm>
            <a:off x="-1609125" y="2334100"/>
            <a:ext cx="96000" cy="83400"/>
          </a:xfrm>
          <a:prstGeom prst="straightConnector1">
            <a:avLst/>
          </a:prstGeom>
          <a:noFill/>
          <a:ln cap="flat" cmpd="sng" w="9525">
            <a:solidFill>
              <a:schemeClr val="dk2"/>
            </a:solidFill>
            <a:prstDash val="solid"/>
            <a:round/>
            <a:headEnd len="med" w="med" type="none"/>
            <a:tailEnd len="med" w="med" type="none"/>
          </a:ln>
        </p:spPr>
      </p:cxnSp>
      <p:cxnSp>
        <p:nvCxnSpPr>
          <p:cNvPr id="1502" name="Google Shape;1502;p67"/>
          <p:cNvCxnSpPr/>
          <p:nvPr/>
        </p:nvCxnSpPr>
        <p:spPr>
          <a:xfrm flipH="1" rot="10800000">
            <a:off x="-1422600" y="2339650"/>
            <a:ext cx="83400" cy="72300"/>
          </a:xfrm>
          <a:prstGeom prst="straightConnector1">
            <a:avLst/>
          </a:prstGeom>
          <a:noFill/>
          <a:ln cap="flat" cmpd="sng" w="9525">
            <a:solidFill>
              <a:schemeClr val="dk2"/>
            </a:solidFill>
            <a:prstDash val="solid"/>
            <a:round/>
            <a:headEnd len="med" w="med" type="none"/>
            <a:tailEnd len="med" w="med" type="none"/>
          </a:ln>
        </p:spPr>
      </p:cxnSp>
      <p:sp>
        <p:nvSpPr>
          <p:cNvPr id="1503" name="Google Shape;1503;p67"/>
          <p:cNvSpPr/>
          <p:nvPr/>
        </p:nvSpPr>
        <p:spPr>
          <a:xfrm>
            <a:off x="2732925" y="891125"/>
            <a:ext cx="3061500" cy="551400"/>
          </a:xfrm>
          <a:prstGeom prst="wedgeRectCallout">
            <a:avLst>
              <a:gd fmla="val 63004" name="adj1"/>
              <a:gd fmla="val -3106"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4" name="Google Shape;1504;p67"/>
          <p:cNvSpPr txBox="1"/>
          <p:nvPr/>
        </p:nvSpPr>
        <p:spPr>
          <a:xfrm>
            <a:off x="2947900" y="935975"/>
            <a:ext cx="22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help im stuck</a:t>
            </a:r>
            <a:endParaRPr sz="1800">
              <a:solidFill>
                <a:schemeClr val="dk2"/>
              </a:solidFill>
            </a:endParaRPr>
          </a:p>
        </p:txBody>
      </p:sp>
      <p:sp>
        <p:nvSpPr>
          <p:cNvPr id="1505" name="Google Shape;1505;p67"/>
          <p:cNvSpPr/>
          <p:nvPr/>
        </p:nvSpPr>
        <p:spPr>
          <a:xfrm>
            <a:off x="2661250" y="4026700"/>
            <a:ext cx="3475500" cy="646500"/>
          </a:xfrm>
          <a:prstGeom prst="parallelogram">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6" name="Google Shape;1506;p67"/>
          <p:cNvSpPr txBox="1"/>
          <p:nvPr/>
        </p:nvSpPr>
        <p:spPr>
          <a:xfrm>
            <a:off x="3618458" y="4054742"/>
            <a:ext cx="5589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2"/>
                </a:solidFill>
              </a:rPr>
              <a:t>SEND</a:t>
            </a:r>
            <a:endParaRPr b="1" sz="2800">
              <a:solidFill>
                <a:schemeClr val="dk2"/>
              </a:solidFill>
            </a:endParaRPr>
          </a:p>
        </p:txBody>
      </p:sp>
      <p:sp>
        <p:nvSpPr>
          <p:cNvPr id="1507" name="Google Shape;1507;p67"/>
          <p:cNvSpPr/>
          <p:nvPr/>
        </p:nvSpPr>
        <p:spPr>
          <a:xfrm>
            <a:off x="2732925" y="1903925"/>
            <a:ext cx="3061500" cy="551400"/>
          </a:xfrm>
          <a:prstGeom prst="wedgeRectCallout">
            <a:avLst>
              <a:gd fmla="val -58648" name="adj1"/>
              <a:gd fmla="val -4149"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8" name="Google Shape;1508;p67"/>
          <p:cNvSpPr txBox="1"/>
          <p:nvPr/>
        </p:nvSpPr>
        <p:spPr>
          <a:xfrm>
            <a:off x="3999900" y="1178500"/>
            <a:ext cx="517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509" name="Google Shape;1509;p67"/>
          <p:cNvSpPr txBox="1"/>
          <p:nvPr/>
        </p:nvSpPr>
        <p:spPr>
          <a:xfrm>
            <a:off x="2864500" y="1962702"/>
            <a:ext cx="229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OK</a:t>
            </a:r>
            <a:endParaRPr sz="1800">
              <a:solidFill>
                <a:schemeClr val="dk2"/>
              </a:solidFill>
            </a:endParaRPr>
          </a:p>
        </p:txBody>
      </p:sp>
      <p:pic>
        <p:nvPicPr>
          <p:cNvPr descr="Close up of a toy fire truck (Provided by Getty Images)" id="1510" name="Google Shape;1510;p67"/>
          <p:cNvPicPr preferRelativeResize="0"/>
          <p:nvPr/>
        </p:nvPicPr>
        <p:blipFill>
          <a:blip r:embed="rId4">
            <a:alphaModFix/>
          </a:blip>
          <a:stretch>
            <a:fillRect/>
          </a:stretch>
        </p:blipFill>
        <p:spPr>
          <a:xfrm>
            <a:off x="2432903" y="-10503"/>
            <a:ext cx="763500" cy="763500"/>
          </a:xfrm>
          <a:prstGeom prst="ellipse">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cxnSp>
        <p:nvCxnSpPr>
          <p:cNvPr id="1515" name="Google Shape;1515;p68"/>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516" name="Google Shape;1516;p68"/>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17" name="Google Shape;1517;p68"/>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518" name="Google Shape;1518;p68"/>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519" name="Google Shape;1519;p68"/>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520" name="Google Shape;1520;p68"/>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521" name="Google Shape;1521;p68"/>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522" name="Google Shape;1522;p68"/>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523" name="Google Shape;1523;p68"/>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524" name="Google Shape;1524;p68"/>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525" name="Google Shape;1525;p68"/>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526" name="Google Shape;1526;p68"/>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527" name="Google Shape;1527;p68"/>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528" name="Google Shape;1528;p68"/>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a drawing of a red fire truck that says feuerwehr on the side (Provided by Tenor)" id="1529" name="Google Shape;1529;p68"/>
          <p:cNvPicPr preferRelativeResize="0"/>
          <p:nvPr/>
        </p:nvPicPr>
        <p:blipFill>
          <a:blip r:embed="rId3">
            <a:alphaModFix/>
          </a:blip>
          <a:stretch>
            <a:fillRect/>
          </a:stretch>
        </p:blipFill>
        <p:spPr>
          <a:xfrm flipH="1">
            <a:off x="5392225" y="2571750"/>
            <a:ext cx="4280000" cy="28189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cxnSp>
        <p:nvCxnSpPr>
          <p:cNvPr id="1534" name="Google Shape;1534;p69"/>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535" name="Google Shape;1535;p69"/>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36" name="Google Shape;1536;p69"/>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537" name="Google Shape;1537;p69"/>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538" name="Google Shape;1538;p69"/>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539" name="Google Shape;1539;p69"/>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540" name="Google Shape;1540;p69"/>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541" name="Google Shape;1541;p69"/>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542" name="Google Shape;1542;p69"/>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543" name="Google Shape;1543;p69"/>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544" name="Google Shape;1544;p69"/>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69"/>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546" name="Google Shape;1546;p69"/>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547" name="Google Shape;1547;p69"/>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a drawing of a red fire truck that says feuerwehr on the side (Provided by Tenor)" id="1548" name="Google Shape;1548;p69"/>
          <p:cNvPicPr preferRelativeResize="0"/>
          <p:nvPr/>
        </p:nvPicPr>
        <p:blipFill>
          <a:blip r:embed="rId3">
            <a:alphaModFix/>
          </a:blip>
          <a:stretch>
            <a:fillRect/>
          </a:stretch>
        </p:blipFill>
        <p:spPr>
          <a:xfrm flipH="1">
            <a:off x="5392225" y="2571750"/>
            <a:ext cx="4280000" cy="2818950"/>
          </a:xfrm>
          <a:prstGeom prst="rect">
            <a:avLst/>
          </a:prstGeom>
          <a:noFill/>
          <a:ln>
            <a:noFill/>
          </a:ln>
        </p:spPr>
      </p:pic>
      <p:pic>
        <p:nvPicPr>
          <p:cNvPr id="1549" name="Google Shape;1549;p69"/>
          <p:cNvPicPr preferRelativeResize="0"/>
          <p:nvPr/>
        </p:nvPicPr>
        <p:blipFill rotWithShape="1">
          <a:blip r:embed="rId4">
            <a:alphaModFix/>
          </a:blip>
          <a:srcRect b="5550" l="33698" r="36141" t="-5550"/>
          <a:stretch/>
        </p:blipFill>
        <p:spPr>
          <a:xfrm rot="-1113524">
            <a:off x="6651826" y="2594738"/>
            <a:ext cx="683726" cy="82667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cxnSp>
        <p:nvCxnSpPr>
          <p:cNvPr id="1554" name="Google Shape;1554;p70"/>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555" name="Google Shape;1555;p70"/>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56" name="Google Shape;1556;p70"/>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557" name="Google Shape;1557;p70"/>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558" name="Google Shape;1558;p70"/>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559" name="Google Shape;1559;p70"/>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560" name="Google Shape;1560;p70"/>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561" name="Google Shape;1561;p70"/>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562" name="Google Shape;1562;p70"/>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563" name="Google Shape;1563;p70"/>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564" name="Google Shape;1564;p70"/>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565" name="Google Shape;1565;p70"/>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566" name="Google Shape;1566;p70"/>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567" name="Google Shape;1567;p70"/>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a drawing of a red fire truck that says feuerwehr on the side (Provided by Tenor)" id="1568" name="Google Shape;1568;p70"/>
          <p:cNvPicPr preferRelativeResize="0"/>
          <p:nvPr/>
        </p:nvPicPr>
        <p:blipFill>
          <a:blip r:embed="rId3">
            <a:alphaModFix/>
          </a:blip>
          <a:stretch>
            <a:fillRect/>
          </a:stretch>
        </p:blipFill>
        <p:spPr>
          <a:xfrm flipH="1">
            <a:off x="5392225" y="2571750"/>
            <a:ext cx="4280000" cy="2818950"/>
          </a:xfrm>
          <a:prstGeom prst="rect">
            <a:avLst/>
          </a:prstGeom>
          <a:noFill/>
          <a:ln>
            <a:noFill/>
          </a:ln>
        </p:spPr>
      </p:pic>
      <p:pic>
        <p:nvPicPr>
          <p:cNvPr id="1569" name="Google Shape;1569;p70"/>
          <p:cNvPicPr preferRelativeResize="0"/>
          <p:nvPr/>
        </p:nvPicPr>
        <p:blipFill rotWithShape="1">
          <a:blip r:embed="rId4">
            <a:alphaModFix/>
          </a:blip>
          <a:srcRect b="5550" l="33698" r="36141" t="-5550"/>
          <a:stretch/>
        </p:blipFill>
        <p:spPr>
          <a:xfrm rot="-2324196">
            <a:off x="4716808" y="656043"/>
            <a:ext cx="1942158" cy="290466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cxnSp>
        <p:nvCxnSpPr>
          <p:cNvPr id="1574" name="Google Shape;1574;p71"/>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575" name="Google Shape;1575;p71"/>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76" name="Google Shape;1576;p71"/>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577" name="Google Shape;1577;p71"/>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578" name="Google Shape;1578;p71"/>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579" name="Google Shape;1579;p71"/>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580" name="Google Shape;1580;p71"/>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581" name="Google Shape;1581;p71"/>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582" name="Google Shape;1582;p71"/>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583" name="Google Shape;1583;p71"/>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584" name="Google Shape;1584;p71"/>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585" name="Google Shape;1585;p71"/>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586" name="Google Shape;1586;p71"/>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587" name="Google Shape;1587;p71"/>
          <p:cNvSpPr txBox="1"/>
          <p:nvPr/>
        </p:nvSpPr>
        <p:spPr>
          <a:xfrm>
            <a:off x="422123" y="1440363"/>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a drawing of a red fire truck that says feuerwehr on the side (Provided by Tenor)" id="1588" name="Google Shape;1588;p71"/>
          <p:cNvPicPr preferRelativeResize="0"/>
          <p:nvPr/>
        </p:nvPicPr>
        <p:blipFill>
          <a:blip r:embed="rId3">
            <a:alphaModFix/>
          </a:blip>
          <a:stretch>
            <a:fillRect/>
          </a:stretch>
        </p:blipFill>
        <p:spPr>
          <a:xfrm flipH="1">
            <a:off x="5392225" y="2571750"/>
            <a:ext cx="4280000" cy="2818950"/>
          </a:xfrm>
          <a:prstGeom prst="rect">
            <a:avLst/>
          </a:prstGeom>
          <a:noFill/>
          <a:ln>
            <a:noFill/>
          </a:ln>
        </p:spPr>
      </p:pic>
      <p:pic>
        <p:nvPicPr>
          <p:cNvPr id="1589" name="Google Shape;1589;p71"/>
          <p:cNvPicPr preferRelativeResize="0"/>
          <p:nvPr/>
        </p:nvPicPr>
        <p:blipFill rotWithShape="1">
          <a:blip r:embed="rId4">
            <a:alphaModFix/>
          </a:blip>
          <a:srcRect b="5550" l="36662" r="36140" t="-5550"/>
          <a:stretch/>
        </p:blipFill>
        <p:spPr>
          <a:xfrm rot="-2700055">
            <a:off x="3892674" y="-131744"/>
            <a:ext cx="1871251" cy="3913465"/>
          </a:xfrm>
          <a:prstGeom prst="rect">
            <a:avLst/>
          </a:prstGeom>
          <a:noFill/>
          <a:ln>
            <a:noFill/>
          </a:ln>
        </p:spPr>
      </p:pic>
      <p:sp>
        <p:nvSpPr>
          <p:cNvPr id="1590" name="Google Shape;1590;p71"/>
          <p:cNvSpPr/>
          <p:nvPr/>
        </p:nvSpPr>
        <p:spPr>
          <a:xfrm>
            <a:off x="1450373" y="3441562"/>
            <a:ext cx="408000" cy="428400"/>
          </a:xfrm>
          <a:prstGeom prst="ellipse">
            <a:avLst/>
          </a:prstGeom>
          <a:noFill/>
          <a:ln cap="flat" cmpd="sng" w="4425">
            <a:solidFill>
              <a:schemeClr val="dk2"/>
            </a:solidFill>
            <a:prstDash val="solid"/>
            <a:round/>
            <a:headEnd len="sm" w="sm" type="none"/>
            <a:tailEnd len="sm" w="sm" type="none"/>
          </a:ln>
        </p:spPr>
        <p:txBody>
          <a:bodyPr anchorCtr="0" anchor="ctr" bIns="42450" lIns="42450" spcFirstLastPara="1" rIns="42450" wrap="square" tIns="42450">
            <a:noAutofit/>
          </a:bodyPr>
          <a:lstStyle/>
          <a:p>
            <a:pPr indent="0" lvl="0" marL="0" rtl="0" algn="ctr">
              <a:spcBef>
                <a:spcPts val="0"/>
              </a:spcBef>
              <a:spcAft>
                <a:spcPts val="0"/>
              </a:spcAft>
              <a:buNone/>
            </a:pPr>
            <a:r>
              <a:t/>
            </a:r>
            <a:endParaRPr sz="650"/>
          </a:p>
        </p:txBody>
      </p:sp>
      <p:sp>
        <p:nvSpPr>
          <p:cNvPr id="1591" name="Google Shape;1591;p71"/>
          <p:cNvSpPr/>
          <p:nvPr/>
        </p:nvSpPr>
        <p:spPr>
          <a:xfrm>
            <a:off x="1580152" y="3559828"/>
            <a:ext cx="52800" cy="88200"/>
          </a:xfrm>
          <a:prstGeom prst="ellipse">
            <a:avLst/>
          </a:prstGeom>
          <a:solidFill>
            <a:schemeClr val="lt2"/>
          </a:solidFill>
          <a:ln cap="flat" cmpd="sng" w="4425">
            <a:solidFill>
              <a:schemeClr val="dk2"/>
            </a:solidFill>
            <a:prstDash val="solid"/>
            <a:round/>
            <a:headEnd len="sm" w="sm" type="none"/>
            <a:tailEnd len="sm" w="sm" type="none"/>
          </a:ln>
        </p:spPr>
        <p:txBody>
          <a:bodyPr anchorCtr="0" anchor="ctr" bIns="42450" lIns="42450" spcFirstLastPara="1" rIns="42450" wrap="square" tIns="42450">
            <a:noAutofit/>
          </a:bodyPr>
          <a:lstStyle/>
          <a:p>
            <a:pPr indent="0" lvl="0" marL="0" rtl="0" algn="ctr">
              <a:spcBef>
                <a:spcPts val="0"/>
              </a:spcBef>
              <a:spcAft>
                <a:spcPts val="0"/>
              </a:spcAft>
              <a:buNone/>
            </a:pPr>
            <a:r>
              <a:t/>
            </a:r>
            <a:endParaRPr sz="650"/>
          </a:p>
        </p:txBody>
      </p:sp>
      <p:sp>
        <p:nvSpPr>
          <p:cNvPr id="1592" name="Google Shape;1592;p71"/>
          <p:cNvSpPr/>
          <p:nvPr/>
        </p:nvSpPr>
        <p:spPr>
          <a:xfrm>
            <a:off x="1720121" y="3559828"/>
            <a:ext cx="52800" cy="88200"/>
          </a:xfrm>
          <a:prstGeom prst="ellipse">
            <a:avLst/>
          </a:prstGeom>
          <a:solidFill>
            <a:schemeClr val="lt2"/>
          </a:solidFill>
          <a:ln cap="flat" cmpd="sng" w="4425">
            <a:solidFill>
              <a:schemeClr val="dk2"/>
            </a:solidFill>
            <a:prstDash val="solid"/>
            <a:round/>
            <a:headEnd len="sm" w="sm" type="none"/>
            <a:tailEnd len="sm" w="sm" type="none"/>
          </a:ln>
        </p:spPr>
        <p:txBody>
          <a:bodyPr anchorCtr="0" anchor="ctr" bIns="42450" lIns="42450" spcFirstLastPara="1" rIns="42450" wrap="square" tIns="42450">
            <a:noAutofit/>
          </a:bodyPr>
          <a:lstStyle/>
          <a:p>
            <a:pPr indent="0" lvl="0" marL="0" rtl="0" algn="ctr">
              <a:spcBef>
                <a:spcPts val="0"/>
              </a:spcBef>
              <a:spcAft>
                <a:spcPts val="0"/>
              </a:spcAft>
              <a:buNone/>
            </a:pPr>
            <a:r>
              <a:t/>
            </a:r>
            <a:endParaRPr sz="650"/>
          </a:p>
        </p:txBody>
      </p:sp>
      <p:cxnSp>
        <p:nvCxnSpPr>
          <p:cNvPr id="1593" name="Google Shape;1593;p71"/>
          <p:cNvCxnSpPr/>
          <p:nvPr/>
        </p:nvCxnSpPr>
        <p:spPr>
          <a:xfrm flipH="1" rot="10800000">
            <a:off x="1601559" y="3755688"/>
            <a:ext cx="91800" cy="45900"/>
          </a:xfrm>
          <a:prstGeom prst="straightConnector1">
            <a:avLst/>
          </a:prstGeom>
          <a:noFill/>
          <a:ln cap="flat" cmpd="sng" w="4425">
            <a:solidFill>
              <a:schemeClr val="dk2"/>
            </a:solidFill>
            <a:prstDash val="solid"/>
            <a:round/>
            <a:headEnd len="med" w="med" type="none"/>
            <a:tailEnd len="med" w="med" type="none"/>
          </a:ln>
        </p:spPr>
      </p:cxnSp>
      <p:cxnSp>
        <p:nvCxnSpPr>
          <p:cNvPr id="1594" name="Google Shape;1594;p71"/>
          <p:cNvCxnSpPr/>
          <p:nvPr/>
        </p:nvCxnSpPr>
        <p:spPr>
          <a:xfrm flipH="1">
            <a:off x="1678995" y="3769977"/>
            <a:ext cx="3000" cy="45900"/>
          </a:xfrm>
          <a:prstGeom prst="straightConnector1">
            <a:avLst/>
          </a:prstGeom>
          <a:noFill/>
          <a:ln cap="flat" cmpd="sng" w="4425">
            <a:solidFill>
              <a:schemeClr val="dk2"/>
            </a:solidFill>
            <a:prstDash val="solid"/>
            <a:round/>
            <a:headEnd len="med" w="med" type="none"/>
            <a:tailEnd len="med" w="med" type="none"/>
          </a:ln>
        </p:spPr>
      </p:cxnSp>
      <p:cxnSp>
        <p:nvCxnSpPr>
          <p:cNvPr id="1595" name="Google Shape;1595;p71"/>
          <p:cNvCxnSpPr>
            <a:endCxn id="1591" idx="7"/>
          </p:cNvCxnSpPr>
          <p:nvPr/>
        </p:nvCxnSpPr>
        <p:spPr>
          <a:xfrm>
            <a:off x="1579919" y="3483045"/>
            <a:ext cx="45300" cy="89700"/>
          </a:xfrm>
          <a:prstGeom prst="straightConnector1">
            <a:avLst/>
          </a:prstGeom>
          <a:noFill/>
          <a:ln cap="flat" cmpd="sng" w="4425">
            <a:solidFill>
              <a:schemeClr val="dk2"/>
            </a:solidFill>
            <a:prstDash val="solid"/>
            <a:round/>
            <a:headEnd len="med" w="med" type="none"/>
            <a:tailEnd len="med" w="med" type="none"/>
          </a:ln>
        </p:spPr>
      </p:cxnSp>
      <p:cxnSp>
        <p:nvCxnSpPr>
          <p:cNvPr id="1596" name="Google Shape;1596;p71"/>
          <p:cNvCxnSpPr/>
          <p:nvPr/>
        </p:nvCxnSpPr>
        <p:spPr>
          <a:xfrm flipH="1" rot="10800000">
            <a:off x="1684863" y="3503964"/>
            <a:ext cx="114000" cy="33300"/>
          </a:xfrm>
          <a:prstGeom prst="straightConnector1">
            <a:avLst/>
          </a:prstGeom>
          <a:noFill/>
          <a:ln cap="flat" cmpd="sng" w="4425">
            <a:solidFill>
              <a:schemeClr val="dk2"/>
            </a:solidFill>
            <a:prstDash val="solid"/>
            <a:round/>
            <a:headEnd len="med" w="med" type="none"/>
            <a:tailEnd len="med" w="med" type="none"/>
          </a:ln>
        </p:spPr>
      </p:cxnSp>
      <p:pic>
        <p:nvPicPr>
          <p:cNvPr descr="Police hat icon / vector graphics (Provided by Getty Images)" id="1597" name="Google Shape;1597;p71"/>
          <p:cNvPicPr preferRelativeResize="0"/>
          <p:nvPr/>
        </p:nvPicPr>
        <p:blipFill rotWithShape="1">
          <a:blip r:embed="rId5">
            <a:alphaModFix/>
          </a:blip>
          <a:srcRect b="14259" l="13020" r="8215" t="12238"/>
          <a:stretch/>
        </p:blipFill>
        <p:spPr>
          <a:xfrm>
            <a:off x="1485023" y="3132842"/>
            <a:ext cx="373760" cy="348831"/>
          </a:xfrm>
          <a:prstGeom prst="rect">
            <a:avLst/>
          </a:prstGeom>
          <a:noFill/>
          <a:ln>
            <a:noFill/>
          </a:ln>
        </p:spPr>
      </p:pic>
      <p:sp>
        <p:nvSpPr>
          <p:cNvPr id="1598" name="Google Shape;1598;p71"/>
          <p:cNvSpPr/>
          <p:nvPr/>
        </p:nvSpPr>
        <p:spPr>
          <a:xfrm>
            <a:off x="1529774" y="3893574"/>
            <a:ext cx="254858" cy="481730"/>
          </a:xfrm>
          <a:prstGeom prst="flowChartProcess">
            <a:avLst/>
          </a:prstGeom>
          <a:solidFill>
            <a:srgbClr val="0000FF"/>
          </a:solidFill>
          <a:ln cap="flat" cmpd="sng" w="2725">
            <a:solidFill>
              <a:srgbClr val="FF0000"/>
            </a:solidFill>
            <a:prstDash val="solid"/>
            <a:round/>
            <a:headEnd len="sm" w="sm" type="none"/>
            <a:tailEnd len="sm" w="sm" type="none"/>
          </a:ln>
        </p:spPr>
        <p:txBody>
          <a:bodyPr anchorCtr="0" anchor="ctr" bIns="25825" lIns="25825" spcFirstLastPara="1" rIns="25825" wrap="square" tIns="25825">
            <a:noAutofit/>
          </a:bodyPr>
          <a:lstStyle/>
          <a:p>
            <a:pPr indent="0" lvl="0" marL="0" rtl="0" algn="ctr">
              <a:spcBef>
                <a:spcPts val="0"/>
              </a:spcBef>
              <a:spcAft>
                <a:spcPts val="0"/>
              </a:spcAft>
              <a:buNone/>
            </a:pPr>
            <a:r>
              <a:t/>
            </a:r>
            <a:endParaRPr sz="396"/>
          </a:p>
        </p:txBody>
      </p:sp>
      <p:cxnSp>
        <p:nvCxnSpPr>
          <p:cNvPr id="1599" name="Google Shape;1599;p71"/>
          <p:cNvCxnSpPr/>
          <p:nvPr/>
        </p:nvCxnSpPr>
        <p:spPr>
          <a:xfrm flipH="1">
            <a:off x="1506418" y="4375304"/>
            <a:ext cx="110700" cy="262200"/>
          </a:xfrm>
          <a:prstGeom prst="straightConnector1">
            <a:avLst/>
          </a:prstGeom>
          <a:noFill/>
          <a:ln cap="flat" cmpd="sng" w="4425">
            <a:solidFill>
              <a:schemeClr val="dk2"/>
            </a:solidFill>
            <a:prstDash val="solid"/>
            <a:round/>
            <a:headEnd len="med" w="med" type="none"/>
            <a:tailEnd len="med" w="med" type="none"/>
          </a:ln>
        </p:spPr>
      </p:cxnSp>
      <p:cxnSp>
        <p:nvCxnSpPr>
          <p:cNvPr id="1600" name="Google Shape;1600;p71"/>
          <p:cNvCxnSpPr/>
          <p:nvPr/>
        </p:nvCxnSpPr>
        <p:spPr>
          <a:xfrm>
            <a:off x="1726038" y="4375304"/>
            <a:ext cx="123900" cy="272700"/>
          </a:xfrm>
          <a:prstGeom prst="straightConnector1">
            <a:avLst/>
          </a:prstGeom>
          <a:noFill/>
          <a:ln cap="flat" cmpd="sng" w="4425">
            <a:solidFill>
              <a:schemeClr val="dk2"/>
            </a:solidFill>
            <a:prstDash val="solid"/>
            <a:round/>
            <a:headEnd len="med" w="med" type="none"/>
            <a:tailEnd len="med" w="med" type="none"/>
          </a:ln>
        </p:spPr>
      </p:cxnSp>
      <p:cxnSp>
        <p:nvCxnSpPr>
          <p:cNvPr id="1601" name="Google Shape;1601;p71"/>
          <p:cNvCxnSpPr/>
          <p:nvPr/>
        </p:nvCxnSpPr>
        <p:spPr>
          <a:xfrm flipH="1">
            <a:off x="1376438" y="3999728"/>
            <a:ext cx="174900" cy="174900"/>
          </a:xfrm>
          <a:prstGeom prst="straightConnector1">
            <a:avLst/>
          </a:prstGeom>
          <a:noFill/>
          <a:ln cap="flat" cmpd="sng" w="4425">
            <a:solidFill>
              <a:schemeClr val="dk2"/>
            </a:solidFill>
            <a:prstDash val="solid"/>
            <a:round/>
            <a:headEnd len="med" w="med" type="none"/>
            <a:tailEnd len="med" w="med" type="none"/>
          </a:ln>
        </p:spPr>
      </p:cxnSp>
      <p:cxnSp>
        <p:nvCxnSpPr>
          <p:cNvPr id="1602" name="Google Shape;1602;p71"/>
          <p:cNvCxnSpPr/>
          <p:nvPr/>
        </p:nvCxnSpPr>
        <p:spPr>
          <a:xfrm>
            <a:off x="1757112" y="3984295"/>
            <a:ext cx="174900" cy="185400"/>
          </a:xfrm>
          <a:prstGeom prst="straightConnector1">
            <a:avLst/>
          </a:prstGeom>
          <a:noFill/>
          <a:ln cap="flat" cmpd="sng" w="4425">
            <a:solidFill>
              <a:schemeClr val="dk2"/>
            </a:solidFill>
            <a:prstDash val="solid"/>
            <a:round/>
            <a:headEnd len="med" w="med" type="none"/>
            <a:tailEnd len="med" w="med" type="none"/>
          </a:ln>
        </p:spPr>
      </p:cxnSp>
      <p:pic>
        <p:nvPicPr>
          <p:cNvPr descr="a golden police badge with a star and the word police on it (Provided by Tenor)" id="1603" name="Google Shape;1603;p71"/>
          <p:cNvPicPr preferRelativeResize="0"/>
          <p:nvPr/>
        </p:nvPicPr>
        <p:blipFill>
          <a:blip r:embed="rId6">
            <a:alphaModFix/>
          </a:blip>
          <a:stretch>
            <a:fillRect/>
          </a:stretch>
        </p:blipFill>
        <p:spPr>
          <a:xfrm>
            <a:off x="1613671" y="3914007"/>
            <a:ext cx="174871" cy="174871"/>
          </a:xfrm>
          <a:prstGeom prst="rect">
            <a:avLst/>
          </a:prstGeom>
          <a:noFill/>
          <a:ln>
            <a:noFill/>
          </a:ln>
        </p:spPr>
      </p:pic>
      <p:pic>
        <p:nvPicPr>
          <p:cNvPr descr="a black cannon with a wooden base and wheels on a white background (Provided by Tenor)" id="1604" name="Google Shape;1604;p71"/>
          <p:cNvPicPr preferRelativeResize="0"/>
          <p:nvPr/>
        </p:nvPicPr>
        <p:blipFill>
          <a:blip r:embed="rId7">
            <a:alphaModFix/>
          </a:blip>
          <a:stretch>
            <a:fillRect/>
          </a:stretch>
        </p:blipFill>
        <p:spPr>
          <a:xfrm flipH="1">
            <a:off x="1850875" y="3544375"/>
            <a:ext cx="1894616" cy="10652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cxnSp>
        <p:nvCxnSpPr>
          <p:cNvPr id="1609" name="Google Shape;1609;p72"/>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610" name="Google Shape;1610;p72"/>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11" name="Google Shape;1611;p72"/>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612" name="Google Shape;1612;p72"/>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613" name="Google Shape;1613;p72"/>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614" name="Google Shape;1614;p72"/>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615" name="Google Shape;1615;p72"/>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616" name="Google Shape;1616;p72"/>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617" name="Google Shape;1617;p72"/>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1618" name="Google Shape;1618;p72"/>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1619" name="Google Shape;1619;p72"/>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1620" name="Google Shape;1620;p72"/>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621" name="Google Shape;1621;p72"/>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622" name="Google Shape;1622;p72"/>
          <p:cNvSpPr txBox="1"/>
          <p:nvPr/>
        </p:nvSpPr>
        <p:spPr>
          <a:xfrm>
            <a:off x="422123" y="1440363"/>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pic>
        <p:nvPicPr>
          <p:cNvPr descr="a drawing of a red fire truck that says feuerwehr on the side (Provided by Tenor)" id="1623" name="Google Shape;1623;p72"/>
          <p:cNvPicPr preferRelativeResize="0"/>
          <p:nvPr/>
        </p:nvPicPr>
        <p:blipFill>
          <a:blip r:embed="rId3">
            <a:alphaModFix/>
          </a:blip>
          <a:stretch>
            <a:fillRect/>
          </a:stretch>
        </p:blipFill>
        <p:spPr>
          <a:xfrm flipH="1">
            <a:off x="5392225" y="2571750"/>
            <a:ext cx="4280000" cy="2818950"/>
          </a:xfrm>
          <a:prstGeom prst="rect">
            <a:avLst/>
          </a:prstGeom>
          <a:noFill/>
          <a:ln>
            <a:noFill/>
          </a:ln>
        </p:spPr>
      </p:pic>
      <p:pic>
        <p:nvPicPr>
          <p:cNvPr id="1624" name="Google Shape;1624;p72"/>
          <p:cNvPicPr preferRelativeResize="0"/>
          <p:nvPr/>
        </p:nvPicPr>
        <p:blipFill rotWithShape="1">
          <a:blip r:embed="rId4">
            <a:alphaModFix/>
          </a:blip>
          <a:srcRect b="5550" l="36662" r="36140" t="-5550"/>
          <a:stretch/>
        </p:blipFill>
        <p:spPr>
          <a:xfrm rot="-2700055">
            <a:off x="3892674" y="-131744"/>
            <a:ext cx="1871251" cy="3913465"/>
          </a:xfrm>
          <a:prstGeom prst="rect">
            <a:avLst/>
          </a:prstGeom>
          <a:noFill/>
          <a:ln>
            <a:noFill/>
          </a:ln>
        </p:spPr>
      </p:pic>
      <p:sp>
        <p:nvSpPr>
          <p:cNvPr id="1625" name="Google Shape;1625;p72"/>
          <p:cNvSpPr/>
          <p:nvPr/>
        </p:nvSpPr>
        <p:spPr>
          <a:xfrm>
            <a:off x="1450373" y="3441562"/>
            <a:ext cx="408000" cy="428400"/>
          </a:xfrm>
          <a:prstGeom prst="ellipse">
            <a:avLst/>
          </a:prstGeom>
          <a:noFill/>
          <a:ln cap="flat" cmpd="sng" w="4425">
            <a:solidFill>
              <a:schemeClr val="dk2"/>
            </a:solidFill>
            <a:prstDash val="solid"/>
            <a:round/>
            <a:headEnd len="sm" w="sm" type="none"/>
            <a:tailEnd len="sm" w="sm" type="none"/>
          </a:ln>
        </p:spPr>
        <p:txBody>
          <a:bodyPr anchorCtr="0" anchor="ctr" bIns="42450" lIns="42450" spcFirstLastPara="1" rIns="42450" wrap="square" tIns="42450">
            <a:noAutofit/>
          </a:bodyPr>
          <a:lstStyle/>
          <a:p>
            <a:pPr indent="0" lvl="0" marL="0" rtl="0" algn="ctr">
              <a:spcBef>
                <a:spcPts val="0"/>
              </a:spcBef>
              <a:spcAft>
                <a:spcPts val="0"/>
              </a:spcAft>
              <a:buNone/>
            </a:pPr>
            <a:r>
              <a:t/>
            </a:r>
            <a:endParaRPr sz="650"/>
          </a:p>
        </p:txBody>
      </p:sp>
      <p:sp>
        <p:nvSpPr>
          <p:cNvPr id="1626" name="Google Shape;1626;p72"/>
          <p:cNvSpPr/>
          <p:nvPr/>
        </p:nvSpPr>
        <p:spPr>
          <a:xfrm>
            <a:off x="1580152" y="3559828"/>
            <a:ext cx="52800" cy="88200"/>
          </a:xfrm>
          <a:prstGeom prst="ellipse">
            <a:avLst/>
          </a:prstGeom>
          <a:solidFill>
            <a:schemeClr val="lt2"/>
          </a:solidFill>
          <a:ln cap="flat" cmpd="sng" w="4425">
            <a:solidFill>
              <a:schemeClr val="dk2"/>
            </a:solidFill>
            <a:prstDash val="solid"/>
            <a:round/>
            <a:headEnd len="sm" w="sm" type="none"/>
            <a:tailEnd len="sm" w="sm" type="none"/>
          </a:ln>
        </p:spPr>
        <p:txBody>
          <a:bodyPr anchorCtr="0" anchor="ctr" bIns="42450" lIns="42450" spcFirstLastPara="1" rIns="42450" wrap="square" tIns="42450">
            <a:noAutofit/>
          </a:bodyPr>
          <a:lstStyle/>
          <a:p>
            <a:pPr indent="0" lvl="0" marL="0" rtl="0" algn="ctr">
              <a:spcBef>
                <a:spcPts val="0"/>
              </a:spcBef>
              <a:spcAft>
                <a:spcPts val="0"/>
              </a:spcAft>
              <a:buNone/>
            </a:pPr>
            <a:r>
              <a:t/>
            </a:r>
            <a:endParaRPr sz="650"/>
          </a:p>
        </p:txBody>
      </p:sp>
      <p:sp>
        <p:nvSpPr>
          <p:cNvPr id="1627" name="Google Shape;1627;p72"/>
          <p:cNvSpPr/>
          <p:nvPr/>
        </p:nvSpPr>
        <p:spPr>
          <a:xfrm>
            <a:off x="1720121" y="3559828"/>
            <a:ext cx="52800" cy="88200"/>
          </a:xfrm>
          <a:prstGeom prst="ellipse">
            <a:avLst/>
          </a:prstGeom>
          <a:solidFill>
            <a:schemeClr val="lt2"/>
          </a:solidFill>
          <a:ln cap="flat" cmpd="sng" w="4425">
            <a:solidFill>
              <a:schemeClr val="dk2"/>
            </a:solidFill>
            <a:prstDash val="solid"/>
            <a:round/>
            <a:headEnd len="sm" w="sm" type="none"/>
            <a:tailEnd len="sm" w="sm" type="none"/>
          </a:ln>
        </p:spPr>
        <p:txBody>
          <a:bodyPr anchorCtr="0" anchor="ctr" bIns="42450" lIns="42450" spcFirstLastPara="1" rIns="42450" wrap="square" tIns="42450">
            <a:noAutofit/>
          </a:bodyPr>
          <a:lstStyle/>
          <a:p>
            <a:pPr indent="0" lvl="0" marL="0" rtl="0" algn="ctr">
              <a:spcBef>
                <a:spcPts val="0"/>
              </a:spcBef>
              <a:spcAft>
                <a:spcPts val="0"/>
              </a:spcAft>
              <a:buNone/>
            </a:pPr>
            <a:r>
              <a:t/>
            </a:r>
            <a:endParaRPr sz="650"/>
          </a:p>
        </p:txBody>
      </p:sp>
      <p:cxnSp>
        <p:nvCxnSpPr>
          <p:cNvPr id="1628" name="Google Shape;1628;p72"/>
          <p:cNvCxnSpPr/>
          <p:nvPr/>
        </p:nvCxnSpPr>
        <p:spPr>
          <a:xfrm flipH="1" rot="10800000">
            <a:off x="1601559" y="3755688"/>
            <a:ext cx="91800" cy="45900"/>
          </a:xfrm>
          <a:prstGeom prst="straightConnector1">
            <a:avLst/>
          </a:prstGeom>
          <a:noFill/>
          <a:ln cap="flat" cmpd="sng" w="4425">
            <a:solidFill>
              <a:schemeClr val="dk2"/>
            </a:solidFill>
            <a:prstDash val="solid"/>
            <a:round/>
            <a:headEnd len="med" w="med" type="none"/>
            <a:tailEnd len="med" w="med" type="none"/>
          </a:ln>
        </p:spPr>
      </p:cxnSp>
      <p:cxnSp>
        <p:nvCxnSpPr>
          <p:cNvPr id="1629" name="Google Shape;1629;p72"/>
          <p:cNvCxnSpPr/>
          <p:nvPr/>
        </p:nvCxnSpPr>
        <p:spPr>
          <a:xfrm flipH="1">
            <a:off x="1678995" y="3769977"/>
            <a:ext cx="3000" cy="45900"/>
          </a:xfrm>
          <a:prstGeom prst="straightConnector1">
            <a:avLst/>
          </a:prstGeom>
          <a:noFill/>
          <a:ln cap="flat" cmpd="sng" w="4425">
            <a:solidFill>
              <a:schemeClr val="dk2"/>
            </a:solidFill>
            <a:prstDash val="solid"/>
            <a:round/>
            <a:headEnd len="med" w="med" type="none"/>
            <a:tailEnd len="med" w="med" type="none"/>
          </a:ln>
        </p:spPr>
      </p:cxnSp>
      <p:cxnSp>
        <p:nvCxnSpPr>
          <p:cNvPr id="1630" name="Google Shape;1630;p72"/>
          <p:cNvCxnSpPr>
            <a:endCxn id="1626" idx="7"/>
          </p:cNvCxnSpPr>
          <p:nvPr/>
        </p:nvCxnSpPr>
        <p:spPr>
          <a:xfrm>
            <a:off x="1579919" y="3483045"/>
            <a:ext cx="45300" cy="89700"/>
          </a:xfrm>
          <a:prstGeom prst="straightConnector1">
            <a:avLst/>
          </a:prstGeom>
          <a:noFill/>
          <a:ln cap="flat" cmpd="sng" w="4425">
            <a:solidFill>
              <a:schemeClr val="dk2"/>
            </a:solidFill>
            <a:prstDash val="solid"/>
            <a:round/>
            <a:headEnd len="med" w="med" type="none"/>
            <a:tailEnd len="med" w="med" type="none"/>
          </a:ln>
        </p:spPr>
      </p:cxnSp>
      <p:cxnSp>
        <p:nvCxnSpPr>
          <p:cNvPr id="1631" name="Google Shape;1631;p72"/>
          <p:cNvCxnSpPr/>
          <p:nvPr/>
        </p:nvCxnSpPr>
        <p:spPr>
          <a:xfrm flipH="1" rot="10800000">
            <a:off x="1684863" y="3503964"/>
            <a:ext cx="114000" cy="33300"/>
          </a:xfrm>
          <a:prstGeom prst="straightConnector1">
            <a:avLst/>
          </a:prstGeom>
          <a:noFill/>
          <a:ln cap="flat" cmpd="sng" w="4425">
            <a:solidFill>
              <a:schemeClr val="dk2"/>
            </a:solidFill>
            <a:prstDash val="solid"/>
            <a:round/>
            <a:headEnd len="med" w="med" type="none"/>
            <a:tailEnd len="med" w="med" type="none"/>
          </a:ln>
        </p:spPr>
      </p:cxnSp>
      <p:pic>
        <p:nvPicPr>
          <p:cNvPr descr="Police hat icon / vector graphics (Provided by Getty Images)" id="1632" name="Google Shape;1632;p72"/>
          <p:cNvPicPr preferRelativeResize="0"/>
          <p:nvPr/>
        </p:nvPicPr>
        <p:blipFill rotWithShape="1">
          <a:blip r:embed="rId5">
            <a:alphaModFix/>
          </a:blip>
          <a:srcRect b="14259" l="13020" r="8215" t="12238"/>
          <a:stretch/>
        </p:blipFill>
        <p:spPr>
          <a:xfrm>
            <a:off x="1485023" y="3132842"/>
            <a:ext cx="373760" cy="348831"/>
          </a:xfrm>
          <a:prstGeom prst="rect">
            <a:avLst/>
          </a:prstGeom>
          <a:noFill/>
          <a:ln>
            <a:noFill/>
          </a:ln>
        </p:spPr>
      </p:pic>
      <p:sp>
        <p:nvSpPr>
          <p:cNvPr id="1633" name="Google Shape;1633;p72"/>
          <p:cNvSpPr/>
          <p:nvPr/>
        </p:nvSpPr>
        <p:spPr>
          <a:xfrm>
            <a:off x="1529774" y="3893574"/>
            <a:ext cx="254858" cy="481730"/>
          </a:xfrm>
          <a:prstGeom prst="flowChartProcess">
            <a:avLst/>
          </a:prstGeom>
          <a:solidFill>
            <a:srgbClr val="0000FF"/>
          </a:solidFill>
          <a:ln cap="flat" cmpd="sng" w="2725">
            <a:solidFill>
              <a:srgbClr val="FF0000"/>
            </a:solidFill>
            <a:prstDash val="solid"/>
            <a:round/>
            <a:headEnd len="sm" w="sm" type="none"/>
            <a:tailEnd len="sm" w="sm" type="none"/>
          </a:ln>
        </p:spPr>
        <p:txBody>
          <a:bodyPr anchorCtr="0" anchor="ctr" bIns="25825" lIns="25825" spcFirstLastPara="1" rIns="25825" wrap="square" tIns="25825">
            <a:noAutofit/>
          </a:bodyPr>
          <a:lstStyle/>
          <a:p>
            <a:pPr indent="0" lvl="0" marL="0" rtl="0" algn="ctr">
              <a:spcBef>
                <a:spcPts val="0"/>
              </a:spcBef>
              <a:spcAft>
                <a:spcPts val="0"/>
              </a:spcAft>
              <a:buNone/>
            </a:pPr>
            <a:r>
              <a:t/>
            </a:r>
            <a:endParaRPr sz="396"/>
          </a:p>
        </p:txBody>
      </p:sp>
      <p:cxnSp>
        <p:nvCxnSpPr>
          <p:cNvPr id="1634" name="Google Shape;1634;p72"/>
          <p:cNvCxnSpPr/>
          <p:nvPr/>
        </p:nvCxnSpPr>
        <p:spPr>
          <a:xfrm flipH="1">
            <a:off x="1506418" y="4375304"/>
            <a:ext cx="110700" cy="262200"/>
          </a:xfrm>
          <a:prstGeom prst="straightConnector1">
            <a:avLst/>
          </a:prstGeom>
          <a:noFill/>
          <a:ln cap="flat" cmpd="sng" w="4425">
            <a:solidFill>
              <a:schemeClr val="dk2"/>
            </a:solidFill>
            <a:prstDash val="solid"/>
            <a:round/>
            <a:headEnd len="med" w="med" type="none"/>
            <a:tailEnd len="med" w="med" type="none"/>
          </a:ln>
        </p:spPr>
      </p:cxnSp>
      <p:cxnSp>
        <p:nvCxnSpPr>
          <p:cNvPr id="1635" name="Google Shape;1635;p72"/>
          <p:cNvCxnSpPr/>
          <p:nvPr/>
        </p:nvCxnSpPr>
        <p:spPr>
          <a:xfrm>
            <a:off x="1726038" y="4375304"/>
            <a:ext cx="123900" cy="272700"/>
          </a:xfrm>
          <a:prstGeom prst="straightConnector1">
            <a:avLst/>
          </a:prstGeom>
          <a:noFill/>
          <a:ln cap="flat" cmpd="sng" w="4425">
            <a:solidFill>
              <a:schemeClr val="dk2"/>
            </a:solidFill>
            <a:prstDash val="solid"/>
            <a:round/>
            <a:headEnd len="med" w="med" type="none"/>
            <a:tailEnd len="med" w="med" type="none"/>
          </a:ln>
        </p:spPr>
      </p:cxnSp>
      <p:cxnSp>
        <p:nvCxnSpPr>
          <p:cNvPr id="1636" name="Google Shape;1636;p72"/>
          <p:cNvCxnSpPr/>
          <p:nvPr/>
        </p:nvCxnSpPr>
        <p:spPr>
          <a:xfrm flipH="1">
            <a:off x="1376438" y="3999728"/>
            <a:ext cx="174900" cy="174900"/>
          </a:xfrm>
          <a:prstGeom prst="straightConnector1">
            <a:avLst/>
          </a:prstGeom>
          <a:noFill/>
          <a:ln cap="flat" cmpd="sng" w="4425">
            <a:solidFill>
              <a:schemeClr val="dk2"/>
            </a:solidFill>
            <a:prstDash val="solid"/>
            <a:round/>
            <a:headEnd len="med" w="med" type="none"/>
            <a:tailEnd len="med" w="med" type="none"/>
          </a:ln>
        </p:spPr>
      </p:cxnSp>
      <p:cxnSp>
        <p:nvCxnSpPr>
          <p:cNvPr id="1637" name="Google Shape;1637;p72"/>
          <p:cNvCxnSpPr/>
          <p:nvPr/>
        </p:nvCxnSpPr>
        <p:spPr>
          <a:xfrm>
            <a:off x="1757112" y="3984295"/>
            <a:ext cx="174900" cy="185400"/>
          </a:xfrm>
          <a:prstGeom prst="straightConnector1">
            <a:avLst/>
          </a:prstGeom>
          <a:noFill/>
          <a:ln cap="flat" cmpd="sng" w="4425">
            <a:solidFill>
              <a:schemeClr val="dk2"/>
            </a:solidFill>
            <a:prstDash val="solid"/>
            <a:round/>
            <a:headEnd len="med" w="med" type="none"/>
            <a:tailEnd len="med" w="med" type="none"/>
          </a:ln>
        </p:spPr>
      </p:cxnSp>
      <p:pic>
        <p:nvPicPr>
          <p:cNvPr descr="a golden police badge with a star and the word police on it (Provided by Tenor)" id="1638" name="Google Shape;1638;p72"/>
          <p:cNvPicPr preferRelativeResize="0"/>
          <p:nvPr/>
        </p:nvPicPr>
        <p:blipFill>
          <a:blip r:embed="rId6">
            <a:alphaModFix/>
          </a:blip>
          <a:stretch>
            <a:fillRect/>
          </a:stretch>
        </p:blipFill>
        <p:spPr>
          <a:xfrm>
            <a:off x="1613671" y="3914007"/>
            <a:ext cx="174871" cy="174871"/>
          </a:xfrm>
          <a:prstGeom prst="rect">
            <a:avLst/>
          </a:prstGeom>
          <a:noFill/>
          <a:ln>
            <a:noFill/>
          </a:ln>
        </p:spPr>
      </p:pic>
      <p:pic>
        <p:nvPicPr>
          <p:cNvPr descr="a black cannon with a wooden base and wheels on a white background (Provided by Tenor)" id="1639" name="Google Shape;1639;p72"/>
          <p:cNvPicPr preferRelativeResize="0"/>
          <p:nvPr/>
        </p:nvPicPr>
        <p:blipFill>
          <a:blip r:embed="rId7">
            <a:alphaModFix/>
          </a:blip>
          <a:stretch>
            <a:fillRect/>
          </a:stretch>
        </p:blipFill>
        <p:spPr>
          <a:xfrm flipH="1">
            <a:off x="1850875" y="3544375"/>
            <a:ext cx="1894616" cy="1065250"/>
          </a:xfrm>
          <a:prstGeom prst="rect">
            <a:avLst/>
          </a:prstGeom>
          <a:noFill/>
          <a:ln>
            <a:noFill/>
          </a:ln>
        </p:spPr>
      </p:pic>
      <p:pic>
        <p:nvPicPr>
          <p:cNvPr descr="File:Explosion-3489350 1280.jpg - Wikimedia Commons" id="1640" name="Google Shape;1640;p72"/>
          <p:cNvPicPr preferRelativeResize="0"/>
          <p:nvPr/>
        </p:nvPicPr>
        <p:blipFill>
          <a:blip r:embed="rId8">
            <a:alphaModFix/>
          </a:blip>
          <a:stretch>
            <a:fillRect/>
          </a:stretch>
        </p:blipFill>
        <p:spPr>
          <a:xfrm>
            <a:off x="4571995" y="-246350"/>
            <a:ext cx="4018360" cy="5143501"/>
          </a:xfrm>
          <a:prstGeom prst="rect">
            <a:avLst/>
          </a:prstGeom>
          <a:noFill/>
          <a:ln>
            <a:noFill/>
          </a:ln>
        </p:spPr>
      </p:pic>
      <p:sp>
        <p:nvSpPr>
          <p:cNvPr id="1641" name="Google Shape;1641;p72"/>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1642" name="Google Shape;1642;p72"/>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1643" name="Google Shape;1643;p72"/>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4" name="Google Shape;1644;p72"/>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1645" name="Google Shape;1645;p72"/>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 firefighters were caught.</a:t>
            </a:r>
            <a:endParaRPr/>
          </a:p>
        </p:txBody>
      </p:sp>
      <p:sp>
        <p:nvSpPr>
          <p:cNvPr id="1646" name="Google Shape;1646;p72">
            <a:hlinkClick action="ppaction://hlinksldjump" r:id="rId9"/>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50" name="Shape 1650"/>
        <p:cNvGrpSpPr/>
        <p:nvPr/>
      </p:nvGrpSpPr>
      <p:grpSpPr>
        <a:xfrm>
          <a:off x="0" y="0"/>
          <a:ext cx="0" cy="0"/>
          <a:chOff x="0" y="0"/>
          <a:chExt cx="0" cy="0"/>
        </a:xfrm>
      </p:grpSpPr>
      <p:sp>
        <p:nvSpPr>
          <p:cNvPr id="1651" name="Google Shape;1651;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52" name="Google Shape;1652;p73">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653" name="Google Shape;1653;p7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654" name="Google Shape;1654;p7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655" name="Google Shape;1655;p7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656" name="Google Shape;1656;p73"/>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60" name="Shape 1660"/>
        <p:cNvGrpSpPr/>
        <p:nvPr/>
      </p:nvGrpSpPr>
      <p:grpSpPr>
        <a:xfrm>
          <a:off x="0" y="0"/>
          <a:ext cx="0" cy="0"/>
          <a:chOff x="0" y="0"/>
          <a:chExt cx="0" cy="0"/>
        </a:xfrm>
      </p:grpSpPr>
      <p:sp>
        <p:nvSpPr>
          <p:cNvPr id="1661" name="Google Shape;1661;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62" name="Google Shape;1662;p74">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663" name="Google Shape;1663;p7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664" name="Google Shape;1664;p7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665" name="Google Shape;1665;p7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666" name="Google Shape;1666;p74"/>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sp>
        <p:nvSpPr>
          <p:cNvPr id="1671" name="Google Shape;1671;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672" name="Google Shape;1672;p75"/>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1673" name="Google Shape;1673;p75"/>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1674" name="Google Shape;1674;p75"/>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1675" name="Google Shape;1675;p75"/>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1676" name="Google Shape;1676;p75"/>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1677" name="Google Shape;1677;p75"/>
          <p:cNvCxnSpPr/>
          <p:nvPr/>
        </p:nvCxnSpPr>
        <p:spPr>
          <a:xfrm>
            <a:off x="8492550" y="731950"/>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678" name="Google Shape;1678;p75"/>
          <p:cNvCxnSpPr/>
          <p:nvPr/>
        </p:nvCxnSpPr>
        <p:spPr>
          <a:xfrm>
            <a:off x="8468725" y="1949175"/>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679" name="Google Shape;1679;p75"/>
          <p:cNvCxnSpPr/>
          <p:nvPr/>
        </p:nvCxnSpPr>
        <p:spPr>
          <a:xfrm flipH="1" rot="10800000">
            <a:off x="9005950" y="1140850"/>
            <a:ext cx="18900" cy="1159800"/>
          </a:xfrm>
          <a:prstGeom prst="straightConnector1">
            <a:avLst/>
          </a:prstGeom>
          <a:noFill/>
          <a:ln cap="flat" cmpd="sng" w="9525">
            <a:solidFill>
              <a:schemeClr val="dk2"/>
            </a:solidFill>
            <a:prstDash val="solid"/>
            <a:round/>
            <a:headEnd len="med" w="med" type="none"/>
            <a:tailEnd len="med" w="med" type="none"/>
          </a:ln>
        </p:spPr>
      </p:cxnSp>
      <p:cxnSp>
        <p:nvCxnSpPr>
          <p:cNvPr id="1680" name="Google Shape;1680;p75"/>
          <p:cNvCxnSpPr/>
          <p:nvPr/>
        </p:nvCxnSpPr>
        <p:spPr>
          <a:xfrm flipH="1" rot="10800000">
            <a:off x="8476225" y="721825"/>
            <a:ext cx="14700" cy="1220100"/>
          </a:xfrm>
          <a:prstGeom prst="straightConnector1">
            <a:avLst/>
          </a:prstGeom>
          <a:noFill/>
          <a:ln cap="flat" cmpd="sng" w="9525">
            <a:solidFill>
              <a:schemeClr val="dk2"/>
            </a:solidFill>
            <a:prstDash val="solid"/>
            <a:round/>
            <a:headEnd len="med" w="med" type="none"/>
            <a:tailEnd len="med" w="med" type="none"/>
          </a:ln>
        </p:spPr>
      </p:cxnSp>
      <p:cxnSp>
        <p:nvCxnSpPr>
          <p:cNvPr id="1681" name="Google Shape;1681;p75"/>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682" name="Google Shape;1682;p75"/>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683" name="Google Shape;1683;p75"/>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1684" name="Google Shape;1684;p75"/>
          <p:cNvCxnSpPr/>
          <p:nvPr/>
        </p:nvCxnSpPr>
        <p:spPr>
          <a:xfrm flipH="1" rot="10800000">
            <a:off x="8844875" y="1083650"/>
            <a:ext cx="113400" cy="1236600"/>
          </a:xfrm>
          <a:prstGeom prst="straightConnector1">
            <a:avLst/>
          </a:prstGeom>
          <a:noFill/>
          <a:ln cap="flat" cmpd="sng" w="9525">
            <a:solidFill>
              <a:schemeClr val="dk2"/>
            </a:solidFill>
            <a:prstDash val="solid"/>
            <a:round/>
            <a:headEnd len="med" w="med" type="none"/>
            <a:tailEnd len="med" w="med" type="none"/>
          </a:ln>
        </p:spPr>
      </p:cxnSp>
      <p:cxnSp>
        <p:nvCxnSpPr>
          <p:cNvPr id="1685" name="Google Shape;1685;p75"/>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686" name="Google Shape;1686;p75"/>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687" name="Google Shape;1687;p75"/>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688" name="Google Shape;1688;p75"/>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689" name="Google Shape;1689;p75"/>
          <p:cNvCxnSpPr/>
          <p:nvPr/>
        </p:nvCxnSpPr>
        <p:spPr>
          <a:xfrm>
            <a:off x="1803994" y="329962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690" name="Google Shape;1690;p75"/>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691" name="Google Shape;1691;p75"/>
          <p:cNvCxnSpPr/>
          <p:nvPr/>
        </p:nvCxnSpPr>
        <p:spPr>
          <a:xfrm flipH="1" rot="10800000">
            <a:off x="1813503" y="3147650"/>
            <a:ext cx="332700" cy="199500"/>
          </a:xfrm>
          <a:prstGeom prst="straightConnector1">
            <a:avLst/>
          </a:prstGeom>
          <a:noFill/>
          <a:ln cap="flat" cmpd="sng" w="9525">
            <a:solidFill>
              <a:schemeClr val="dk2"/>
            </a:solidFill>
            <a:prstDash val="solid"/>
            <a:round/>
            <a:headEnd len="med" w="med" type="none"/>
            <a:tailEnd len="med" w="med" type="none"/>
          </a:ln>
        </p:spPr>
      </p:cxnSp>
      <p:cxnSp>
        <p:nvCxnSpPr>
          <p:cNvPr id="1692" name="Google Shape;1692;p75"/>
          <p:cNvCxnSpPr/>
          <p:nvPr/>
        </p:nvCxnSpPr>
        <p:spPr>
          <a:xfrm flipH="1" rot="10800000">
            <a:off x="1823003" y="3299575"/>
            <a:ext cx="323400" cy="190200"/>
          </a:xfrm>
          <a:prstGeom prst="straightConnector1">
            <a:avLst/>
          </a:prstGeom>
          <a:noFill/>
          <a:ln cap="flat" cmpd="sng" w="9525">
            <a:solidFill>
              <a:schemeClr val="dk2"/>
            </a:solidFill>
            <a:prstDash val="solid"/>
            <a:round/>
            <a:headEnd len="med" w="med" type="none"/>
            <a:tailEnd len="med" w="med" type="none"/>
          </a:ln>
        </p:spPr>
      </p:cxnSp>
      <p:cxnSp>
        <p:nvCxnSpPr>
          <p:cNvPr id="1693" name="Google Shape;1693;p75"/>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1694" name="Google Shape;1694;p75"/>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1695" name="Google Shape;1695;p75"/>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1696" name="Google Shape;1696;p75"/>
          <p:cNvPicPr preferRelativeResize="0"/>
          <p:nvPr/>
        </p:nvPicPr>
        <p:blipFill>
          <a:blip r:embed="rId4">
            <a:alphaModFix/>
          </a:blip>
          <a:stretch>
            <a:fillRect/>
          </a:stretch>
        </p:blipFill>
        <p:spPr>
          <a:xfrm>
            <a:off x="6544724" y="465389"/>
            <a:ext cx="1139638" cy="1579172"/>
          </a:xfrm>
          <a:prstGeom prst="rect">
            <a:avLst/>
          </a:prstGeom>
          <a:noFill/>
          <a:ln>
            <a:noFill/>
          </a:ln>
        </p:spPr>
      </p:pic>
      <p:pic>
        <p:nvPicPr>
          <p:cNvPr descr="High angle view studio shot of rat (Provided by Getty Images)" id="1697" name="Google Shape;1697;p75"/>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1698" name="Google Shape;1698;p75"/>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1699" name="Google Shape;1699;p75"/>
          <p:cNvSpPr/>
          <p:nvPr/>
        </p:nvSpPr>
        <p:spPr>
          <a:xfrm>
            <a:off x="5208014" y="22590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00" name="Google Shape;1700;p75"/>
          <p:cNvCxnSpPr/>
          <p:nvPr/>
        </p:nvCxnSpPr>
        <p:spPr>
          <a:xfrm>
            <a:off x="5437916" y="2756049"/>
            <a:ext cx="419400" cy="183900"/>
          </a:xfrm>
          <a:prstGeom prst="curvedConnector3">
            <a:avLst>
              <a:gd fmla="val 39600" name="adj1"/>
            </a:avLst>
          </a:prstGeom>
          <a:noFill/>
          <a:ln cap="flat" cmpd="sng" w="5800">
            <a:solidFill>
              <a:schemeClr val="dk2"/>
            </a:solidFill>
            <a:prstDash val="solid"/>
            <a:round/>
            <a:headEnd len="med" w="med" type="none"/>
            <a:tailEnd len="med" w="med" type="none"/>
          </a:ln>
        </p:spPr>
      </p:cxnSp>
      <p:sp>
        <p:nvSpPr>
          <p:cNvPr id="1701" name="Google Shape;1701;p75"/>
          <p:cNvSpPr/>
          <p:nvPr/>
        </p:nvSpPr>
        <p:spPr>
          <a:xfrm>
            <a:off x="5529907" y="24797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02" name="Google Shape;1702;p75"/>
          <p:cNvSpPr/>
          <p:nvPr/>
        </p:nvSpPr>
        <p:spPr>
          <a:xfrm>
            <a:off x="5725313" y="25219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03" name="Google Shape;1703;p75"/>
          <p:cNvSpPr/>
          <p:nvPr/>
        </p:nvSpPr>
        <p:spPr>
          <a:xfrm>
            <a:off x="5421897" y="31011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04" name="Google Shape;1704;p75"/>
          <p:cNvCxnSpPr/>
          <p:nvPr/>
        </p:nvCxnSpPr>
        <p:spPr>
          <a:xfrm rot="5400000">
            <a:off x="5187000" y="41757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05" name="Google Shape;1705;p75"/>
          <p:cNvCxnSpPr/>
          <p:nvPr/>
        </p:nvCxnSpPr>
        <p:spPr>
          <a:xfrm flipH="1" rot="-5400000">
            <a:off x="5590182" y="41356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06" name="Google Shape;1706;p75"/>
          <p:cNvCxnSpPr/>
          <p:nvPr/>
        </p:nvCxnSpPr>
        <p:spPr>
          <a:xfrm rot="10800000">
            <a:off x="5077797" y="30201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1707" name="Google Shape;1707;p75"/>
          <p:cNvCxnSpPr>
            <a:stCxn id="1703" idx="3"/>
          </p:cNvCxnSpPr>
          <p:nvPr/>
        </p:nvCxnSpPr>
        <p:spPr>
          <a:xfrm flipH="1" rot="10800000">
            <a:off x="5873414" y="2955038"/>
            <a:ext cx="486300" cy="5958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1708" name="Google Shape;1708;p75"/>
          <p:cNvPicPr preferRelativeResize="0"/>
          <p:nvPr/>
        </p:nvPicPr>
        <p:blipFill rotWithShape="1">
          <a:blip r:embed="rId7">
            <a:alphaModFix/>
          </a:blip>
          <a:srcRect b="28376" l="12375" r="10949" t="24332"/>
          <a:stretch/>
        </p:blipFill>
        <p:spPr>
          <a:xfrm>
            <a:off x="5116913" y="1956926"/>
            <a:ext cx="1091487" cy="398710"/>
          </a:xfrm>
          <a:prstGeom prst="rect">
            <a:avLst/>
          </a:prstGeom>
          <a:noFill/>
          <a:ln>
            <a:noFill/>
          </a:ln>
        </p:spPr>
      </p:pic>
      <p:sp>
        <p:nvSpPr>
          <p:cNvPr id="1709" name="Google Shape;1709;p75"/>
          <p:cNvSpPr/>
          <p:nvPr/>
        </p:nvSpPr>
        <p:spPr>
          <a:xfrm rot="-6849065">
            <a:off x="7274308" y="1710567"/>
            <a:ext cx="879152" cy="809185"/>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10" name="Google Shape;1710;p75"/>
          <p:cNvCxnSpPr/>
          <p:nvPr/>
        </p:nvCxnSpPr>
        <p:spPr>
          <a:xfrm rot="-6848733">
            <a:off x="7672291" y="1947735"/>
            <a:ext cx="419503" cy="18383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711" name="Google Shape;1711;p75"/>
          <p:cNvSpPr/>
          <p:nvPr/>
        </p:nvSpPr>
        <p:spPr>
          <a:xfrm rot="-6851593">
            <a:off x="7652275" y="2276033"/>
            <a:ext cx="113466" cy="18383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12" name="Google Shape;1712;p75"/>
          <p:cNvSpPr/>
          <p:nvPr/>
        </p:nvSpPr>
        <p:spPr>
          <a:xfrm rot="-6851593">
            <a:off x="7597812" y="2049737"/>
            <a:ext cx="113466" cy="18383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13" name="Google Shape;1713;p75"/>
          <p:cNvSpPr/>
          <p:nvPr/>
        </p:nvSpPr>
        <p:spPr>
          <a:xfrm rot="-6849367">
            <a:off x="8297596" y="1302402"/>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14" name="Google Shape;1714;p75"/>
          <p:cNvCxnSpPr>
            <a:endCxn id="1713" idx="2"/>
          </p:cNvCxnSpPr>
          <p:nvPr/>
        </p:nvCxnSpPr>
        <p:spPr>
          <a:xfrm flipH="1" rot="5400000">
            <a:off x="8904105" y="1597611"/>
            <a:ext cx="107400" cy="48300"/>
          </a:xfrm>
          <a:prstGeom prst="curvedConnector2">
            <a:avLst/>
          </a:prstGeom>
          <a:noFill/>
          <a:ln cap="flat" cmpd="sng" w="5800">
            <a:solidFill>
              <a:schemeClr val="dk2"/>
            </a:solidFill>
            <a:prstDash val="solid"/>
            <a:round/>
            <a:headEnd len="med" w="med" type="none"/>
            <a:tailEnd len="med" w="med" type="none"/>
          </a:ln>
        </p:spPr>
      </p:cxnSp>
      <p:cxnSp>
        <p:nvCxnSpPr>
          <p:cNvPr id="1715" name="Google Shape;1715;p75"/>
          <p:cNvCxnSpPr/>
          <p:nvPr/>
        </p:nvCxnSpPr>
        <p:spPr>
          <a:xfrm rot="-5400000">
            <a:off x="8897818" y="1367437"/>
            <a:ext cx="133800" cy="125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16" name="Google Shape;1716;p75"/>
          <p:cNvCxnSpPr/>
          <p:nvPr/>
        </p:nvCxnSpPr>
        <p:spPr>
          <a:xfrm flipH="1" rot="-6848981">
            <a:off x="8608355" y="1969626"/>
            <a:ext cx="391570" cy="237287"/>
          </a:xfrm>
          <a:prstGeom prst="straightConnector1">
            <a:avLst/>
          </a:prstGeom>
          <a:noFill/>
          <a:ln cap="flat" cmpd="sng" w="5800">
            <a:solidFill>
              <a:schemeClr val="dk2"/>
            </a:solidFill>
            <a:prstDash val="solid"/>
            <a:round/>
            <a:headEnd len="med" w="med" type="none"/>
            <a:tailEnd len="med" w="med" type="none"/>
          </a:ln>
        </p:spPr>
      </p:cxnSp>
      <p:cxnSp>
        <p:nvCxnSpPr>
          <p:cNvPr id="1717" name="Google Shape;1717;p75"/>
          <p:cNvCxnSpPr>
            <a:stCxn id="1713" idx="3"/>
          </p:cNvCxnSpPr>
          <p:nvPr/>
        </p:nvCxnSpPr>
        <p:spPr>
          <a:xfrm>
            <a:off x="8430968" y="1546090"/>
            <a:ext cx="481200" cy="207300"/>
          </a:xfrm>
          <a:prstGeom prst="straightConnector1">
            <a:avLst/>
          </a:prstGeom>
          <a:noFill/>
          <a:ln cap="flat" cmpd="sng" w="5800">
            <a:solidFill>
              <a:schemeClr val="dk2"/>
            </a:solidFill>
            <a:prstDash val="solid"/>
            <a:round/>
            <a:headEnd len="med" w="med" type="none"/>
            <a:tailEnd len="med" w="med" type="none"/>
          </a:ln>
        </p:spPr>
      </p:cxnSp>
      <p:cxnSp>
        <p:nvCxnSpPr>
          <p:cNvPr id="1718" name="Google Shape;1718;p75"/>
          <p:cNvCxnSpPr/>
          <p:nvPr/>
        </p:nvCxnSpPr>
        <p:spPr>
          <a:xfrm rot="-5400000">
            <a:off x="9050218" y="1519837"/>
            <a:ext cx="133800" cy="125700"/>
          </a:xfrm>
          <a:prstGeom prst="curvedConnector3">
            <a:avLst>
              <a:gd fmla="val 50000" name="adj1"/>
            </a:avLst>
          </a:prstGeom>
          <a:noFill/>
          <a:ln cap="flat" cmpd="sng" w="5800">
            <a:solidFill>
              <a:schemeClr val="dk2"/>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724" name="Google Shape;1724;p76"/>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1725" name="Google Shape;1725;p76"/>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1726" name="Google Shape;1726;p76"/>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1727" name="Google Shape;1727;p76"/>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1728" name="Google Shape;1728;p76"/>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1729" name="Google Shape;1729;p76"/>
          <p:cNvCxnSpPr/>
          <p:nvPr/>
        </p:nvCxnSpPr>
        <p:spPr>
          <a:xfrm>
            <a:off x="8492550" y="731950"/>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730" name="Google Shape;1730;p76"/>
          <p:cNvCxnSpPr/>
          <p:nvPr/>
        </p:nvCxnSpPr>
        <p:spPr>
          <a:xfrm>
            <a:off x="8468725" y="1949175"/>
            <a:ext cx="522900" cy="370800"/>
          </a:xfrm>
          <a:prstGeom prst="straightConnector1">
            <a:avLst/>
          </a:prstGeom>
          <a:noFill/>
          <a:ln cap="flat" cmpd="sng" w="9525">
            <a:solidFill>
              <a:schemeClr val="dk2"/>
            </a:solidFill>
            <a:prstDash val="solid"/>
            <a:round/>
            <a:headEnd len="med" w="med" type="none"/>
            <a:tailEnd len="med" w="med" type="none"/>
          </a:ln>
        </p:spPr>
      </p:cxnSp>
      <p:cxnSp>
        <p:nvCxnSpPr>
          <p:cNvPr id="1731" name="Google Shape;1731;p76"/>
          <p:cNvCxnSpPr/>
          <p:nvPr/>
        </p:nvCxnSpPr>
        <p:spPr>
          <a:xfrm flipH="1" rot="10800000">
            <a:off x="9005950" y="1140850"/>
            <a:ext cx="18900" cy="1159800"/>
          </a:xfrm>
          <a:prstGeom prst="straightConnector1">
            <a:avLst/>
          </a:prstGeom>
          <a:noFill/>
          <a:ln cap="flat" cmpd="sng" w="9525">
            <a:solidFill>
              <a:schemeClr val="dk2"/>
            </a:solidFill>
            <a:prstDash val="solid"/>
            <a:round/>
            <a:headEnd len="med" w="med" type="none"/>
            <a:tailEnd len="med" w="med" type="none"/>
          </a:ln>
        </p:spPr>
      </p:cxnSp>
      <p:cxnSp>
        <p:nvCxnSpPr>
          <p:cNvPr id="1732" name="Google Shape;1732;p76"/>
          <p:cNvCxnSpPr/>
          <p:nvPr/>
        </p:nvCxnSpPr>
        <p:spPr>
          <a:xfrm flipH="1" rot="10800000">
            <a:off x="8476225" y="721825"/>
            <a:ext cx="14700" cy="1220100"/>
          </a:xfrm>
          <a:prstGeom prst="straightConnector1">
            <a:avLst/>
          </a:prstGeom>
          <a:noFill/>
          <a:ln cap="flat" cmpd="sng" w="9525">
            <a:solidFill>
              <a:schemeClr val="dk2"/>
            </a:solidFill>
            <a:prstDash val="solid"/>
            <a:round/>
            <a:headEnd len="med" w="med" type="none"/>
            <a:tailEnd len="med" w="med" type="none"/>
          </a:ln>
        </p:spPr>
      </p:cxnSp>
      <p:cxnSp>
        <p:nvCxnSpPr>
          <p:cNvPr id="1733" name="Google Shape;1733;p76"/>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734" name="Google Shape;1734;p76"/>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1735" name="Google Shape;1735;p76"/>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1736" name="Google Shape;1736;p76"/>
          <p:cNvCxnSpPr/>
          <p:nvPr/>
        </p:nvCxnSpPr>
        <p:spPr>
          <a:xfrm flipH="1" rot="10800000">
            <a:off x="8844875" y="1083650"/>
            <a:ext cx="113400" cy="1236600"/>
          </a:xfrm>
          <a:prstGeom prst="straightConnector1">
            <a:avLst/>
          </a:prstGeom>
          <a:noFill/>
          <a:ln cap="flat" cmpd="sng" w="9525">
            <a:solidFill>
              <a:schemeClr val="dk2"/>
            </a:solidFill>
            <a:prstDash val="solid"/>
            <a:round/>
            <a:headEnd len="med" w="med" type="none"/>
            <a:tailEnd len="med" w="med" type="none"/>
          </a:ln>
        </p:spPr>
      </p:cxnSp>
      <p:cxnSp>
        <p:nvCxnSpPr>
          <p:cNvPr id="1737" name="Google Shape;1737;p76"/>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738" name="Google Shape;1738;p76"/>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1739" name="Google Shape;1739;p76"/>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740" name="Google Shape;1740;p76"/>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1741" name="Google Shape;1741;p76"/>
          <p:cNvCxnSpPr/>
          <p:nvPr/>
        </p:nvCxnSpPr>
        <p:spPr>
          <a:xfrm>
            <a:off x="1803994" y="329962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742" name="Google Shape;1742;p76"/>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1743" name="Google Shape;1743;p76"/>
          <p:cNvCxnSpPr/>
          <p:nvPr/>
        </p:nvCxnSpPr>
        <p:spPr>
          <a:xfrm flipH="1" rot="10800000">
            <a:off x="1813503" y="3147650"/>
            <a:ext cx="332700" cy="199500"/>
          </a:xfrm>
          <a:prstGeom prst="straightConnector1">
            <a:avLst/>
          </a:prstGeom>
          <a:noFill/>
          <a:ln cap="flat" cmpd="sng" w="9525">
            <a:solidFill>
              <a:schemeClr val="dk2"/>
            </a:solidFill>
            <a:prstDash val="solid"/>
            <a:round/>
            <a:headEnd len="med" w="med" type="none"/>
            <a:tailEnd len="med" w="med" type="none"/>
          </a:ln>
        </p:spPr>
      </p:cxnSp>
      <p:cxnSp>
        <p:nvCxnSpPr>
          <p:cNvPr id="1744" name="Google Shape;1744;p76"/>
          <p:cNvCxnSpPr/>
          <p:nvPr/>
        </p:nvCxnSpPr>
        <p:spPr>
          <a:xfrm flipH="1" rot="10800000">
            <a:off x="1823003" y="3299575"/>
            <a:ext cx="323400" cy="190200"/>
          </a:xfrm>
          <a:prstGeom prst="straightConnector1">
            <a:avLst/>
          </a:prstGeom>
          <a:noFill/>
          <a:ln cap="flat" cmpd="sng" w="9525">
            <a:solidFill>
              <a:schemeClr val="dk2"/>
            </a:solidFill>
            <a:prstDash val="solid"/>
            <a:round/>
            <a:headEnd len="med" w="med" type="none"/>
            <a:tailEnd len="med" w="med" type="none"/>
          </a:ln>
        </p:spPr>
      </p:cxnSp>
      <p:cxnSp>
        <p:nvCxnSpPr>
          <p:cNvPr id="1745" name="Google Shape;1745;p76"/>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1746" name="Google Shape;1746;p7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1747" name="Google Shape;1747;p76"/>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1748" name="Google Shape;1748;p76"/>
          <p:cNvPicPr preferRelativeResize="0"/>
          <p:nvPr/>
        </p:nvPicPr>
        <p:blipFill>
          <a:blip r:embed="rId4">
            <a:alphaModFix/>
          </a:blip>
          <a:stretch>
            <a:fillRect/>
          </a:stretch>
        </p:blipFill>
        <p:spPr>
          <a:xfrm>
            <a:off x="6544724" y="465389"/>
            <a:ext cx="1139638" cy="1579172"/>
          </a:xfrm>
          <a:prstGeom prst="rect">
            <a:avLst/>
          </a:prstGeom>
          <a:noFill/>
          <a:ln>
            <a:noFill/>
          </a:ln>
        </p:spPr>
      </p:pic>
      <p:pic>
        <p:nvPicPr>
          <p:cNvPr descr="High angle view studio shot of rat (Provided by Getty Images)" id="1749" name="Google Shape;1749;p7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1750" name="Google Shape;1750;p76"/>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1751" name="Google Shape;1751;p76"/>
          <p:cNvSpPr/>
          <p:nvPr/>
        </p:nvSpPr>
        <p:spPr>
          <a:xfrm>
            <a:off x="4725564" y="216328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52" name="Google Shape;1752;p76"/>
          <p:cNvCxnSpPr/>
          <p:nvPr/>
        </p:nvCxnSpPr>
        <p:spPr>
          <a:xfrm>
            <a:off x="4955466" y="2660299"/>
            <a:ext cx="419400" cy="183900"/>
          </a:xfrm>
          <a:prstGeom prst="curvedConnector3">
            <a:avLst>
              <a:gd fmla="val 39600" name="adj1"/>
            </a:avLst>
          </a:prstGeom>
          <a:noFill/>
          <a:ln cap="flat" cmpd="sng" w="5800">
            <a:solidFill>
              <a:schemeClr val="dk2"/>
            </a:solidFill>
            <a:prstDash val="solid"/>
            <a:round/>
            <a:headEnd len="med" w="med" type="none"/>
            <a:tailEnd len="med" w="med" type="none"/>
          </a:ln>
        </p:spPr>
      </p:cxnSp>
      <p:sp>
        <p:nvSpPr>
          <p:cNvPr id="1753" name="Google Shape;1753;p76"/>
          <p:cNvSpPr/>
          <p:nvPr/>
        </p:nvSpPr>
        <p:spPr>
          <a:xfrm>
            <a:off x="5056857" y="242615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54" name="Google Shape;1754;p76"/>
          <p:cNvSpPr/>
          <p:nvPr/>
        </p:nvSpPr>
        <p:spPr>
          <a:xfrm>
            <a:off x="5289825" y="24676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55" name="Google Shape;1755;p76"/>
          <p:cNvSpPr/>
          <p:nvPr/>
        </p:nvSpPr>
        <p:spPr>
          <a:xfrm>
            <a:off x="4939447" y="3005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56" name="Google Shape;1756;p76"/>
          <p:cNvCxnSpPr/>
          <p:nvPr/>
        </p:nvCxnSpPr>
        <p:spPr>
          <a:xfrm rot="5400000">
            <a:off x="4704550" y="407996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57" name="Google Shape;1757;p76"/>
          <p:cNvCxnSpPr/>
          <p:nvPr/>
        </p:nvCxnSpPr>
        <p:spPr>
          <a:xfrm flipH="1" rot="-5400000">
            <a:off x="5107732" y="403991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58" name="Google Shape;1758;p76"/>
          <p:cNvCxnSpPr/>
          <p:nvPr/>
        </p:nvCxnSpPr>
        <p:spPr>
          <a:xfrm rot="10800000">
            <a:off x="4595347" y="292438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1759" name="Google Shape;1759;p76"/>
          <p:cNvCxnSpPr>
            <a:stCxn id="1755" idx="3"/>
          </p:cNvCxnSpPr>
          <p:nvPr/>
        </p:nvCxnSpPr>
        <p:spPr>
          <a:xfrm flipH="1" rot="10800000">
            <a:off x="5390964" y="2859288"/>
            <a:ext cx="486300" cy="5958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1760" name="Google Shape;1760;p76"/>
          <p:cNvPicPr preferRelativeResize="0"/>
          <p:nvPr/>
        </p:nvPicPr>
        <p:blipFill rotWithShape="1">
          <a:blip r:embed="rId7">
            <a:alphaModFix/>
          </a:blip>
          <a:srcRect b="28376" l="12375" r="10949" t="24332"/>
          <a:stretch/>
        </p:blipFill>
        <p:spPr>
          <a:xfrm>
            <a:off x="4634463" y="1861176"/>
            <a:ext cx="1091487" cy="398710"/>
          </a:xfrm>
          <a:prstGeom prst="rect">
            <a:avLst/>
          </a:prstGeom>
          <a:noFill/>
          <a:ln>
            <a:noFill/>
          </a:ln>
        </p:spPr>
      </p:pic>
      <p:cxnSp>
        <p:nvCxnSpPr>
          <p:cNvPr id="1761" name="Google Shape;1761;p76"/>
          <p:cNvCxnSpPr>
            <a:endCxn id="1762" idx="2"/>
          </p:cNvCxnSpPr>
          <p:nvPr/>
        </p:nvCxnSpPr>
        <p:spPr>
          <a:xfrm flipH="1" rot="5400000">
            <a:off x="8904105" y="1597611"/>
            <a:ext cx="107400" cy="48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63" name="Google Shape;1763;p76"/>
          <p:cNvCxnSpPr/>
          <p:nvPr/>
        </p:nvCxnSpPr>
        <p:spPr>
          <a:xfrm flipH="1" rot="-6848981">
            <a:off x="8608355" y="1969626"/>
            <a:ext cx="391570" cy="237287"/>
          </a:xfrm>
          <a:prstGeom prst="straightConnector1">
            <a:avLst/>
          </a:prstGeom>
          <a:noFill/>
          <a:ln cap="flat" cmpd="sng" w="5800">
            <a:solidFill>
              <a:schemeClr val="dk2"/>
            </a:solidFill>
            <a:prstDash val="solid"/>
            <a:round/>
            <a:headEnd len="med" w="med" type="none"/>
            <a:tailEnd len="med" w="med" type="none"/>
          </a:ln>
        </p:spPr>
      </p:cxnSp>
      <p:sp>
        <p:nvSpPr>
          <p:cNvPr id="1764" name="Google Shape;1764;p76"/>
          <p:cNvSpPr/>
          <p:nvPr/>
        </p:nvSpPr>
        <p:spPr>
          <a:xfrm>
            <a:off x="6740502" y="21557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65" name="Google Shape;1765;p76"/>
          <p:cNvCxnSpPr/>
          <p:nvPr/>
        </p:nvCxnSpPr>
        <p:spPr>
          <a:xfrm>
            <a:off x="6970404" y="26527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1766" name="Google Shape;1766;p76"/>
          <p:cNvSpPr/>
          <p:nvPr/>
        </p:nvSpPr>
        <p:spPr>
          <a:xfrm>
            <a:off x="6894682" y="236056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67" name="Google Shape;1767;p76"/>
          <p:cNvSpPr/>
          <p:nvPr/>
        </p:nvSpPr>
        <p:spPr>
          <a:xfrm>
            <a:off x="7123450" y="24034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1768" name="Google Shape;1768;p76"/>
          <p:cNvSpPr/>
          <p:nvPr/>
        </p:nvSpPr>
        <p:spPr>
          <a:xfrm>
            <a:off x="6954385" y="2997835"/>
            <a:ext cx="451517" cy="899355"/>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69" name="Google Shape;1769;p76"/>
          <p:cNvCxnSpPr/>
          <p:nvPr/>
        </p:nvCxnSpPr>
        <p:spPr>
          <a:xfrm rot="5400000">
            <a:off x="6719487" y="40723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70" name="Google Shape;1770;p76"/>
          <p:cNvCxnSpPr/>
          <p:nvPr/>
        </p:nvCxnSpPr>
        <p:spPr>
          <a:xfrm flipH="1" rot="-5400000">
            <a:off x="7122669" y="40323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1771" name="Google Shape;1771;p76"/>
          <p:cNvCxnSpPr/>
          <p:nvPr/>
        </p:nvCxnSpPr>
        <p:spPr>
          <a:xfrm flipH="1">
            <a:off x="6562885" y="3447513"/>
            <a:ext cx="391500" cy="237300"/>
          </a:xfrm>
          <a:prstGeom prst="straightConnector1">
            <a:avLst/>
          </a:prstGeom>
          <a:noFill/>
          <a:ln cap="flat" cmpd="sng" w="5800">
            <a:solidFill>
              <a:schemeClr val="dk2"/>
            </a:solidFill>
            <a:prstDash val="solid"/>
            <a:round/>
            <a:headEnd len="med" w="med" type="none"/>
            <a:tailEnd len="med" w="med" type="none"/>
          </a:ln>
        </p:spPr>
      </p:cxnSp>
      <p:cxnSp>
        <p:nvCxnSpPr>
          <p:cNvPr id="1772" name="Google Shape;1772;p76"/>
          <p:cNvCxnSpPr>
            <a:stCxn id="1768" idx="3"/>
          </p:cNvCxnSpPr>
          <p:nvPr/>
        </p:nvCxnSpPr>
        <p:spPr>
          <a:xfrm flipH="1">
            <a:off x="7019802" y="3447513"/>
            <a:ext cx="386100" cy="354000"/>
          </a:xfrm>
          <a:prstGeom prst="straightConnector1">
            <a:avLst/>
          </a:prstGeom>
          <a:noFill/>
          <a:ln cap="flat" cmpd="sng" w="5800">
            <a:solidFill>
              <a:schemeClr val="dk2"/>
            </a:solidFill>
            <a:prstDash val="solid"/>
            <a:round/>
            <a:headEnd len="med" w="med" type="none"/>
            <a:tailEnd len="med" w="med" type="none"/>
          </a:ln>
        </p:spPr>
      </p:cxnSp>
      <p:pic>
        <p:nvPicPr>
          <p:cNvPr id="1773" name="Google Shape;1773;p76">
            <a:hlinkClick action="ppaction://hlinksldjump" r:id="rId8"/>
          </p:cNvPr>
          <p:cNvPicPr preferRelativeResize="0"/>
          <p:nvPr/>
        </p:nvPicPr>
        <p:blipFill>
          <a:blip r:embed="rId9">
            <a:alphaModFix/>
          </a:blip>
          <a:stretch>
            <a:fillRect/>
          </a:stretch>
        </p:blipFill>
        <p:spPr>
          <a:xfrm>
            <a:off x="5811675" y="3860375"/>
            <a:ext cx="781200" cy="781200"/>
          </a:xfrm>
          <a:prstGeom prst="rect">
            <a:avLst/>
          </a:prstGeom>
          <a:noFill/>
          <a:ln cap="flat" cmpd="sng" w="76200">
            <a:solidFill>
              <a:srgbClr val="00FF00"/>
            </a:solidFill>
            <a:prstDash val="solid"/>
            <a:round/>
            <a:headEnd len="sm" w="sm" type="none"/>
            <a:tailEnd len="sm" w="sm" type="none"/>
          </a:ln>
        </p:spPr>
      </p:pic>
      <p:pic>
        <p:nvPicPr>
          <p:cNvPr descr="a red light is lit up on a white surface (Provided by Tenor)" id="1774" name="Google Shape;1774;p76"/>
          <p:cNvPicPr preferRelativeResize="0"/>
          <p:nvPr/>
        </p:nvPicPr>
        <p:blipFill>
          <a:blip r:embed="rId10">
            <a:alphaModFix/>
          </a:blip>
          <a:stretch>
            <a:fillRect/>
          </a:stretch>
        </p:blipFill>
        <p:spPr>
          <a:xfrm rot="10800000">
            <a:off x="132225" y="-49600"/>
            <a:ext cx="1050100" cy="1050100"/>
          </a:xfrm>
          <a:prstGeom prst="rect">
            <a:avLst/>
          </a:prstGeom>
          <a:noFill/>
          <a:ln>
            <a:noFill/>
          </a:ln>
        </p:spPr>
      </p:pic>
      <p:sp>
        <p:nvSpPr>
          <p:cNvPr id="1775" name="Google Shape;1775;p76"/>
          <p:cNvSpPr/>
          <p:nvPr/>
        </p:nvSpPr>
        <p:spPr>
          <a:xfrm>
            <a:off x="-42858" y="2110650"/>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6" name="Google Shape;1776;p76"/>
          <p:cNvSpPr/>
          <p:nvPr/>
        </p:nvSpPr>
        <p:spPr>
          <a:xfrm>
            <a:off x="267867" y="23967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7" name="Google Shape;1777;p76"/>
          <p:cNvSpPr/>
          <p:nvPr/>
        </p:nvSpPr>
        <p:spPr>
          <a:xfrm>
            <a:off x="610467" y="23652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78" name="Google Shape;1778;p76"/>
          <p:cNvCxnSpPr/>
          <p:nvPr/>
        </p:nvCxnSpPr>
        <p:spPr>
          <a:xfrm flipH="1" rot="10800000">
            <a:off x="282642" y="2786700"/>
            <a:ext cx="198000" cy="99000"/>
          </a:xfrm>
          <a:prstGeom prst="straightConnector1">
            <a:avLst/>
          </a:prstGeom>
          <a:noFill/>
          <a:ln cap="flat" cmpd="sng" w="9525">
            <a:solidFill>
              <a:schemeClr val="dk2"/>
            </a:solidFill>
            <a:prstDash val="solid"/>
            <a:round/>
            <a:headEnd len="med" w="med" type="none"/>
            <a:tailEnd len="med" w="med" type="none"/>
          </a:ln>
        </p:spPr>
      </p:cxnSp>
      <p:cxnSp>
        <p:nvCxnSpPr>
          <p:cNvPr id="1779" name="Google Shape;1779;p76"/>
          <p:cNvCxnSpPr/>
          <p:nvPr/>
        </p:nvCxnSpPr>
        <p:spPr>
          <a:xfrm flipH="1">
            <a:off x="449517" y="2817650"/>
            <a:ext cx="6300" cy="99000"/>
          </a:xfrm>
          <a:prstGeom prst="straightConnector1">
            <a:avLst/>
          </a:prstGeom>
          <a:noFill/>
          <a:ln cap="flat" cmpd="sng" w="9525">
            <a:solidFill>
              <a:schemeClr val="dk2"/>
            </a:solidFill>
            <a:prstDash val="solid"/>
            <a:round/>
            <a:headEnd len="med" w="med" type="none"/>
            <a:tailEnd len="med" w="med" type="none"/>
          </a:ln>
        </p:spPr>
      </p:cxnSp>
      <p:cxnSp>
        <p:nvCxnSpPr>
          <p:cNvPr id="1780" name="Google Shape;1780;p76"/>
          <p:cNvCxnSpPr>
            <a:endCxn id="1776" idx="7"/>
          </p:cNvCxnSpPr>
          <p:nvPr/>
        </p:nvCxnSpPr>
        <p:spPr>
          <a:xfrm>
            <a:off x="267460" y="2230504"/>
            <a:ext cx="97200" cy="194100"/>
          </a:xfrm>
          <a:prstGeom prst="straightConnector1">
            <a:avLst/>
          </a:prstGeom>
          <a:noFill/>
          <a:ln cap="flat" cmpd="sng" w="9525">
            <a:solidFill>
              <a:schemeClr val="dk2"/>
            </a:solidFill>
            <a:prstDash val="solid"/>
            <a:round/>
            <a:headEnd len="med" w="med" type="none"/>
            <a:tailEnd len="med" w="med" type="none"/>
          </a:ln>
        </p:spPr>
      </p:cxnSp>
      <p:cxnSp>
        <p:nvCxnSpPr>
          <p:cNvPr id="1781" name="Google Shape;1781;p76"/>
          <p:cNvCxnSpPr/>
          <p:nvPr/>
        </p:nvCxnSpPr>
        <p:spPr>
          <a:xfrm flipH="1" rot="10800000">
            <a:off x="461992" y="2245575"/>
            <a:ext cx="245700" cy="71100"/>
          </a:xfrm>
          <a:prstGeom prst="straightConnector1">
            <a:avLst/>
          </a:prstGeom>
          <a:noFill/>
          <a:ln cap="flat" cmpd="sng" w="9525">
            <a:solidFill>
              <a:schemeClr val="dk2"/>
            </a:solidFill>
            <a:prstDash val="solid"/>
            <a:round/>
            <a:headEnd len="med" w="med" type="none"/>
            <a:tailEnd len="med" w="med" type="none"/>
          </a:ln>
        </p:spPr>
      </p:cxnSp>
      <p:pic>
        <p:nvPicPr>
          <p:cNvPr descr="Police hat icon / vector graphics (Provided by Getty Images)" id="1782" name="Google Shape;1782;p76"/>
          <p:cNvPicPr preferRelativeResize="0"/>
          <p:nvPr/>
        </p:nvPicPr>
        <p:blipFill rotWithShape="1">
          <a:blip r:embed="rId11">
            <a:alphaModFix/>
          </a:blip>
          <a:srcRect b="14259" l="13020" r="8215" t="12238"/>
          <a:stretch/>
        </p:blipFill>
        <p:spPr>
          <a:xfrm>
            <a:off x="31742" y="1446050"/>
            <a:ext cx="804700" cy="750950"/>
          </a:xfrm>
          <a:prstGeom prst="rect">
            <a:avLst/>
          </a:prstGeom>
          <a:noFill/>
          <a:ln>
            <a:noFill/>
          </a:ln>
        </p:spPr>
      </p:pic>
      <p:sp>
        <p:nvSpPr>
          <p:cNvPr id="1783" name="Google Shape;1783;p76"/>
          <p:cNvSpPr/>
          <p:nvPr/>
        </p:nvSpPr>
        <p:spPr>
          <a:xfrm>
            <a:off x="128090" y="3083724"/>
            <a:ext cx="548700" cy="1037050"/>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1784" name="Google Shape;1784;p76"/>
          <p:cNvCxnSpPr/>
          <p:nvPr/>
        </p:nvCxnSpPr>
        <p:spPr>
          <a:xfrm flipH="1">
            <a:off x="77040" y="4120774"/>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1785" name="Google Shape;1785;p76"/>
          <p:cNvCxnSpPr/>
          <p:nvPr/>
        </p:nvCxnSpPr>
        <p:spPr>
          <a:xfrm>
            <a:off x="550640" y="4120774"/>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1786" name="Google Shape;1786;p76"/>
          <p:cNvCxnSpPr/>
          <p:nvPr/>
        </p:nvCxnSpPr>
        <p:spPr>
          <a:xfrm>
            <a:off x="174517" y="3312250"/>
            <a:ext cx="781200" cy="493200"/>
          </a:xfrm>
          <a:prstGeom prst="straightConnector1">
            <a:avLst/>
          </a:prstGeom>
          <a:noFill/>
          <a:ln cap="flat" cmpd="sng" w="9525">
            <a:solidFill>
              <a:schemeClr val="dk2"/>
            </a:solidFill>
            <a:prstDash val="solid"/>
            <a:round/>
            <a:headEnd len="med" w="med" type="none"/>
            <a:tailEnd len="med" w="med" type="none"/>
          </a:ln>
        </p:spPr>
      </p:cxnSp>
      <p:cxnSp>
        <p:nvCxnSpPr>
          <p:cNvPr id="1787" name="Google Shape;1787;p76"/>
          <p:cNvCxnSpPr/>
          <p:nvPr/>
        </p:nvCxnSpPr>
        <p:spPr>
          <a:xfrm>
            <a:off x="617542" y="3279025"/>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1788" name="Google Shape;1788;p76"/>
          <p:cNvPicPr preferRelativeResize="0"/>
          <p:nvPr/>
        </p:nvPicPr>
        <p:blipFill>
          <a:blip r:embed="rId12">
            <a:alphaModFix/>
          </a:blip>
          <a:stretch>
            <a:fillRect/>
          </a:stretch>
        </p:blipFill>
        <p:spPr>
          <a:xfrm>
            <a:off x="308719" y="3127711"/>
            <a:ext cx="376500" cy="376500"/>
          </a:xfrm>
          <a:prstGeom prst="rect">
            <a:avLst/>
          </a:prstGeom>
          <a:noFill/>
          <a:ln>
            <a:noFill/>
          </a:ln>
        </p:spPr>
      </p:pic>
      <p:pic>
        <p:nvPicPr>
          <p:cNvPr descr="a set of blue water drops on a white background (Provided by Tenor)" id="1789" name="Google Shape;1789;p76"/>
          <p:cNvPicPr preferRelativeResize="0"/>
          <p:nvPr/>
        </p:nvPicPr>
        <p:blipFill>
          <a:blip r:embed="rId13">
            <a:alphaModFix/>
          </a:blip>
          <a:stretch>
            <a:fillRect/>
          </a:stretch>
        </p:blipFill>
        <p:spPr>
          <a:xfrm>
            <a:off x="7352225" y="2279150"/>
            <a:ext cx="294600" cy="294600"/>
          </a:xfrm>
          <a:prstGeom prst="rect">
            <a:avLst/>
          </a:prstGeom>
          <a:noFill/>
          <a:ln>
            <a:noFill/>
          </a:ln>
        </p:spPr>
      </p:pic>
      <p:pic>
        <p:nvPicPr>
          <p:cNvPr descr="Hacksaw (Provided by Getty Images)" id="1790" name="Google Shape;1790;p76"/>
          <p:cNvPicPr preferRelativeResize="0"/>
          <p:nvPr/>
        </p:nvPicPr>
        <p:blipFill rotWithShape="1">
          <a:blip r:embed="rId14">
            <a:alphaModFix/>
          </a:blip>
          <a:srcRect b="27177" l="0" r="0" t="25101"/>
          <a:stretch/>
        </p:blipFill>
        <p:spPr>
          <a:xfrm>
            <a:off x="7297400" y="4212325"/>
            <a:ext cx="1481144" cy="454201"/>
          </a:xfrm>
          <a:prstGeom prst="rect">
            <a:avLst/>
          </a:prstGeom>
          <a:noFill/>
          <a:ln>
            <a:noFill/>
          </a:ln>
        </p:spPr>
      </p:pic>
      <p:pic>
        <p:nvPicPr>
          <p:cNvPr descr="Front View Of A Small Commerical Drone (Provided by Getty Images)" id="1791" name="Google Shape;1791;p76">
            <a:hlinkClick action="ppaction://hlinksldjump" r:id="rId15"/>
          </p:cNvPr>
          <p:cNvPicPr preferRelativeResize="0"/>
          <p:nvPr/>
        </p:nvPicPr>
        <p:blipFill rotWithShape="1">
          <a:blip r:embed="rId16">
            <a:alphaModFix/>
          </a:blip>
          <a:srcRect b="27177" l="5263" r="4313" t="34920"/>
          <a:stretch/>
        </p:blipFill>
        <p:spPr>
          <a:xfrm>
            <a:off x="5392677" y="3213254"/>
            <a:ext cx="1619174" cy="398701"/>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95" name="Shape 1795"/>
        <p:cNvGrpSpPr/>
        <p:nvPr/>
      </p:nvGrpSpPr>
      <p:grpSpPr>
        <a:xfrm>
          <a:off x="0" y="0"/>
          <a:ext cx="0" cy="0"/>
          <a:chOff x="0" y="0"/>
          <a:chExt cx="0" cy="0"/>
        </a:xfrm>
      </p:grpSpPr>
      <p:sp>
        <p:nvSpPr>
          <p:cNvPr id="1796" name="Google Shape;1796;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97" name="Google Shape;1797;p77">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798" name="Google Shape;1798;p77"/>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799" name="Google Shape;1799;p77"/>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800" name="Google Shape;1800;p77"/>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801" name="Google Shape;1801;p77"/>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05" name="Shape 1805"/>
        <p:cNvGrpSpPr/>
        <p:nvPr/>
      </p:nvGrpSpPr>
      <p:grpSpPr>
        <a:xfrm>
          <a:off x="0" y="0"/>
          <a:ext cx="0" cy="0"/>
          <a:chOff x="0" y="0"/>
          <a:chExt cx="0" cy="0"/>
        </a:xfrm>
      </p:grpSpPr>
      <p:sp>
        <p:nvSpPr>
          <p:cNvPr id="1806" name="Google Shape;1806;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07" name="Google Shape;1807;p78">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808" name="Google Shape;1808;p7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809" name="Google Shape;1809;p7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810" name="Google Shape;1810;p7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811" name="Google Shape;1811;p78"/>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cxnSp>
        <p:nvCxnSpPr>
          <p:cNvPr id="1816" name="Google Shape;1816;p79"/>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817" name="Google Shape;1817;p79"/>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18" name="Google Shape;1818;p79"/>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819" name="Google Shape;1819;p79"/>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820" name="Google Shape;1820;p79"/>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821" name="Google Shape;1821;p79"/>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822" name="Google Shape;1822;p79"/>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823" name="Google Shape;1823;p79"/>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824" name="Google Shape;1824;p79"/>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825" name="Google Shape;1825;p79"/>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826" name="Google Shape;1826;p79"/>
          <p:cNvSpPr txBox="1"/>
          <p:nvPr/>
        </p:nvSpPr>
        <p:spPr>
          <a:xfrm>
            <a:off x="-1216852" y="21056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1827" name="Google Shape;1827;p79"/>
          <p:cNvSpPr/>
          <p:nvPr/>
        </p:nvSpPr>
        <p:spPr>
          <a:xfrm rot="1858608">
            <a:off x="2326518" y="696618"/>
            <a:ext cx="451727" cy="415404"/>
          </a:xfrm>
          <a:prstGeom prst="ellipse">
            <a:avLst/>
          </a:prstGeom>
          <a:no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828" name="Google Shape;1828;p79"/>
          <p:cNvCxnSpPr/>
          <p:nvPr/>
        </p:nvCxnSpPr>
        <p:spPr>
          <a:xfrm rot="1859466">
            <a:off x="2396000" y="938466"/>
            <a:ext cx="215574" cy="94565"/>
          </a:xfrm>
          <a:prstGeom prst="curvedConnector3">
            <a:avLst>
              <a:gd fmla="val 83389" name="adj1"/>
            </a:avLst>
          </a:prstGeom>
          <a:noFill/>
          <a:ln cap="flat" cmpd="sng" w="2975">
            <a:solidFill>
              <a:schemeClr val="dk2"/>
            </a:solidFill>
            <a:prstDash val="solid"/>
            <a:round/>
            <a:headEnd len="med" w="med" type="none"/>
            <a:tailEnd len="med" w="med" type="none"/>
          </a:ln>
        </p:spPr>
      </p:cxnSp>
      <p:sp>
        <p:nvSpPr>
          <p:cNvPr id="1829" name="Google Shape;1829;p79"/>
          <p:cNvSpPr/>
          <p:nvPr/>
        </p:nvSpPr>
        <p:spPr>
          <a:xfrm rot="1863910">
            <a:off x="2523299" y="857033"/>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sp>
        <p:nvSpPr>
          <p:cNvPr id="1830" name="Google Shape;1830;p79"/>
          <p:cNvSpPr/>
          <p:nvPr/>
        </p:nvSpPr>
        <p:spPr>
          <a:xfrm rot="847025">
            <a:off x="2306244" y="1087072"/>
            <a:ext cx="231856" cy="461823"/>
          </a:xfrm>
          <a:prstGeom prst="flowChartProcess">
            <a:avLst/>
          </a:prstGeom>
          <a:solidFill>
            <a:srgbClr val="0000FF"/>
          </a:solidFill>
          <a:ln cap="flat" cmpd="sng" w="2975">
            <a:solidFill>
              <a:srgbClr val="FF0000"/>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831" name="Google Shape;1831;p79"/>
          <p:cNvCxnSpPr/>
          <p:nvPr/>
        </p:nvCxnSpPr>
        <p:spPr>
          <a:xfrm flipH="1" rot="-4553741">
            <a:off x="2303792" y="163027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cxnSp>
        <p:nvCxnSpPr>
          <p:cNvPr id="1832" name="Google Shape;1832;p79"/>
          <p:cNvCxnSpPr/>
          <p:nvPr/>
        </p:nvCxnSpPr>
        <p:spPr>
          <a:xfrm rot="10800000">
            <a:off x="2530625" y="1278925"/>
            <a:ext cx="117000" cy="143100"/>
          </a:xfrm>
          <a:prstGeom prst="straightConnector1">
            <a:avLst/>
          </a:prstGeom>
          <a:noFill/>
          <a:ln cap="flat" cmpd="sng" w="2975">
            <a:solidFill>
              <a:schemeClr val="dk2"/>
            </a:solidFill>
            <a:prstDash val="solid"/>
            <a:round/>
            <a:headEnd len="med" w="med" type="none"/>
            <a:tailEnd len="med" w="med" type="none"/>
          </a:ln>
        </p:spPr>
      </p:cxnSp>
      <p:sp>
        <p:nvSpPr>
          <p:cNvPr id="1833" name="Google Shape;1833;p79"/>
          <p:cNvSpPr/>
          <p:nvPr/>
        </p:nvSpPr>
        <p:spPr>
          <a:xfrm rot="1863910">
            <a:off x="2629511" y="857034"/>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pic>
        <p:nvPicPr>
          <p:cNvPr descr="a colorful parachute on a white background with green lines (Provided by Tenor)" id="1834" name="Google Shape;1834;p79"/>
          <p:cNvPicPr preferRelativeResize="0"/>
          <p:nvPr/>
        </p:nvPicPr>
        <p:blipFill>
          <a:blip r:embed="rId3">
            <a:alphaModFix/>
          </a:blip>
          <a:stretch>
            <a:fillRect/>
          </a:stretch>
        </p:blipFill>
        <p:spPr>
          <a:xfrm>
            <a:off x="1061300" y="-576800"/>
            <a:ext cx="2147400" cy="2147400"/>
          </a:xfrm>
          <a:prstGeom prst="rect">
            <a:avLst/>
          </a:prstGeom>
          <a:noFill/>
          <a:ln>
            <a:noFill/>
          </a:ln>
        </p:spPr>
      </p:pic>
      <p:sp>
        <p:nvSpPr>
          <p:cNvPr id="1835" name="Google Shape;1835;p79"/>
          <p:cNvSpPr/>
          <p:nvPr/>
        </p:nvSpPr>
        <p:spPr>
          <a:xfrm rot="1246237">
            <a:off x="1985644" y="929973"/>
            <a:ext cx="337537" cy="600249"/>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36" name="Google Shape;1836;p79"/>
          <p:cNvCxnSpPr/>
          <p:nvPr/>
        </p:nvCxnSpPr>
        <p:spPr>
          <a:xfrm flipH="1" rot="-4553741">
            <a:off x="2183292" y="155692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sp>
        <p:nvSpPr>
          <p:cNvPr id="1837" name="Google Shape;1837;p79"/>
          <p:cNvSpPr/>
          <p:nvPr/>
        </p:nvSpPr>
        <p:spPr>
          <a:xfrm>
            <a:off x="1888606" y="1327556"/>
            <a:ext cx="375300" cy="345300"/>
          </a:xfrm>
          <a:prstGeom prst="ellipse">
            <a:avLst/>
          </a:prstGeom>
          <a:solidFill>
            <a:srgbClr val="FFFFFF"/>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838" name="Google Shape;1838;p79"/>
          <p:cNvCxnSpPr/>
          <p:nvPr/>
        </p:nvCxnSpPr>
        <p:spPr>
          <a:xfrm>
            <a:off x="1986730" y="1539683"/>
            <a:ext cx="179100" cy="78300"/>
          </a:xfrm>
          <a:prstGeom prst="curvedConnector3">
            <a:avLst>
              <a:gd fmla="val 39600" name="adj1"/>
            </a:avLst>
          </a:prstGeom>
          <a:noFill/>
          <a:ln cap="flat" cmpd="sng" w="2475">
            <a:solidFill>
              <a:schemeClr val="dk2"/>
            </a:solidFill>
            <a:prstDash val="solid"/>
            <a:round/>
            <a:headEnd len="med" w="med" type="none"/>
            <a:tailEnd len="med" w="med" type="none"/>
          </a:ln>
        </p:spPr>
      </p:cxnSp>
      <p:sp>
        <p:nvSpPr>
          <p:cNvPr id="1839" name="Google Shape;1839;p79"/>
          <p:cNvSpPr/>
          <p:nvPr/>
        </p:nvSpPr>
        <p:spPr>
          <a:xfrm>
            <a:off x="2025993" y="1421776"/>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840" name="Google Shape;1840;p79"/>
          <p:cNvSpPr/>
          <p:nvPr/>
        </p:nvSpPr>
        <p:spPr>
          <a:xfrm>
            <a:off x="2109393" y="1439750"/>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841" name="Google Shape;1841;p79"/>
          <p:cNvSpPr/>
          <p:nvPr/>
        </p:nvSpPr>
        <p:spPr>
          <a:xfrm>
            <a:off x="1979893" y="1686977"/>
            <a:ext cx="192711" cy="383848"/>
          </a:xfrm>
          <a:prstGeom prst="flowChartProcess">
            <a:avLst/>
          </a:prstGeom>
          <a:solidFill>
            <a:srgbClr val="FF0000"/>
          </a:solidFill>
          <a:ln cap="flat" cmpd="sng" w="2475">
            <a:solidFill>
              <a:srgbClr val="FF0000"/>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842" name="Google Shape;1842;p79"/>
          <p:cNvCxnSpPr/>
          <p:nvPr/>
        </p:nvCxnSpPr>
        <p:spPr>
          <a:xfrm rot="5400000">
            <a:off x="1879590" y="2145525"/>
            <a:ext cx="221100" cy="717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843" name="Google Shape;1843;p79"/>
          <p:cNvCxnSpPr/>
          <p:nvPr/>
        </p:nvCxnSpPr>
        <p:spPr>
          <a:xfrm flipH="1" rot="-5400000">
            <a:off x="2051651" y="2128575"/>
            <a:ext cx="204000" cy="885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844" name="Google Shape;1844;p79"/>
          <p:cNvCxnSpPr>
            <a:stCxn id="1841" idx="3"/>
          </p:cNvCxnSpPr>
          <p:nvPr/>
        </p:nvCxnSpPr>
        <p:spPr>
          <a:xfrm flipH="1" rot="10800000">
            <a:off x="2172604" y="1624501"/>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cowboy hat icon vector outline illustration (Provided by Getty Images)" id="1845" name="Google Shape;1845;p79"/>
          <p:cNvPicPr preferRelativeResize="0"/>
          <p:nvPr/>
        </p:nvPicPr>
        <p:blipFill rotWithShape="1">
          <a:blip r:embed="rId4">
            <a:alphaModFix/>
          </a:blip>
          <a:srcRect b="28376" l="12375" r="10949" t="24332"/>
          <a:stretch/>
        </p:blipFill>
        <p:spPr>
          <a:xfrm>
            <a:off x="1849724" y="1198614"/>
            <a:ext cx="465853" cy="170173"/>
          </a:xfrm>
          <a:prstGeom prst="rect">
            <a:avLst/>
          </a:prstGeom>
          <a:noFill/>
          <a:ln>
            <a:noFill/>
          </a:ln>
        </p:spPr>
      </p:pic>
      <p:cxnSp>
        <p:nvCxnSpPr>
          <p:cNvPr id="1846" name="Google Shape;1846;p79"/>
          <p:cNvCxnSpPr/>
          <p:nvPr/>
        </p:nvCxnSpPr>
        <p:spPr>
          <a:xfrm flipH="1" rot="10800000">
            <a:off x="1946407" y="1667272"/>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a black police interceptor is shown from the side on a white background (Provided by Tenor)" id="1847" name="Google Shape;1847;p79"/>
          <p:cNvPicPr preferRelativeResize="0"/>
          <p:nvPr/>
        </p:nvPicPr>
        <p:blipFill>
          <a:blip r:embed="rId5">
            <a:alphaModFix/>
          </a:blip>
          <a:stretch>
            <a:fillRect/>
          </a:stretch>
        </p:blipFill>
        <p:spPr>
          <a:xfrm flipH="1">
            <a:off x="-1870550" y="3016250"/>
            <a:ext cx="3048000" cy="22860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cxnSp>
        <p:nvCxnSpPr>
          <p:cNvPr id="1852" name="Google Shape;1852;p80"/>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853" name="Google Shape;1853;p80"/>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54" name="Google Shape;1854;p80"/>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855" name="Google Shape;1855;p80"/>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856" name="Google Shape;1856;p80"/>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857" name="Google Shape;1857;p80"/>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858" name="Google Shape;1858;p80"/>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859" name="Google Shape;1859;p80"/>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860" name="Google Shape;1860;p80"/>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861" name="Google Shape;1861;p80"/>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862" name="Google Shape;1862;p80"/>
          <p:cNvSpPr txBox="1"/>
          <p:nvPr/>
        </p:nvSpPr>
        <p:spPr>
          <a:xfrm>
            <a:off x="-1216851" y="2105625"/>
            <a:ext cx="2147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1863" name="Google Shape;1863;p80"/>
          <p:cNvSpPr/>
          <p:nvPr/>
        </p:nvSpPr>
        <p:spPr>
          <a:xfrm rot="1858608">
            <a:off x="5147718" y="1821468"/>
            <a:ext cx="451727" cy="415404"/>
          </a:xfrm>
          <a:prstGeom prst="ellipse">
            <a:avLst/>
          </a:prstGeom>
          <a:no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864" name="Google Shape;1864;p80"/>
          <p:cNvCxnSpPr/>
          <p:nvPr/>
        </p:nvCxnSpPr>
        <p:spPr>
          <a:xfrm rot="1859466">
            <a:off x="5217200" y="2063316"/>
            <a:ext cx="215574" cy="94565"/>
          </a:xfrm>
          <a:prstGeom prst="curvedConnector3">
            <a:avLst>
              <a:gd fmla="val 83389" name="adj1"/>
            </a:avLst>
          </a:prstGeom>
          <a:noFill/>
          <a:ln cap="flat" cmpd="sng" w="2975">
            <a:solidFill>
              <a:schemeClr val="dk2"/>
            </a:solidFill>
            <a:prstDash val="solid"/>
            <a:round/>
            <a:headEnd len="med" w="med" type="none"/>
            <a:tailEnd len="med" w="med" type="none"/>
          </a:ln>
        </p:spPr>
      </p:cxnSp>
      <p:sp>
        <p:nvSpPr>
          <p:cNvPr id="1865" name="Google Shape;1865;p80"/>
          <p:cNvSpPr/>
          <p:nvPr/>
        </p:nvSpPr>
        <p:spPr>
          <a:xfrm rot="1863910">
            <a:off x="5344499" y="1981883"/>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sp>
        <p:nvSpPr>
          <p:cNvPr id="1866" name="Google Shape;1866;p80"/>
          <p:cNvSpPr/>
          <p:nvPr/>
        </p:nvSpPr>
        <p:spPr>
          <a:xfrm rot="847025">
            <a:off x="5127444" y="2211922"/>
            <a:ext cx="231856" cy="461823"/>
          </a:xfrm>
          <a:prstGeom prst="flowChartProcess">
            <a:avLst/>
          </a:prstGeom>
          <a:solidFill>
            <a:srgbClr val="0000FF"/>
          </a:solidFill>
          <a:ln cap="flat" cmpd="sng" w="2975">
            <a:solidFill>
              <a:srgbClr val="FF0000"/>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867" name="Google Shape;1867;p80"/>
          <p:cNvCxnSpPr/>
          <p:nvPr/>
        </p:nvCxnSpPr>
        <p:spPr>
          <a:xfrm flipH="1" rot="-4553741">
            <a:off x="5124992" y="275512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cxnSp>
        <p:nvCxnSpPr>
          <p:cNvPr id="1868" name="Google Shape;1868;p80"/>
          <p:cNvCxnSpPr/>
          <p:nvPr/>
        </p:nvCxnSpPr>
        <p:spPr>
          <a:xfrm rot="10800000">
            <a:off x="5351825" y="2403775"/>
            <a:ext cx="117000" cy="143100"/>
          </a:xfrm>
          <a:prstGeom prst="straightConnector1">
            <a:avLst/>
          </a:prstGeom>
          <a:noFill/>
          <a:ln cap="flat" cmpd="sng" w="2975">
            <a:solidFill>
              <a:schemeClr val="dk2"/>
            </a:solidFill>
            <a:prstDash val="solid"/>
            <a:round/>
            <a:headEnd len="med" w="med" type="none"/>
            <a:tailEnd len="med" w="med" type="none"/>
          </a:ln>
        </p:spPr>
      </p:cxnSp>
      <p:sp>
        <p:nvSpPr>
          <p:cNvPr id="1869" name="Google Shape;1869;p80"/>
          <p:cNvSpPr/>
          <p:nvPr/>
        </p:nvSpPr>
        <p:spPr>
          <a:xfrm rot="1863910">
            <a:off x="5450711" y="1981884"/>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pic>
        <p:nvPicPr>
          <p:cNvPr descr="a colorful parachute on a white background with green lines (Provided by Tenor)" id="1870" name="Google Shape;1870;p80"/>
          <p:cNvPicPr preferRelativeResize="0"/>
          <p:nvPr/>
        </p:nvPicPr>
        <p:blipFill>
          <a:blip r:embed="rId3">
            <a:alphaModFix/>
          </a:blip>
          <a:stretch>
            <a:fillRect/>
          </a:stretch>
        </p:blipFill>
        <p:spPr>
          <a:xfrm>
            <a:off x="3882500" y="548050"/>
            <a:ext cx="2147400" cy="2147400"/>
          </a:xfrm>
          <a:prstGeom prst="rect">
            <a:avLst/>
          </a:prstGeom>
          <a:noFill/>
          <a:ln>
            <a:noFill/>
          </a:ln>
        </p:spPr>
      </p:pic>
      <p:sp>
        <p:nvSpPr>
          <p:cNvPr id="1871" name="Google Shape;1871;p80"/>
          <p:cNvSpPr/>
          <p:nvPr/>
        </p:nvSpPr>
        <p:spPr>
          <a:xfrm rot="1246237">
            <a:off x="4806844" y="2054823"/>
            <a:ext cx="337537" cy="600249"/>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72" name="Google Shape;1872;p80"/>
          <p:cNvCxnSpPr/>
          <p:nvPr/>
        </p:nvCxnSpPr>
        <p:spPr>
          <a:xfrm flipH="1" rot="-4553741">
            <a:off x="5004492" y="268177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sp>
        <p:nvSpPr>
          <p:cNvPr id="1873" name="Google Shape;1873;p80"/>
          <p:cNvSpPr/>
          <p:nvPr/>
        </p:nvSpPr>
        <p:spPr>
          <a:xfrm>
            <a:off x="4709806" y="2452406"/>
            <a:ext cx="375300" cy="345300"/>
          </a:xfrm>
          <a:prstGeom prst="ellipse">
            <a:avLst/>
          </a:prstGeom>
          <a:solidFill>
            <a:srgbClr val="FFFFFF"/>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874" name="Google Shape;1874;p80"/>
          <p:cNvCxnSpPr/>
          <p:nvPr/>
        </p:nvCxnSpPr>
        <p:spPr>
          <a:xfrm>
            <a:off x="4807930" y="2664533"/>
            <a:ext cx="179100" cy="78300"/>
          </a:xfrm>
          <a:prstGeom prst="curvedConnector3">
            <a:avLst>
              <a:gd fmla="val 39600" name="adj1"/>
            </a:avLst>
          </a:prstGeom>
          <a:noFill/>
          <a:ln cap="flat" cmpd="sng" w="2475">
            <a:solidFill>
              <a:schemeClr val="dk2"/>
            </a:solidFill>
            <a:prstDash val="solid"/>
            <a:round/>
            <a:headEnd len="med" w="med" type="none"/>
            <a:tailEnd len="med" w="med" type="none"/>
          </a:ln>
        </p:spPr>
      </p:cxnSp>
      <p:sp>
        <p:nvSpPr>
          <p:cNvPr id="1875" name="Google Shape;1875;p80"/>
          <p:cNvSpPr/>
          <p:nvPr/>
        </p:nvSpPr>
        <p:spPr>
          <a:xfrm>
            <a:off x="4847193" y="2546626"/>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876" name="Google Shape;1876;p80"/>
          <p:cNvSpPr/>
          <p:nvPr/>
        </p:nvSpPr>
        <p:spPr>
          <a:xfrm>
            <a:off x="4930593" y="2564600"/>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877" name="Google Shape;1877;p80"/>
          <p:cNvSpPr/>
          <p:nvPr/>
        </p:nvSpPr>
        <p:spPr>
          <a:xfrm>
            <a:off x="4801093" y="2811827"/>
            <a:ext cx="192711" cy="383848"/>
          </a:xfrm>
          <a:prstGeom prst="flowChartProcess">
            <a:avLst/>
          </a:prstGeom>
          <a:solidFill>
            <a:srgbClr val="FF0000"/>
          </a:solidFill>
          <a:ln cap="flat" cmpd="sng" w="2475">
            <a:solidFill>
              <a:srgbClr val="FF0000"/>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878" name="Google Shape;1878;p80"/>
          <p:cNvCxnSpPr/>
          <p:nvPr/>
        </p:nvCxnSpPr>
        <p:spPr>
          <a:xfrm rot="5400000">
            <a:off x="4700790" y="3270375"/>
            <a:ext cx="221100" cy="717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879" name="Google Shape;1879;p80"/>
          <p:cNvCxnSpPr/>
          <p:nvPr/>
        </p:nvCxnSpPr>
        <p:spPr>
          <a:xfrm flipH="1" rot="-5400000">
            <a:off x="4872851" y="3253425"/>
            <a:ext cx="204000" cy="885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880" name="Google Shape;1880;p80"/>
          <p:cNvCxnSpPr>
            <a:stCxn id="1877" idx="3"/>
          </p:cNvCxnSpPr>
          <p:nvPr/>
        </p:nvCxnSpPr>
        <p:spPr>
          <a:xfrm flipH="1" rot="10800000">
            <a:off x="4993804" y="2749351"/>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cowboy hat icon vector outline illustration (Provided by Getty Images)" id="1881" name="Google Shape;1881;p80"/>
          <p:cNvPicPr preferRelativeResize="0"/>
          <p:nvPr/>
        </p:nvPicPr>
        <p:blipFill rotWithShape="1">
          <a:blip r:embed="rId4">
            <a:alphaModFix/>
          </a:blip>
          <a:srcRect b="28376" l="12375" r="10949" t="24332"/>
          <a:stretch/>
        </p:blipFill>
        <p:spPr>
          <a:xfrm>
            <a:off x="4670924" y="2323464"/>
            <a:ext cx="465853" cy="170173"/>
          </a:xfrm>
          <a:prstGeom prst="rect">
            <a:avLst/>
          </a:prstGeom>
          <a:noFill/>
          <a:ln>
            <a:noFill/>
          </a:ln>
        </p:spPr>
      </p:pic>
      <p:cxnSp>
        <p:nvCxnSpPr>
          <p:cNvPr id="1882" name="Google Shape;1882;p80"/>
          <p:cNvCxnSpPr/>
          <p:nvPr/>
        </p:nvCxnSpPr>
        <p:spPr>
          <a:xfrm flipH="1" rot="10800000">
            <a:off x="4767607" y="2792122"/>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a black police interceptor is shown from the side on a white background (Provided by Tenor)" id="1883" name="Google Shape;1883;p80"/>
          <p:cNvPicPr preferRelativeResize="0"/>
          <p:nvPr/>
        </p:nvPicPr>
        <p:blipFill>
          <a:blip r:embed="rId5">
            <a:alphaModFix/>
          </a:blip>
          <a:stretch>
            <a:fillRect/>
          </a:stretch>
        </p:blipFill>
        <p:spPr>
          <a:xfrm flipH="1">
            <a:off x="2609525" y="3209800"/>
            <a:ext cx="3048000" cy="2286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cxnSp>
        <p:nvCxnSpPr>
          <p:cNvPr id="1888" name="Google Shape;1888;p81"/>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889" name="Google Shape;1889;p81"/>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90" name="Google Shape;1890;p81"/>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891" name="Google Shape;1891;p81"/>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892" name="Google Shape;1892;p81"/>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893" name="Google Shape;1893;p81"/>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894" name="Google Shape;1894;p81"/>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895" name="Google Shape;1895;p81"/>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896" name="Google Shape;1896;p81"/>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897" name="Google Shape;1897;p81"/>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898" name="Google Shape;1898;p81"/>
          <p:cNvSpPr txBox="1"/>
          <p:nvPr/>
        </p:nvSpPr>
        <p:spPr>
          <a:xfrm>
            <a:off x="-1216851" y="2105625"/>
            <a:ext cx="2147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1899" name="Google Shape;1899;p81"/>
          <p:cNvSpPr/>
          <p:nvPr/>
        </p:nvSpPr>
        <p:spPr>
          <a:xfrm rot="1858608">
            <a:off x="5936143" y="2656043"/>
            <a:ext cx="451727" cy="415404"/>
          </a:xfrm>
          <a:prstGeom prst="ellipse">
            <a:avLst/>
          </a:prstGeom>
          <a:no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900" name="Google Shape;1900;p81"/>
          <p:cNvCxnSpPr/>
          <p:nvPr/>
        </p:nvCxnSpPr>
        <p:spPr>
          <a:xfrm rot="1859466">
            <a:off x="6005625" y="2897891"/>
            <a:ext cx="215574" cy="94565"/>
          </a:xfrm>
          <a:prstGeom prst="curvedConnector3">
            <a:avLst>
              <a:gd fmla="val 83389" name="adj1"/>
            </a:avLst>
          </a:prstGeom>
          <a:noFill/>
          <a:ln cap="flat" cmpd="sng" w="2975">
            <a:solidFill>
              <a:schemeClr val="dk2"/>
            </a:solidFill>
            <a:prstDash val="solid"/>
            <a:round/>
            <a:headEnd len="med" w="med" type="none"/>
            <a:tailEnd len="med" w="med" type="none"/>
          </a:ln>
        </p:spPr>
      </p:cxnSp>
      <p:sp>
        <p:nvSpPr>
          <p:cNvPr id="1901" name="Google Shape;1901;p81"/>
          <p:cNvSpPr/>
          <p:nvPr/>
        </p:nvSpPr>
        <p:spPr>
          <a:xfrm rot="1863910">
            <a:off x="6143166" y="2831821"/>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sp>
        <p:nvSpPr>
          <p:cNvPr id="1902" name="Google Shape;1902;p81"/>
          <p:cNvSpPr/>
          <p:nvPr/>
        </p:nvSpPr>
        <p:spPr>
          <a:xfrm rot="847025">
            <a:off x="5915869" y="3046497"/>
            <a:ext cx="231856" cy="461823"/>
          </a:xfrm>
          <a:prstGeom prst="flowChartProcess">
            <a:avLst/>
          </a:prstGeom>
          <a:solidFill>
            <a:srgbClr val="0000FF"/>
          </a:solidFill>
          <a:ln cap="flat" cmpd="sng" w="2975">
            <a:solidFill>
              <a:srgbClr val="FF0000"/>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903" name="Google Shape;1903;p81"/>
          <p:cNvCxnSpPr/>
          <p:nvPr/>
        </p:nvCxnSpPr>
        <p:spPr>
          <a:xfrm flipH="1" rot="-4553741">
            <a:off x="5913417" y="3589700"/>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cxnSp>
        <p:nvCxnSpPr>
          <p:cNvPr id="1904" name="Google Shape;1904;p81"/>
          <p:cNvCxnSpPr/>
          <p:nvPr/>
        </p:nvCxnSpPr>
        <p:spPr>
          <a:xfrm rot="10800000">
            <a:off x="6140250" y="3238350"/>
            <a:ext cx="117000" cy="143100"/>
          </a:xfrm>
          <a:prstGeom prst="straightConnector1">
            <a:avLst/>
          </a:prstGeom>
          <a:noFill/>
          <a:ln cap="flat" cmpd="sng" w="2975">
            <a:solidFill>
              <a:schemeClr val="dk2"/>
            </a:solidFill>
            <a:prstDash val="solid"/>
            <a:round/>
            <a:headEnd len="med" w="med" type="none"/>
            <a:tailEnd len="med" w="med" type="none"/>
          </a:ln>
        </p:spPr>
      </p:cxnSp>
      <p:sp>
        <p:nvSpPr>
          <p:cNvPr id="1905" name="Google Shape;1905;p81"/>
          <p:cNvSpPr/>
          <p:nvPr/>
        </p:nvSpPr>
        <p:spPr>
          <a:xfrm rot="1863910">
            <a:off x="6239136" y="2831822"/>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pic>
        <p:nvPicPr>
          <p:cNvPr descr="a colorful parachute on a white background with green lines (Provided by Tenor)" id="1906" name="Google Shape;1906;p81"/>
          <p:cNvPicPr preferRelativeResize="0"/>
          <p:nvPr/>
        </p:nvPicPr>
        <p:blipFill>
          <a:blip r:embed="rId3">
            <a:alphaModFix/>
          </a:blip>
          <a:stretch>
            <a:fillRect/>
          </a:stretch>
        </p:blipFill>
        <p:spPr>
          <a:xfrm>
            <a:off x="4770025" y="1302400"/>
            <a:ext cx="2147400" cy="2147400"/>
          </a:xfrm>
          <a:prstGeom prst="rect">
            <a:avLst/>
          </a:prstGeom>
          <a:noFill/>
          <a:ln>
            <a:noFill/>
          </a:ln>
        </p:spPr>
      </p:pic>
      <p:sp>
        <p:nvSpPr>
          <p:cNvPr id="1907" name="Google Shape;1907;p81"/>
          <p:cNvSpPr/>
          <p:nvPr/>
        </p:nvSpPr>
        <p:spPr>
          <a:xfrm rot="1246237">
            <a:off x="5595269" y="2889398"/>
            <a:ext cx="337537" cy="600249"/>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08" name="Google Shape;1908;p81"/>
          <p:cNvCxnSpPr/>
          <p:nvPr/>
        </p:nvCxnSpPr>
        <p:spPr>
          <a:xfrm flipH="1" rot="-4553741">
            <a:off x="5792917" y="3516350"/>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sp>
        <p:nvSpPr>
          <p:cNvPr id="1909" name="Google Shape;1909;p81"/>
          <p:cNvSpPr/>
          <p:nvPr/>
        </p:nvSpPr>
        <p:spPr>
          <a:xfrm>
            <a:off x="5498231" y="3286981"/>
            <a:ext cx="375300" cy="345300"/>
          </a:xfrm>
          <a:prstGeom prst="ellipse">
            <a:avLst/>
          </a:prstGeom>
          <a:solidFill>
            <a:srgbClr val="FFFFFF"/>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910" name="Google Shape;1910;p81"/>
          <p:cNvCxnSpPr/>
          <p:nvPr/>
        </p:nvCxnSpPr>
        <p:spPr>
          <a:xfrm>
            <a:off x="5596355" y="3499107"/>
            <a:ext cx="179100" cy="78300"/>
          </a:xfrm>
          <a:prstGeom prst="curvedConnector3">
            <a:avLst>
              <a:gd fmla="val 39600" name="adj1"/>
            </a:avLst>
          </a:prstGeom>
          <a:noFill/>
          <a:ln cap="flat" cmpd="sng" w="2475">
            <a:solidFill>
              <a:schemeClr val="dk2"/>
            </a:solidFill>
            <a:prstDash val="solid"/>
            <a:round/>
            <a:headEnd len="med" w="med" type="none"/>
            <a:tailEnd len="med" w="med" type="none"/>
          </a:ln>
        </p:spPr>
      </p:cxnSp>
      <p:sp>
        <p:nvSpPr>
          <p:cNvPr id="1911" name="Google Shape;1911;p81"/>
          <p:cNvSpPr/>
          <p:nvPr/>
        </p:nvSpPr>
        <p:spPr>
          <a:xfrm>
            <a:off x="5656102" y="3401685"/>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912" name="Google Shape;1912;p81"/>
          <p:cNvSpPr/>
          <p:nvPr/>
        </p:nvSpPr>
        <p:spPr>
          <a:xfrm>
            <a:off x="5734381" y="3414538"/>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913" name="Google Shape;1913;p81"/>
          <p:cNvSpPr/>
          <p:nvPr/>
        </p:nvSpPr>
        <p:spPr>
          <a:xfrm>
            <a:off x="5589518" y="3646402"/>
            <a:ext cx="192711" cy="383848"/>
          </a:xfrm>
          <a:prstGeom prst="flowChartProcess">
            <a:avLst/>
          </a:prstGeom>
          <a:solidFill>
            <a:srgbClr val="FF0000"/>
          </a:solidFill>
          <a:ln cap="flat" cmpd="sng" w="2475">
            <a:solidFill>
              <a:srgbClr val="FF0000"/>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914" name="Google Shape;1914;p81"/>
          <p:cNvCxnSpPr/>
          <p:nvPr/>
        </p:nvCxnSpPr>
        <p:spPr>
          <a:xfrm rot="5400000">
            <a:off x="5489215" y="4104950"/>
            <a:ext cx="221100" cy="717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915" name="Google Shape;1915;p81"/>
          <p:cNvCxnSpPr/>
          <p:nvPr/>
        </p:nvCxnSpPr>
        <p:spPr>
          <a:xfrm flipH="1" rot="-5400000">
            <a:off x="5661276" y="4088000"/>
            <a:ext cx="204000" cy="885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916" name="Google Shape;1916;p81"/>
          <p:cNvCxnSpPr>
            <a:stCxn id="1913" idx="3"/>
          </p:cNvCxnSpPr>
          <p:nvPr/>
        </p:nvCxnSpPr>
        <p:spPr>
          <a:xfrm flipH="1" rot="10800000">
            <a:off x="5782229" y="3583926"/>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cowboy hat icon vector outline illustration (Provided by Getty Images)" id="1917" name="Google Shape;1917;p81"/>
          <p:cNvPicPr preferRelativeResize="0"/>
          <p:nvPr/>
        </p:nvPicPr>
        <p:blipFill rotWithShape="1">
          <a:blip r:embed="rId4">
            <a:alphaModFix/>
          </a:blip>
          <a:srcRect b="28376" l="12375" r="10949" t="24332"/>
          <a:stretch/>
        </p:blipFill>
        <p:spPr>
          <a:xfrm>
            <a:off x="5459349" y="3158039"/>
            <a:ext cx="465853" cy="170173"/>
          </a:xfrm>
          <a:prstGeom prst="rect">
            <a:avLst/>
          </a:prstGeom>
          <a:noFill/>
          <a:ln>
            <a:noFill/>
          </a:ln>
        </p:spPr>
      </p:pic>
      <p:cxnSp>
        <p:nvCxnSpPr>
          <p:cNvPr id="1918" name="Google Shape;1918;p81"/>
          <p:cNvCxnSpPr/>
          <p:nvPr/>
        </p:nvCxnSpPr>
        <p:spPr>
          <a:xfrm flipH="1" rot="10800000">
            <a:off x="5556032" y="3626697"/>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a black police interceptor is shown from the side on a white background (Provided by Tenor)" id="1919" name="Google Shape;1919;p81"/>
          <p:cNvPicPr preferRelativeResize="0"/>
          <p:nvPr/>
        </p:nvPicPr>
        <p:blipFill rotWithShape="1">
          <a:blip r:embed="rId5">
            <a:alphaModFix/>
          </a:blip>
          <a:srcRect b="0" l="0" r="0" t="20930"/>
          <a:stretch/>
        </p:blipFill>
        <p:spPr>
          <a:xfrm flipH="1">
            <a:off x="4670925" y="3688300"/>
            <a:ext cx="3048000" cy="1807500"/>
          </a:xfrm>
          <a:prstGeom prst="rect">
            <a:avLst/>
          </a:prstGeom>
          <a:noFill/>
          <a:ln>
            <a:noFill/>
          </a:ln>
        </p:spPr>
      </p:pic>
      <p:sp>
        <p:nvSpPr>
          <p:cNvPr id="1920" name="Google Shape;1920;p81"/>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1921" name="Google Shape;1921;p81"/>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1922" name="Google Shape;1922;p81"/>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3" name="Google Shape;1923;p81"/>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1924" name="Google Shape;1924;p81"/>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 parachute was too slow.</a:t>
            </a:r>
            <a:endParaRPr/>
          </a:p>
        </p:txBody>
      </p:sp>
      <p:sp>
        <p:nvSpPr>
          <p:cNvPr id="1925" name="Google Shape;1925;p81">
            <a:hlinkClick action="ppaction://hlinksldjump" r:id="rId6"/>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29" name="Shape 1929"/>
        <p:cNvGrpSpPr/>
        <p:nvPr/>
      </p:nvGrpSpPr>
      <p:grpSpPr>
        <a:xfrm>
          <a:off x="0" y="0"/>
          <a:ext cx="0" cy="0"/>
          <a:chOff x="0" y="0"/>
          <a:chExt cx="0" cy="0"/>
        </a:xfrm>
      </p:grpSpPr>
      <p:sp>
        <p:nvSpPr>
          <p:cNvPr id="1930" name="Google Shape;1930;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31" name="Google Shape;1931;p82">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932" name="Google Shape;1932;p8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933" name="Google Shape;1933;p8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934" name="Google Shape;1934;p8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935" name="Google Shape;1935;p82"/>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39" name="Shape 1939"/>
        <p:cNvGrpSpPr/>
        <p:nvPr/>
      </p:nvGrpSpPr>
      <p:grpSpPr>
        <a:xfrm>
          <a:off x="0" y="0"/>
          <a:ext cx="0" cy="0"/>
          <a:chOff x="0" y="0"/>
          <a:chExt cx="0" cy="0"/>
        </a:xfrm>
      </p:grpSpPr>
      <p:sp>
        <p:nvSpPr>
          <p:cNvPr id="1940" name="Google Shape;1940;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41" name="Google Shape;1941;p83">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1942" name="Google Shape;1942;p8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1943" name="Google Shape;1943;p8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1944" name="Google Shape;1944;p8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1945" name="Google Shape;1945;p83"/>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9" name="Shape 1949"/>
        <p:cNvGrpSpPr/>
        <p:nvPr/>
      </p:nvGrpSpPr>
      <p:grpSpPr>
        <a:xfrm>
          <a:off x="0" y="0"/>
          <a:ext cx="0" cy="0"/>
          <a:chOff x="0" y="0"/>
          <a:chExt cx="0" cy="0"/>
        </a:xfrm>
      </p:grpSpPr>
      <p:cxnSp>
        <p:nvCxnSpPr>
          <p:cNvPr id="1950" name="Google Shape;1950;p84"/>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951" name="Google Shape;1951;p84"/>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52" name="Google Shape;1952;p84"/>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953" name="Google Shape;1953;p84"/>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954" name="Google Shape;1954;p84"/>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955" name="Google Shape;1955;p84"/>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956" name="Google Shape;1956;p84"/>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957" name="Google Shape;1957;p84"/>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958" name="Google Shape;1958;p84"/>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959" name="Google Shape;1959;p84"/>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960" name="Google Shape;1960;p84"/>
          <p:cNvSpPr txBox="1"/>
          <p:nvPr/>
        </p:nvSpPr>
        <p:spPr>
          <a:xfrm>
            <a:off x="-1216850" y="2105625"/>
            <a:ext cx="2278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1961" name="Google Shape;1961;p84"/>
          <p:cNvSpPr/>
          <p:nvPr/>
        </p:nvSpPr>
        <p:spPr>
          <a:xfrm rot="1858608">
            <a:off x="4042818" y="615068"/>
            <a:ext cx="451727" cy="415404"/>
          </a:xfrm>
          <a:prstGeom prst="ellipse">
            <a:avLst/>
          </a:prstGeom>
          <a:no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962" name="Google Shape;1962;p84"/>
          <p:cNvCxnSpPr/>
          <p:nvPr/>
        </p:nvCxnSpPr>
        <p:spPr>
          <a:xfrm rot="1859466">
            <a:off x="4112300" y="856916"/>
            <a:ext cx="215574" cy="94565"/>
          </a:xfrm>
          <a:prstGeom prst="curvedConnector3">
            <a:avLst>
              <a:gd fmla="val 83389" name="adj1"/>
            </a:avLst>
          </a:prstGeom>
          <a:noFill/>
          <a:ln cap="flat" cmpd="sng" w="2975">
            <a:solidFill>
              <a:schemeClr val="dk2"/>
            </a:solidFill>
            <a:prstDash val="solid"/>
            <a:round/>
            <a:headEnd len="med" w="med" type="none"/>
            <a:tailEnd len="med" w="med" type="none"/>
          </a:ln>
        </p:spPr>
      </p:cxnSp>
      <p:sp>
        <p:nvSpPr>
          <p:cNvPr id="1963" name="Google Shape;1963;p84"/>
          <p:cNvSpPr/>
          <p:nvPr/>
        </p:nvSpPr>
        <p:spPr>
          <a:xfrm rot="1863910">
            <a:off x="4266924" y="714758"/>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sp>
        <p:nvSpPr>
          <p:cNvPr id="1964" name="Google Shape;1964;p84"/>
          <p:cNvSpPr/>
          <p:nvPr/>
        </p:nvSpPr>
        <p:spPr>
          <a:xfrm rot="847025">
            <a:off x="4022544" y="1005522"/>
            <a:ext cx="231856" cy="461823"/>
          </a:xfrm>
          <a:prstGeom prst="flowChartProcess">
            <a:avLst/>
          </a:prstGeom>
          <a:solidFill>
            <a:srgbClr val="0000FF"/>
          </a:solidFill>
          <a:ln cap="flat" cmpd="sng" w="2975">
            <a:solidFill>
              <a:srgbClr val="FF0000"/>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965" name="Google Shape;1965;p84"/>
          <p:cNvCxnSpPr/>
          <p:nvPr/>
        </p:nvCxnSpPr>
        <p:spPr>
          <a:xfrm flipH="1" rot="-4553741">
            <a:off x="4020092" y="154872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cxnSp>
        <p:nvCxnSpPr>
          <p:cNvPr id="1966" name="Google Shape;1966;p84"/>
          <p:cNvCxnSpPr/>
          <p:nvPr/>
        </p:nvCxnSpPr>
        <p:spPr>
          <a:xfrm flipH="1">
            <a:off x="4246950" y="706400"/>
            <a:ext cx="363300" cy="491100"/>
          </a:xfrm>
          <a:prstGeom prst="straightConnector1">
            <a:avLst/>
          </a:prstGeom>
          <a:noFill/>
          <a:ln cap="flat" cmpd="sng" w="2975">
            <a:solidFill>
              <a:schemeClr val="dk2"/>
            </a:solidFill>
            <a:prstDash val="solid"/>
            <a:round/>
            <a:headEnd len="med" w="med" type="none"/>
            <a:tailEnd len="med" w="med" type="none"/>
          </a:ln>
        </p:spPr>
      </p:cxnSp>
      <p:sp>
        <p:nvSpPr>
          <p:cNvPr id="1967" name="Google Shape;1967;p84"/>
          <p:cNvSpPr/>
          <p:nvPr/>
        </p:nvSpPr>
        <p:spPr>
          <a:xfrm rot="1863910">
            <a:off x="4365036" y="747059"/>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968" name="Google Shape;1968;p84"/>
          <p:cNvCxnSpPr/>
          <p:nvPr/>
        </p:nvCxnSpPr>
        <p:spPr>
          <a:xfrm flipH="1" rot="-4553741">
            <a:off x="3899592" y="147537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sp>
        <p:nvSpPr>
          <p:cNvPr id="1969" name="Google Shape;1969;p84"/>
          <p:cNvSpPr/>
          <p:nvPr/>
        </p:nvSpPr>
        <p:spPr>
          <a:xfrm>
            <a:off x="3604906" y="1246006"/>
            <a:ext cx="375300" cy="345300"/>
          </a:xfrm>
          <a:prstGeom prst="ellipse">
            <a:avLst/>
          </a:prstGeom>
          <a:solidFill>
            <a:srgbClr val="FFFFFF"/>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970" name="Google Shape;1970;p84"/>
          <p:cNvCxnSpPr/>
          <p:nvPr/>
        </p:nvCxnSpPr>
        <p:spPr>
          <a:xfrm>
            <a:off x="3703030" y="1458133"/>
            <a:ext cx="179100" cy="78300"/>
          </a:xfrm>
          <a:prstGeom prst="curvedConnector3">
            <a:avLst>
              <a:gd fmla="val 17739" name="adj1"/>
            </a:avLst>
          </a:prstGeom>
          <a:noFill/>
          <a:ln cap="flat" cmpd="sng" w="2475">
            <a:solidFill>
              <a:schemeClr val="dk2"/>
            </a:solidFill>
            <a:prstDash val="solid"/>
            <a:round/>
            <a:headEnd len="med" w="med" type="none"/>
            <a:tailEnd len="med" w="med" type="none"/>
          </a:ln>
        </p:spPr>
      </p:cxnSp>
      <p:sp>
        <p:nvSpPr>
          <p:cNvPr id="1971" name="Google Shape;1971;p84"/>
          <p:cNvSpPr/>
          <p:nvPr/>
        </p:nvSpPr>
        <p:spPr>
          <a:xfrm>
            <a:off x="3768393" y="1333539"/>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972" name="Google Shape;1972;p84"/>
          <p:cNvSpPr/>
          <p:nvPr/>
        </p:nvSpPr>
        <p:spPr>
          <a:xfrm>
            <a:off x="3841456" y="1340225"/>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1973" name="Google Shape;1973;p84"/>
          <p:cNvSpPr/>
          <p:nvPr/>
        </p:nvSpPr>
        <p:spPr>
          <a:xfrm>
            <a:off x="3696193" y="1605427"/>
            <a:ext cx="192711" cy="383848"/>
          </a:xfrm>
          <a:prstGeom prst="flowChartProcess">
            <a:avLst/>
          </a:prstGeom>
          <a:solidFill>
            <a:srgbClr val="FF0000"/>
          </a:solidFill>
          <a:ln cap="flat" cmpd="sng" w="2475">
            <a:solidFill>
              <a:srgbClr val="FF0000"/>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1974" name="Google Shape;1974;p84"/>
          <p:cNvCxnSpPr/>
          <p:nvPr/>
        </p:nvCxnSpPr>
        <p:spPr>
          <a:xfrm rot="5400000">
            <a:off x="3621490" y="2059783"/>
            <a:ext cx="221100" cy="717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975" name="Google Shape;1975;p84"/>
          <p:cNvCxnSpPr/>
          <p:nvPr/>
        </p:nvCxnSpPr>
        <p:spPr>
          <a:xfrm flipH="1" rot="-5400000">
            <a:off x="3767951" y="2047025"/>
            <a:ext cx="204000" cy="885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1976" name="Google Shape;1976;p84"/>
          <p:cNvCxnSpPr>
            <a:stCxn id="1973" idx="3"/>
          </p:cNvCxnSpPr>
          <p:nvPr/>
        </p:nvCxnSpPr>
        <p:spPr>
          <a:xfrm flipH="1" rot="10800000">
            <a:off x="3888904" y="1542951"/>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cowboy hat icon vector outline illustration (Provided by Getty Images)" id="1977" name="Google Shape;1977;p84"/>
          <p:cNvPicPr preferRelativeResize="0"/>
          <p:nvPr/>
        </p:nvPicPr>
        <p:blipFill rotWithShape="1">
          <a:blip r:embed="rId3">
            <a:alphaModFix/>
          </a:blip>
          <a:srcRect b="28376" l="12375" r="10949" t="24332"/>
          <a:stretch/>
        </p:blipFill>
        <p:spPr>
          <a:xfrm>
            <a:off x="3566024" y="1117064"/>
            <a:ext cx="465853" cy="170173"/>
          </a:xfrm>
          <a:prstGeom prst="rect">
            <a:avLst/>
          </a:prstGeom>
          <a:noFill/>
          <a:ln>
            <a:noFill/>
          </a:ln>
        </p:spPr>
      </p:pic>
      <p:cxnSp>
        <p:nvCxnSpPr>
          <p:cNvPr id="1978" name="Google Shape;1978;p84"/>
          <p:cNvCxnSpPr/>
          <p:nvPr/>
        </p:nvCxnSpPr>
        <p:spPr>
          <a:xfrm flipH="1" rot="10800000">
            <a:off x="3662707" y="1585722"/>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a black police interceptor is shown from the side on a white background (Provided by Tenor)" id="1979" name="Google Shape;1979;p84"/>
          <p:cNvPicPr preferRelativeResize="0"/>
          <p:nvPr/>
        </p:nvPicPr>
        <p:blipFill>
          <a:blip r:embed="rId4">
            <a:alphaModFix/>
          </a:blip>
          <a:stretch>
            <a:fillRect/>
          </a:stretch>
        </p:blipFill>
        <p:spPr>
          <a:xfrm flipH="1">
            <a:off x="-1870550" y="3016250"/>
            <a:ext cx="3048000" cy="2286000"/>
          </a:xfrm>
          <a:prstGeom prst="rect">
            <a:avLst/>
          </a:prstGeom>
          <a:noFill/>
          <a:ln>
            <a:noFill/>
          </a:ln>
        </p:spPr>
      </p:pic>
      <p:pic>
        <p:nvPicPr>
          <p:cNvPr id="1980" name="Google Shape;1980;p84"/>
          <p:cNvPicPr preferRelativeResize="0"/>
          <p:nvPr/>
        </p:nvPicPr>
        <p:blipFill rotWithShape="1">
          <a:blip r:embed="rId5">
            <a:alphaModFix/>
          </a:blip>
          <a:srcRect b="31859" l="4802" r="2665" t="30508"/>
          <a:stretch/>
        </p:blipFill>
        <p:spPr>
          <a:xfrm>
            <a:off x="3790600" y="156900"/>
            <a:ext cx="1240347" cy="504425"/>
          </a:xfrm>
          <a:prstGeom prst="rect">
            <a:avLst/>
          </a:prstGeom>
          <a:noFill/>
          <a:ln>
            <a:noFill/>
          </a:ln>
        </p:spPr>
      </p:pic>
      <p:cxnSp>
        <p:nvCxnSpPr>
          <p:cNvPr id="1981" name="Google Shape;1981;p84"/>
          <p:cNvCxnSpPr/>
          <p:nvPr/>
        </p:nvCxnSpPr>
        <p:spPr>
          <a:xfrm flipH="1">
            <a:off x="4038575" y="646075"/>
            <a:ext cx="39600" cy="534000"/>
          </a:xfrm>
          <a:prstGeom prst="straightConnector1">
            <a:avLst/>
          </a:prstGeom>
          <a:noFill/>
          <a:ln cap="flat" cmpd="sng" w="2975">
            <a:solidFill>
              <a:schemeClr val="dk2"/>
            </a:solidFill>
            <a:prstDash val="solid"/>
            <a:round/>
            <a:headEnd len="med" w="med" type="none"/>
            <a:tailEnd len="med" w="med" type="non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5" name="Shape 1985"/>
        <p:cNvGrpSpPr/>
        <p:nvPr/>
      </p:nvGrpSpPr>
      <p:grpSpPr>
        <a:xfrm>
          <a:off x="0" y="0"/>
          <a:ext cx="0" cy="0"/>
          <a:chOff x="0" y="0"/>
          <a:chExt cx="0" cy="0"/>
        </a:xfrm>
      </p:grpSpPr>
      <p:cxnSp>
        <p:nvCxnSpPr>
          <p:cNvPr id="1986" name="Google Shape;1986;p85"/>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1987" name="Google Shape;1987;p85"/>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88" name="Google Shape;1988;p85"/>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1989" name="Google Shape;1989;p85"/>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1990" name="Google Shape;1990;p85"/>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1991" name="Google Shape;1991;p85"/>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1992" name="Google Shape;1992;p85"/>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1993" name="Google Shape;1993;p85"/>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1994" name="Google Shape;1994;p85"/>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1995" name="Google Shape;1995;p85"/>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1996" name="Google Shape;1996;p85"/>
          <p:cNvSpPr txBox="1"/>
          <p:nvPr/>
        </p:nvSpPr>
        <p:spPr>
          <a:xfrm>
            <a:off x="-1216850" y="2105625"/>
            <a:ext cx="2278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1997" name="Google Shape;1997;p85"/>
          <p:cNvSpPr/>
          <p:nvPr/>
        </p:nvSpPr>
        <p:spPr>
          <a:xfrm rot="1858608">
            <a:off x="6317743" y="615068"/>
            <a:ext cx="451727" cy="415404"/>
          </a:xfrm>
          <a:prstGeom prst="ellipse">
            <a:avLst/>
          </a:prstGeom>
          <a:no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1998" name="Google Shape;1998;p85"/>
          <p:cNvCxnSpPr/>
          <p:nvPr/>
        </p:nvCxnSpPr>
        <p:spPr>
          <a:xfrm rot="1859466">
            <a:off x="6387225" y="856916"/>
            <a:ext cx="215574" cy="94565"/>
          </a:xfrm>
          <a:prstGeom prst="curvedConnector3">
            <a:avLst>
              <a:gd fmla="val 83389" name="adj1"/>
            </a:avLst>
          </a:prstGeom>
          <a:noFill/>
          <a:ln cap="flat" cmpd="sng" w="2975">
            <a:solidFill>
              <a:schemeClr val="dk2"/>
            </a:solidFill>
            <a:prstDash val="solid"/>
            <a:round/>
            <a:headEnd len="med" w="med" type="none"/>
            <a:tailEnd len="med" w="med" type="none"/>
          </a:ln>
        </p:spPr>
      </p:cxnSp>
      <p:sp>
        <p:nvSpPr>
          <p:cNvPr id="1999" name="Google Shape;1999;p85"/>
          <p:cNvSpPr/>
          <p:nvPr/>
        </p:nvSpPr>
        <p:spPr>
          <a:xfrm rot="1863910">
            <a:off x="6541849" y="714758"/>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sp>
        <p:nvSpPr>
          <p:cNvPr id="2000" name="Google Shape;2000;p85"/>
          <p:cNvSpPr/>
          <p:nvPr/>
        </p:nvSpPr>
        <p:spPr>
          <a:xfrm rot="847025">
            <a:off x="6297469" y="1005522"/>
            <a:ext cx="231856" cy="461823"/>
          </a:xfrm>
          <a:prstGeom prst="flowChartProcess">
            <a:avLst/>
          </a:prstGeom>
          <a:solidFill>
            <a:srgbClr val="0000FF"/>
          </a:solidFill>
          <a:ln cap="flat" cmpd="sng" w="2975">
            <a:solidFill>
              <a:srgbClr val="FF0000"/>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2001" name="Google Shape;2001;p85"/>
          <p:cNvCxnSpPr/>
          <p:nvPr/>
        </p:nvCxnSpPr>
        <p:spPr>
          <a:xfrm flipH="1" rot="-4553741">
            <a:off x="6295017" y="154872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cxnSp>
        <p:nvCxnSpPr>
          <p:cNvPr id="2002" name="Google Shape;2002;p85"/>
          <p:cNvCxnSpPr/>
          <p:nvPr/>
        </p:nvCxnSpPr>
        <p:spPr>
          <a:xfrm flipH="1">
            <a:off x="6521875" y="706400"/>
            <a:ext cx="363300" cy="491100"/>
          </a:xfrm>
          <a:prstGeom prst="straightConnector1">
            <a:avLst/>
          </a:prstGeom>
          <a:noFill/>
          <a:ln cap="flat" cmpd="sng" w="2975">
            <a:solidFill>
              <a:schemeClr val="dk2"/>
            </a:solidFill>
            <a:prstDash val="solid"/>
            <a:round/>
            <a:headEnd len="med" w="med" type="none"/>
            <a:tailEnd len="med" w="med" type="none"/>
          </a:ln>
        </p:spPr>
      </p:cxnSp>
      <p:sp>
        <p:nvSpPr>
          <p:cNvPr id="2003" name="Google Shape;2003;p85"/>
          <p:cNvSpPr/>
          <p:nvPr/>
        </p:nvSpPr>
        <p:spPr>
          <a:xfrm rot="1863910">
            <a:off x="6639961" y="747059"/>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2004" name="Google Shape;2004;p85"/>
          <p:cNvCxnSpPr/>
          <p:nvPr/>
        </p:nvCxnSpPr>
        <p:spPr>
          <a:xfrm flipH="1" rot="-4553741">
            <a:off x="6174517" y="1475375"/>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sp>
        <p:nvSpPr>
          <p:cNvPr id="2005" name="Google Shape;2005;p85"/>
          <p:cNvSpPr/>
          <p:nvPr/>
        </p:nvSpPr>
        <p:spPr>
          <a:xfrm>
            <a:off x="5879831" y="1246006"/>
            <a:ext cx="375300" cy="345300"/>
          </a:xfrm>
          <a:prstGeom prst="ellipse">
            <a:avLst/>
          </a:prstGeom>
          <a:solidFill>
            <a:srgbClr val="FFFFFF"/>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2006" name="Google Shape;2006;p85"/>
          <p:cNvCxnSpPr/>
          <p:nvPr/>
        </p:nvCxnSpPr>
        <p:spPr>
          <a:xfrm>
            <a:off x="5977955" y="1458133"/>
            <a:ext cx="179100" cy="78300"/>
          </a:xfrm>
          <a:prstGeom prst="curvedConnector3">
            <a:avLst>
              <a:gd fmla="val 17739" name="adj1"/>
            </a:avLst>
          </a:prstGeom>
          <a:noFill/>
          <a:ln cap="flat" cmpd="sng" w="2475">
            <a:solidFill>
              <a:schemeClr val="dk2"/>
            </a:solidFill>
            <a:prstDash val="solid"/>
            <a:round/>
            <a:headEnd len="med" w="med" type="none"/>
            <a:tailEnd len="med" w="med" type="none"/>
          </a:ln>
        </p:spPr>
      </p:cxnSp>
      <p:sp>
        <p:nvSpPr>
          <p:cNvPr id="2007" name="Google Shape;2007;p85"/>
          <p:cNvSpPr/>
          <p:nvPr/>
        </p:nvSpPr>
        <p:spPr>
          <a:xfrm>
            <a:off x="6043318" y="1333539"/>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2008" name="Google Shape;2008;p85"/>
          <p:cNvSpPr/>
          <p:nvPr/>
        </p:nvSpPr>
        <p:spPr>
          <a:xfrm>
            <a:off x="6116381" y="1340225"/>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2009" name="Google Shape;2009;p85"/>
          <p:cNvSpPr/>
          <p:nvPr/>
        </p:nvSpPr>
        <p:spPr>
          <a:xfrm>
            <a:off x="5971118" y="1605427"/>
            <a:ext cx="192711" cy="383848"/>
          </a:xfrm>
          <a:prstGeom prst="flowChartProcess">
            <a:avLst/>
          </a:prstGeom>
          <a:solidFill>
            <a:srgbClr val="FF0000"/>
          </a:solidFill>
          <a:ln cap="flat" cmpd="sng" w="2475">
            <a:solidFill>
              <a:srgbClr val="FF0000"/>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2010" name="Google Shape;2010;p85"/>
          <p:cNvCxnSpPr/>
          <p:nvPr/>
        </p:nvCxnSpPr>
        <p:spPr>
          <a:xfrm rot="5400000">
            <a:off x="5896415" y="2059783"/>
            <a:ext cx="221100" cy="717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2011" name="Google Shape;2011;p85"/>
          <p:cNvCxnSpPr/>
          <p:nvPr/>
        </p:nvCxnSpPr>
        <p:spPr>
          <a:xfrm flipH="1" rot="-5400000">
            <a:off x="6042876" y="2047025"/>
            <a:ext cx="204000" cy="885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2012" name="Google Shape;2012;p85"/>
          <p:cNvCxnSpPr>
            <a:stCxn id="2009" idx="3"/>
          </p:cNvCxnSpPr>
          <p:nvPr/>
        </p:nvCxnSpPr>
        <p:spPr>
          <a:xfrm flipH="1" rot="10800000">
            <a:off x="6163829" y="1542951"/>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cowboy hat icon vector outline illustration (Provided by Getty Images)" id="2013" name="Google Shape;2013;p85"/>
          <p:cNvPicPr preferRelativeResize="0"/>
          <p:nvPr/>
        </p:nvPicPr>
        <p:blipFill rotWithShape="1">
          <a:blip r:embed="rId3">
            <a:alphaModFix/>
          </a:blip>
          <a:srcRect b="28376" l="12375" r="10949" t="24332"/>
          <a:stretch/>
        </p:blipFill>
        <p:spPr>
          <a:xfrm>
            <a:off x="5840949" y="1117064"/>
            <a:ext cx="465853" cy="170173"/>
          </a:xfrm>
          <a:prstGeom prst="rect">
            <a:avLst/>
          </a:prstGeom>
          <a:noFill/>
          <a:ln>
            <a:noFill/>
          </a:ln>
        </p:spPr>
      </p:pic>
      <p:cxnSp>
        <p:nvCxnSpPr>
          <p:cNvPr id="2014" name="Google Shape;2014;p85"/>
          <p:cNvCxnSpPr/>
          <p:nvPr/>
        </p:nvCxnSpPr>
        <p:spPr>
          <a:xfrm flipH="1" rot="10800000">
            <a:off x="5937632" y="1585722"/>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a black police interceptor is shown from the side on a white background (Provided by Tenor)" id="2015" name="Google Shape;2015;p85"/>
          <p:cNvPicPr preferRelativeResize="0"/>
          <p:nvPr/>
        </p:nvPicPr>
        <p:blipFill>
          <a:blip r:embed="rId4">
            <a:alphaModFix/>
          </a:blip>
          <a:stretch>
            <a:fillRect/>
          </a:stretch>
        </p:blipFill>
        <p:spPr>
          <a:xfrm flipH="1">
            <a:off x="1912000" y="3034725"/>
            <a:ext cx="3048000" cy="2286000"/>
          </a:xfrm>
          <a:prstGeom prst="rect">
            <a:avLst/>
          </a:prstGeom>
          <a:noFill/>
          <a:ln>
            <a:noFill/>
          </a:ln>
        </p:spPr>
      </p:pic>
      <p:pic>
        <p:nvPicPr>
          <p:cNvPr id="2016" name="Google Shape;2016;p85"/>
          <p:cNvPicPr preferRelativeResize="0"/>
          <p:nvPr/>
        </p:nvPicPr>
        <p:blipFill rotWithShape="1">
          <a:blip r:embed="rId5">
            <a:alphaModFix/>
          </a:blip>
          <a:srcRect b="31859" l="4802" r="2665" t="30508"/>
          <a:stretch/>
        </p:blipFill>
        <p:spPr>
          <a:xfrm>
            <a:off x="6065525" y="156900"/>
            <a:ext cx="1240347" cy="504425"/>
          </a:xfrm>
          <a:prstGeom prst="rect">
            <a:avLst/>
          </a:prstGeom>
          <a:noFill/>
          <a:ln>
            <a:noFill/>
          </a:ln>
        </p:spPr>
      </p:pic>
      <p:cxnSp>
        <p:nvCxnSpPr>
          <p:cNvPr id="2017" name="Google Shape;2017;p85"/>
          <p:cNvCxnSpPr/>
          <p:nvPr/>
        </p:nvCxnSpPr>
        <p:spPr>
          <a:xfrm flipH="1">
            <a:off x="6313500" y="646075"/>
            <a:ext cx="39600" cy="534000"/>
          </a:xfrm>
          <a:prstGeom prst="straightConnector1">
            <a:avLst/>
          </a:prstGeom>
          <a:noFill/>
          <a:ln cap="flat" cmpd="sng" w="2975">
            <a:solidFill>
              <a:schemeClr val="dk2"/>
            </a:solidFill>
            <a:prstDash val="solid"/>
            <a:round/>
            <a:headEnd len="med" w="med" type="none"/>
            <a:tailEnd len="med" w="med" type="none"/>
          </a:ln>
        </p:spPr>
      </p:cxn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cxnSp>
        <p:nvCxnSpPr>
          <p:cNvPr id="2022" name="Google Shape;2022;p86"/>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2023" name="Google Shape;2023;p86"/>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24" name="Google Shape;2024;p86"/>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2025" name="Google Shape;2025;p86"/>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2026" name="Google Shape;2026;p86"/>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2027" name="Google Shape;2027;p86"/>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2028" name="Google Shape;2028;p86"/>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2029" name="Google Shape;2029;p86"/>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2030" name="Google Shape;2030;p86"/>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2031" name="Google Shape;2031;p86"/>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2032" name="Google Shape;2032;p86"/>
          <p:cNvSpPr txBox="1"/>
          <p:nvPr/>
        </p:nvSpPr>
        <p:spPr>
          <a:xfrm>
            <a:off x="-1216850" y="2105625"/>
            <a:ext cx="2278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2033" name="Google Shape;2033;p86"/>
          <p:cNvSpPr/>
          <p:nvPr/>
        </p:nvSpPr>
        <p:spPr>
          <a:xfrm rot="1858608">
            <a:off x="7815843" y="410480"/>
            <a:ext cx="451727" cy="415404"/>
          </a:xfrm>
          <a:prstGeom prst="ellipse">
            <a:avLst/>
          </a:prstGeom>
          <a:no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2034" name="Google Shape;2034;p86"/>
          <p:cNvCxnSpPr/>
          <p:nvPr/>
        </p:nvCxnSpPr>
        <p:spPr>
          <a:xfrm rot="1859466">
            <a:off x="7885325" y="652329"/>
            <a:ext cx="215574" cy="94565"/>
          </a:xfrm>
          <a:prstGeom prst="curvedConnector3">
            <a:avLst>
              <a:gd fmla="val 83389" name="adj1"/>
            </a:avLst>
          </a:prstGeom>
          <a:noFill/>
          <a:ln cap="flat" cmpd="sng" w="2975">
            <a:solidFill>
              <a:schemeClr val="dk2"/>
            </a:solidFill>
            <a:prstDash val="solid"/>
            <a:round/>
            <a:headEnd len="med" w="med" type="none"/>
            <a:tailEnd len="med" w="med" type="none"/>
          </a:ln>
        </p:spPr>
      </p:cxnSp>
      <p:sp>
        <p:nvSpPr>
          <p:cNvPr id="2035" name="Google Shape;2035;p86"/>
          <p:cNvSpPr/>
          <p:nvPr/>
        </p:nvSpPr>
        <p:spPr>
          <a:xfrm rot="1863910">
            <a:off x="8039949" y="510171"/>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sp>
        <p:nvSpPr>
          <p:cNvPr id="2036" name="Google Shape;2036;p86"/>
          <p:cNvSpPr/>
          <p:nvPr/>
        </p:nvSpPr>
        <p:spPr>
          <a:xfrm rot="847025">
            <a:off x="7795569" y="800934"/>
            <a:ext cx="231856" cy="461823"/>
          </a:xfrm>
          <a:prstGeom prst="flowChartProcess">
            <a:avLst/>
          </a:prstGeom>
          <a:solidFill>
            <a:srgbClr val="0000FF"/>
          </a:solidFill>
          <a:ln cap="flat" cmpd="sng" w="2975">
            <a:solidFill>
              <a:srgbClr val="FF0000"/>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2037" name="Google Shape;2037;p86"/>
          <p:cNvCxnSpPr/>
          <p:nvPr/>
        </p:nvCxnSpPr>
        <p:spPr>
          <a:xfrm flipH="1" rot="-4553741">
            <a:off x="7793117" y="1344137"/>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cxnSp>
        <p:nvCxnSpPr>
          <p:cNvPr id="2038" name="Google Shape;2038;p86"/>
          <p:cNvCxnSpPr/>
          <p:nvPr/>
        </p:nvCxnSpPr>
        <p:spPr>
          <a:xfrm flipH="1">
            <a:off x="8019975" y="501813"/>
            <a:ext cx="363300" cy="491100"/>
          </a:xfrm>
          <a:prstGeom prst="straightConnector1">
            <a:avLst/>
          </a:prstGeom>
          <a:noFill/>
          <a:ln cap="flat" cmpd="sng" w="2975">
            <a:solidFill>
              <a:schemeClr val="dk2"/>
            </a:solidFill>
            <a:prstDash val="solid"/>
            <a:round/>
            <a:headEnd len="med" w="med" type="none"/>
            <a:tailEnd len="med" w="med" type="none"/>
          </a:ln>
        </p:spPr>
      </p:cxnSp>
      <p:sp>
        <p:nvSpPr>
          <p:cNvPr id="2039" name="Google Shape;2039;p86"/>
          <p:cNvSpPr/>
          <p:nvPr/>
        </p:nvSpPr>
        <p:spPr>
          <a:xfrm rot="1863910">
            <a:off x="8138061" y="542472"/>
            <a:ext cx="58138" cy="94565"/>
          </a:xfrm>
          <a:prstGeom prst="ellipse">
            <a:avLst/>
          </a:prstGeom>
          <a:solidFill>
            <a:schemeClr val="lt2"/>
          </a:solidFill>
          <a:ln cap="flat" cmpd="sng" w="2975">
            <a:solidFill>
              <a:schemeClr val="dk2"/>
            </a:solidFill>
            <a:prstDash val="solid"/>
            <a:round/>
            <a:headEnd len="sm" w="sm" type="none"/>
            <a:tailEnd len="sm" w="sm" type="none"/>
          </a:ln>
        </p:spPr>
        <p:txBody>
          <a:bodyPr anchorCtr="0" anchor="ctr" bIns="28550" lIns="28550" spcFirstLastPara="1" rIns="28550" wrap="square" tIns="28550">
            <a:noAutofit/>
          </a:bodyPr>
          <a:lstStyle/>
          <a:p>
            <a:pPr indent="0" lvl="0" marL="0" rtl="0" algn="ctr">
              <a:spcBef>
                <a:spcPts val="0"/>
              </a:spcBef>
              <a:spcAft>
                <a:spcPts val="0"/>
              </a:spcAft>
              <a:buNone/>
            </a:pPr>
            <a:r>
              <a:t/>
            </a:r>
            <a:endParaRPr sz="437"/>
          </a:p>
        </p:txBody>
      </p:sp>
      <p:cxnSp>
        <p:nvCxnSpPr>
          <p:cNvPr id="2040" name="Google Shape;2040;p86"/>
          <p:cNvCxnSpPr/>
          <p:nvPr/>
        </p:nvCxnSpPr>
        <p:spPr>
          <a:xfrm flipH="1" rot="-4553741">
            <a:off x="7672617" y="1270787"/>
            <a:ext cx="244985" cy="106449"/>
          </a:xfrm>
          <a:prstGeom prst="curvedConnector3">
            <a:avLst>
              <a:gd fmla="val 50000" name="adj1"/>
            </a:avLst>
          </a:prstGeom>
          <a:noFill/>
          <a:ln cap="flat" cmpd="sng" w="2975">
            <a:solidFill>
              <a:schemeClr val="dk2"/>
            </a:solidFill>
            <a:prstDash val="solid"/>
            <a:round/>
            <a:headEnd len="med" w="med" type="none"/>
            <a:tailEnd len="med" w="med" type="none"/>
          </a:ln>
        </p:spPr>
      </p:cxnSp>
      <p:sp>
        <p:nvSpPr>
          <p:cNvPr id="2041" name="Google Shape;2041;p86"/>
          <p:cNvSpPr/>
          <p:nvPr/>
        </p:nvSpPr>
        <p:spPr>
          <a:xfrm>
            <a:off x="7377931" y="1041419"/>
            <a:ext cx="375300" cy="345300"/>
          </a:xfrm>
          <a:prstGeom prst="ellipse">
            <a:avLst/>
          </a:prstGeom>
          <a:solidFill>
            <a:srgbClr val="FFFFFF"/>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2042" name="Google Shape;2042;p86"/>
          <p:cNvCxnSpPr/>
          <p:nvPr/>
        </p:nvCxnSpPr>
        <p:spPr>
          <a:xfrm>
            <a:off x="7476055" y="1253545"/>
            <a:ext cx="179100" cy="78300"/>
          </a:xfrm>
          <a:prstGeom prst="curvedConnector3">
            <a:avLst>
              <a:gd fmla="val 17739" name="adj1"/>
            </a:avLst>
          </a:prstGeom>
          <a:noFill/>
          <a:ln cap="flat" cmpd="sng" w="2475">
            <a:solidFill>
              <a:schemeClr val="dk2"/>
            </a:solidFill>
            <a:prstDash val="solid"/>
            <a:round/>
            <a:headEnd len="med" w="med" type="none"/>
            <a:tailEnd len="med" w="med" type="none"/>
          </a:ln>
        </p:spPr>
      </p:cxnSp>
      <p:sp>
        <p:nvSpPr>
          <p:cNvPr id="2043" name="Google Shape;2043;p86"/>
          <p:cNvSpPr/>
          <p:nvPr/>
        </p:nvSpPr>
        <p:spPr>
          <a:xfrm>
            <a:off x="7541418" y="1128951"/>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2044" name="Google Shape;2044;p86"/>
          <p:cNvSpPr/>
          <p:nvPr/>
        </p:nvSpPr>
        <p:spPr>
          <a:xfrm>
            <a:off x="7614481" y="1135637"/>
            <a:ext cx="48300" cy="78300"/>
          </a:xfrm>
          <a:prstGeom prst="ellipse">
            <a:avLst/>
          </a:prstGeom>
          <a:solidFill>
            <a:schemeClr val="lt2"/>
          </a:solidFill>
          <a:ln cap="flat" cmpd="sng" w="2475">
            <a:solidFill>
              <a:schemeClr val="dk2"/>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sp>
        <p:nvSpPr>
          <p:cNvPr id="2045" name="Google Shape;2045;p86"/>
          <p:cNvSpPr/>
          <p:nvPr/>
        </p:nvSpPr>
        <p:spPr>
          <a:xfrm>
            <a:off x="7469218" y="1400840"/>
            <a:ext cx="192711" cy="383848"/>
          </a:xfrm>
          <a:prstGeom prst="flowChartProcess">
            <a:avLst/>
          </a:prstGeom>
          <a:solidFill>
            <a:srgbClr val="FF0000"/>
          </a:solidFill>
          <a:ln cap="flat" cmpd="sng" w="2475">
            <a:solidFill>
              <a:srgbClr val="FF0000"/>
            </a:solidFill>
            <a:prstDash val="solid"/>
            <a:round/>
            <a:headEnd len="sm" w="sm" type="none"/>
            <a:tailEnd len="sm" w="sm" type="none"/>
          </a:ln>
        </p:spPr>
        <p:txBody>
          <a:bodyPr anchorCtr="0" anchor="ctr" bIns="23725" lIns="23725" spcFirstLastPara="1" rIns="23725" wrap="square" tIns="23725">
            <a:noAutofit/>
          </a:bodyPr>
          <a:lstStyle/>
          <a:p>
            <a:pPr indent="0" lvl="0" marL="0" rtl="0" algn="ctr">
              <a:spcBef>
                <a:spcPts val="0"/>
              </a:spcBef>
              <a:spcAft>
                <a:spcPts val="0"/>
              </a:spcAft>
              <a:buNone/>
            </a:pPr>
            <a:r>
              <a:t/>
            </a:r>
            <a:endParaRPr sz="363"/>
          </a:p>
        </p:txBody>
      </p:sp>
      <p:cxnSp>
        <p:nvCxnSpPr>
          <p:cNvPr id="2046" name="Google Shape;2046;p86"/>
          <p:cNvCxnSpPr/>
          <p:nvPr/>
        </p:nvCxnSpPr>
        <p:spPr>
          <a:xfrm rot="5400000">
            <a:off x="7394515" y="1855195"/>
            <a:ext cx="221100" cy="717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2047" name="Google Shape;2047;p86"/>
          <p:cNvCxnSpPr/>
          <p:nvPr/>
        </p:nvCxnSpPr>
        <p:spPr>
          <a:xfrm flipH="1" rot="-5400000">
            <a:off x="7540976" y="1842438"/>
            <a:ext cx="204000" cy="88500"/>
          </a:xfrm>
          <a:prstGeom prst="curvedConnector3">
            <a:avLst>
              <a:gd fmla="val 50000" name="adj1"/>
            </a:avLst>
          </a:prstGeom>
          <a:noFill/>
          <a:ln cap="flat" cmpd="sng" w="2475">
            <a:solidFill>
              <a:schemeClr val="dk2"/>
            </a:solidFill>
            <a:prstDash val="solid"/>
            <a:round/>
            <a:headEnd len="med" w="med" type="none"/>
            <a:tailEnd len="med" w="med" type="none"/>
          </a:ln>
        </p:spPr>
      </p:cxnSp>
      <p:cxnSp>
        <p:nvCxnSpPr>
          <p:cNvPr id="2048" name="Google Shape;2048;p86"/>
          <p:cNvCxnSpPr>
            <a:stCxn id="2045" idx="3"/>
          </p:cNvCxnSpPr>
          <p:nvPr/>
        </p:nvCxnSpPr>
        <p:spPr>
          <a:xfrm flipH="1" rot="10800000">
            <a:off x="7661929" y="1338364"/>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cowboy hat icon vector outline illustration (Provided by Getty Images)" id="2049" name="Google Shape;2049;p86"/>
          <p:cNvPicPr preferRelativeResize="0"/>
          <p:nvPr/>
        </p:nvPicPr>
        <p:blipFill rotWithShape="1">
          <a:blip r:embed="rId3">
            <a:alphaModFix/>
          </a:blip>
          <a:srcRect b="28376" l="12375" r="10949" t="24332"/>
          <a:stretch/>
        </p:blipFill>
        <p:spPr>
          <a:xfrm>
            <a:off x="7339049" y="912477"/>
            <a:ext cx="465853" cy="170173"/>
          </a:xfrm>
          <a:prstGeom prst="rect">
            <a:avLst/>
          </a:prstGeom>
          <a:noFill/>
          <a:ln>
            <a:noFill/>
          </a:ln>
        </p:spPr>
      </p:pic>
      <p:cxnSp>
        <p:nvCxnSpPr>
          <p:cNvPr id="2050" name="Google Shape;2050;p86"/>
          <p:cNvCxnSpPr/>
          <p:nvPr/>
        </p:nvCxnSpPr>
        <p:spPr>
          <a:xfrm flipH="1" rot="10800000">
            <a:off x="7435732" y="1381135"/>
            <a:ext cx="207600" cy="254400"/>
          </a:xfrm>
          <a:prstGeom prst="straightConnector1">
            <a:avLst/>
          </a:prstGeom>
          <a:noFill/>
          <a:ln cap="flat" cmpd="sng" w="2475">
            <a:solidFill>
              <a:schemeClr val="dk2"/>
            </a:solidFill>
            <a:prstDash val="solid"/>
            <a:round/>
            <a:headEnd len="med" w="med" type="none"/>
            <a:tailEnd len="med" w="med" type="none"/>
          </a:ln>
        </p:spPr>
      </p:cxnSp>
      <p:pic>
        <p:nvPicPr>
          <p:cNvPr descr="a black police interceptor is shown from the side on a white background (Provided by Tenor)" id="2051" name="Google Shape;2051;p86"/>
          <p:cNvPicPr preferRelativeResize="0"/>
          <p:nvPr/>
        </p:nvPicPr>
        <p:blipFill>
          <a:blip r:embed="rId4">
            <a:alphaModFix/>
          </a:blip>
          <a:stretch>
            <a:fillRect/>
          </a:stretch>
        </p:blipFill>
        <p:spPr>
          <a:xfrm flipH="1">
            <a:off x="4112925" y="3173425"/>
            <a:ext cx="3048000" cy="2286000"/>
          </a:xfrm>
          <a:prstGeom prst="rect">
            <a:avLst/>
          </a:prstGeom>
          <a:noFill/>
          <a:ln>
            <a:noFill/>
          </a:ln>
        </p:spPr>
      </p:pic>
      <p:pic>
        <p:nvPicPr>
          <p:cNvPr id="2052" name="Google Shape;2052;p86"/>
          <p:cNvPicPr preferRelativeResize="0"/>
          <p:nvPr/>
        </p:nvPicPr>
        <p:blipFill rotWithShape="1">
          <a:blip r:embed="rId5">
            <a:alphaModFix/>
          </a:blip>
          <a:srcRect b="31859" l="4802" r="2665" t="30508"/>
          <a:stretch/>
        </p:blipFill>
        <p:spPr>
          <a:xfrm>
            <a:off x="7563625" y="-47688"/>
            <a:ext cx="1240347" cy="504425"/>
          </a:xfrm>
          <a:prstGeom prst="rect">
            <a:avLst/>
          </a:prstGeom>
          <a:noFill/>
          <a:ln>
            <a:noFill/>
          </a:ln>
        </p:spPr>
      </p:pic>
      <p:cxnSp>
        <p:nvCxnSpPr>
          <p:cNvPr id="2053" name="Google Shape;2053;p86"/>
          <p:cNvCxnSpPr/>
          <p:nvPr/>
        </p:nvCxnSpPr>
        <p:spPr>
          <a:xfrm flipH="1">
            <a:off x="7811600" y="441488"/>
            <a:ext cx="39600" cy="534000"/>
          </a:xfrm>
          <a:prstGeom prst="straightConnector1">
            <a:avLst/>
          </a:prstGeom>
          <a:noFill/>
          <a:ln cap="flat" cmpd="sng" w="2975">
            <a:solidFill>
              <a:schemeClr val="dk2"/>
            </a:solidFill>
            <a:prstDash val="solid"/>
            <a:round/>
            <a:headEnd len="med" w="med" type="none"/>
            <a:tailEnd len="med" w="med" type="none"/>
          </a:ln>
        </p:spPr>
      </p:cxnSp>
      <p:sp>
        <p:nvSpPr>
          <p:cNvPr id="2054" name="Google Shape;2054;p86"/>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055" name="Google Shape;2055;p86"/>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2056" name="Google Shape;2056;p86"/>
          <p:cNvSpPr/>
          <p:nvPr/>
        </p:nvSpPr>
        <p:spPr>
          <a:xfrm>
            <a:off x="-66575" y="-238200"/>
            <a:ext cx="9506100" cy="5619900"/>
          </a:xfrm>
          <a:prstGeom prst="rect">
            <a:avLst/>
          </a:prstGeom>
          <a:solidFill>
            <a:srgbClr val="20FF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7" name="Google Shape;2057;p86"/>
          <p:cNvSpPr/>
          <p:nvPr/>
        </p:nvSpPr>
        <p:spPr>
          <a:xfrm>
            <a:off x="1989000" y="534097"/>
            <a:ext cx="4871400" cy="11673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ESCAPED</a:t>
            </a:r>
            <a:endParaRPr b="1" sz="4400">
              <a:solidFill>
                <a:srgbClr val="FFFFFF"/>
              </a:solidFill>
            </a:endParaRPr>
          </a:p>
        </p:txBody>
      </p:sp>
      <p:sp>
        <p:nvSpPr>
          <p:cNvPr id="2058" name="Google Shape;2058;p86"/>
          <p:cNvSpPr/>
          <p:nvPr/>
        </p:nvSpPr>
        <p:spPr>
          <a:xfrm>
            <a:off x="320721" y="2981900"/>
            <a:ext cx="4379100" cy="1676400"/>
          </a:xfrm>
          <a:prstGeom prst="parallelogram">
            <a:avLst>
              <a:gd fmla="val 25000" name="adj"/>
            </a:avLst>
          </a:prstGeom>
          <a:solidFill>
            <a:srgbClr val="20FF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 escaped on the drone.</a:t>
            </a:r>
            <a:endParaRPr/>
          </a:p>
        </p:txBody>
      </p:sp>
      <p:sp>
        <p:nvSpPr>
          <p:cNvPr id="2059" name="Google Shape;2059;p86">
            <a:hlinkClick action="ppaction://hlinksldjump" r:id="rId6"/>
          </p:cNvPr>
          <p:cNvSpPr/>
          <p:nvPr/>
        </p:nvSpPr>
        <p:spPr>
          <a:xfrm>
            <a:off x="5836088" y="3454763"/>
            <a:ext cx="2337900" cy="1038300"/>
          </a:xfrm>
          <a:prstGeom prst="parallelogram">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63" name="Shape 2063"/>
        <p:cNvGrpSpPr/>
        <p:nvPr/>
      </p:nvGrpSpPr>
      <p:grpSpPr>
        <a:xfrm>
          <a:off x="0" y="0"/>
          <a:ext cx="0" cy="0"/>
          <a:chOff x="0" y="0"/>
          <a:chExt cx="0" cy="0"/>
        </a:xfrm>
      </p:grpSpPr>
      <p:sp>
        <p:nvSpPr>
          <p:cNvPr id="2064" name="Google Shape;2064;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5" name="Google Shape;2065;p87">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066" name="Google Shape;2066;p87"/>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067" name="Google Shape;2067;p87"/>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068" name="Google Shape;2068;p87"/>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069" name="Google Shape;2069;p87"/>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73" name="Shape 2073"/>
        <p:cNvGrpSpPr/>
        <p:nvPr/>
      </p:nvGrpSpPr>
      <p:grpSpPr>
        <a:xfrm>
          <a:off x="0" y="0"/>
          <a:ext cx="0" cy="0"/>
          <a:chOff x="0" y="0"/>
          <a:chExt cx="0" cy="0"/>
        </a:xfrm>
      </p:grpSpPr>
      <p:sp>
        <p:nvSpPr>
          <p:cNvPr id="2074" name="Google Shape;2074;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75" name="Google Shape;2075;p88">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076" name="Google Shape;2076;p8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077" name="Google Shape;2077;p8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078" name="Google Shape;2078;p8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079" name="Google Shape;2079;p88"/>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085" name="Google Shape;2085;p89"/>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086" name="Google Shape;2086;p8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087" name="Google Shape;2087;p8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088" name="Google Shape;2088;p8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089" name="Google Shape;2089;p8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090" name="Google Shape;2090;p89"/>
          <p:cNvCxnSpPr/>
          <p:nvPr/>
        </p:nvCxnSpPr>
        <p:spPr>
          <a:xfrm>
            <a:off x="8492550" y="731950"/>
            <a:ext cx="522900" cy="370800"/>
          </a:xfrm>
          <a:prstGeom prst="straightConnector1">
            <a:avLst/>
          </a:prstGeom>
          <a:noFill/>
          <a:ln cap="flat" cmpd="sng" w="76200">
            <a:solidFill>
              <a:srgbClr val="00FF00"/>
            </a:solidFill>
            <a:prstDash val="solid"/>
            <a:round/>
            <a:headEnd len="med" w="med" type="none"/>
            <a:tailEnd len="med" w="med" type="none"/>
          </a:ln>
        </p:spPr>
      </p:cxnSp>
      <p:cxnSp>
        <p:nvCxnSpPr>
          <p:cNvPr id="2091" name="Google Shape;2091;p89"/>
          <p:cNvCxnSpPr/>
          <p:nvPr/>
        </p:nvCxnSpPr>
        <p:spPr>
          <a:xfrm>
            <a:off x="8468725" y="1949175"/>
            <a:ext cx="522900" cy="370800"/>
          </a:xfrm>
          <a:prstGeom prst="straightConnector1">
            <a:avLst/>
          </a:prstGeom>
          <a:noFill/>
          <a:ln cap="flat" cmpd="sng" w="76200">
            <a:solidFill>
              <a:srgbClr val="00FF00"/>
            </a:solidFill>
            <a:prstDash val="solid"/>
            <a:round/>
            <a:headEnd len="med" w="med" type="none"/>
            <a:tailEnd len="med" w="med" type="none"/>
          </a:ln>
        </p:spPr>
      </p:cxnSp>
      <p:cxnSp>
        <p:nvCxnSpPr>
          <p:cNvPr id="2092" name="Google Shape;2092;p89"/>
          <p:cNvCxnSpPr/>
          <p:nvPr/>
        </p:nvCxnSpPr>
        <p:spPr>
          <a:xfrm flipH="1" rot="10800000">
            <a:off x="9005950" y="1140850"/>
            <a:ext cx="18900" cy="1159800"/>
          </a:xfrm>
          <a:prstGeom prst="straightConnector1">
            <a:avLst/>
          </a:prstGeom>
          <a:noFill/>
          <a:ln cap="flat" cmpd="sng" w="76200">
            <a:solidFill>
              <a:srgbClr val="00FF00"/>
            </a:solidFill>
            <a:prstDash val="solid"/>
            <a:round/>
            <a:headEnd len="med" w="med" type="none"/>
            <a:tailEnd len="med" w="med" type="none"/>
          </a:ln>
        </p:spPr>
      </p:cxnSp>
      <p:cxnSp>
        <p:nvCxnSpPr>
          <p:cNvPr id="2093" name="Google Shape;2093;p89"/>
          <p:cNvCxnSpPr/>
          <p:nvPr/>
        </p:nvCxnSpPr>
        <p:spPr>
          <a:xfrm flipH="1" rot="10800000">
            <a:off x="8437963" y="722775"/>
            <a:ext cx="76200" cy="1226400"/>
          </a:xfrm>
          <a:prstGeom prst="straightConnector1">
            <a:avLst/>
          </a:prstGeom>
          <a:noFill/>
          <a:ln cap="flat" cmpd="sng" w="76200">
            <a:solidFill>
              <a:srgbClr val="00FF00"/>
            </a:solidFill>
            <a:prstDash val="solid"/>
            <a:round/>
            <a:headEnd len="med" w="med" type="none"/>
            <a:tailEnd len="med" w="med" type="none"/>
          </a:ln>
        </p:spPr>
      </p:cxnSp>
      <p:cxnSp>
        <p:nvCxnSpPr>
          <p:cNvPr id="2094" name="Google Shape;2094;p89"/>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095" name="Google Shape;2095;p89"/>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096" name="Google Shape;2096;p89"/>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097" name="Google Shape;2097;p89"/>
          <p:cNvCxnSpPr/>
          <p:nvPr/>
        </p:nvCxnSpPr>
        <p:spPr>
          <a:xfrm flipH="1" rot="10800000">
            <a:off x="8540075" y="874550"/>
            <a:ext cx="104700" cy="1140900"/>
          </a:xfrm>
          <a:prstGeom prst="straightConnector1">
            <a:avLst/>
          </a:prstGeom>
          <a:noFill/>
          <a:ln cap="flat" cmpd="sng" w="76200">
            <a:solidFill>
              <a:srgbClr val="00FF00"/>
            </a:solidFill>
            <a:prstDash val="solid"/>
            <a:round/>
            <a:headEnd len="med" w="med" type="none"/>
            <a:tailEnd len="med" w="med" type="none"/>
          </a:ln>
        </p:spPr>
      </p:cxnSp>
      <p:cxnSp>
        <p:nvCxnSpPr>
          <p:cNvPr id="2098" name="Google Shape;2098;p89"/>
          <p:cNvCxnSpPr/>
          <p:nvPr/>
        </p:nvCxnSpPr>
        <p:spPr>
          <a:xfrm flipH="1" rot="10800000">
            <a:off x="8692475" y="1026950"/>
            <a:ext cx="104700" cy="1140900"/>
          </a:xfrm>
          <a:prstGeom prst="straightConnector1">
            <a:avLst/>
          </a:prstGeom>
          <a:noFill/>
          <a:ln cap="flat" cmpd="sng" w="76200">
            <a:solidFill>
              <a:srgbClr val="00FF00"/>
            </a:solidFill>
            <a:prstDash val="solid"/>
            <a:round/>
            <a:headEnd len="med" w="med" type="none"/>
            <a:tailEnd len="med" w="med" type="none"/>
          </a:ln>
        </p:spPr>
      </p:cxnSp>
      <p:cxnSp>
        <p:nvCxnSpPr>
          <p:cNvPr id="2099" name="Google Shape;2099;p89"/>
          <p:cNvCxnSpPr/>
          <p:nvPr/>
        </p:nvCxnSpPr>
        <p:spPr>
          <a:xfrm flipH="1" rot="10800000">
            <a:off x="8844875" y="1179350"/>
            <a:ext cx="104700" cy="1140900"/>
          </a:xfrm>
          <a:prstGeom prst="straightConnector1">
            <a:avLst/>
          </a:prstGeom>
          <a:noFill/>
          <a:ln cap="flat" cmpd="sng" w="76200">
            <a:solidFill>
              <a:srgbClr val="00FF00"/>
            </a:solidFill>
            <a:prstDash val="solid"/>
            <a:round/>
            <a:headEnd len="med" w="med" type="none"/>
            <a:tailEnd len="med" w="med" type="none"/>
          </a:ln>
        </p:spPr>
      </p:cxnSp>
      <p:cxnSp>
        <p:nvCxnSpPr>
          <p:cNvPr id="2100" name="Google Shape;2100;p89"/>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101" name="Google Shape;2101;p89"/>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102" name="Google Shape;2102;p89"/>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103" name="Google Shape;2103;p89"/>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104" name="Google Shape;2104;p89"/>
          <p:cNvCxnSpPr/>
          <p:nvPr/>
        </p:nvCxnSpPr>
        <p:spPr>
          <a:xfrm>
            <a:off x="1803994" y="3299625"/>
            <a:ext cx="38100" cy="180600"/>
          </a:xfrm>
          <a:prstGeom prst="straightConnector1">
            <a:avLst/>
          </a:prstGeom>
          <a:noFill/>
          <a:ln cap="flat" cmpd="sng" w="76200">
            <a:solidFill>
              <a:srgbClr val="00FF00"/>
            </a:solidFill>
            <a:prstDash val="solid"/>
            <a:round/>
            <a:headEnd len="med" w="med" type="none"/>
            <a:tailEnd len="med" w="med" type="none"/>
          </a:ln>
        </p:spPr>
      </p:cxnSp>
      <p:cxnSp>
        <p:nvCxnSpPr>
          <p:cNvPr id="2105" name="Google Shape;2105;p89"/>
          <p:cNvCxnSpPr/>
          <p:nvPr/>
        </p:nvCxnSpPr>
        <p:spPr>
          <a:xfrm>
            <a:off x="2108256" y="3147475"/>
            <a:ext cx="38100" cy="180600"/>
          </a:xfrm>
          <a:prstGeom prst="straightConnector1">
            <a:avLst/>
          </a:prstGeom>
          <a:noFill/>
          <a:ln cap="flat" cmpd="sng" w="76200">
            <a:solidFill>
              <a:srgbClr val="00FF00"/>
            </a:solidFill>
            <a:prstDash val="solid"/>
            <a:round/>
            <a:headEnd len="med" w="med" type="none"/>
            <a:tailEnd len="med" w="med" type="none"/>
          </a:ln>
        </p:spPr>
      </p:cxnSp>
      <p:cxnSp>
        <p:nvCxnSpPr>
          <p:cNvPr id="2106" name="Google Shape;2106;p89"/>
          <p:cNvCxnSpPr/>
          <p:nvPr/>
        </p:nvCxnSpPr>
        <p:spPr>
          <a:xfrm flipH="1" rot="10800000">
            <a:off x="1813503" y="3147650"/>
            <a:ext cx="332700" cy="199500"/>
          </a:xfrm>
          <a:prstGeom prst="straightConnector1">
            <a:avLst/>
          </a:prstGeom>
          <a:noFill/>
          <a:ln cap="flat" cmpd="sng" w="76200">
            <a:solidFill>
              <a:srgbClr val="00FF00"/>
            </a:solidFill>
            <a:prstDash val="solid"/>
            <a:round/>
            <a:headEnd len="med" w="med" type="none"/>
            <a:tailEnd len="med" w="med" type="none"/>
          </a:ln>
        </p:spPr>
      </p:cxnSp>
      <p:cxnSp>
        <p:nvCxnSpPr>
          <p:cNvPr id="2107" name="Google Shape;2107;p89"/>
          <p:cNvCxnSpPr/>
          <p:nvPr/>
        </p:nvCxnSpPr>
        <p:spPr>
          <a:xfrm flipH="1" rot="10800000">
            <a:off x="1823003" y="3299575"/>
            <a:ext cx="323400" cy="190200"/>
          </a:xfrm>
          <a:prstGeom prst="straightConnector1">
            <a:avLst/>
          </a:prstGeom>
          <a:noFill/>
          <a:ln cap="flat" cmpd="sng" w="76200">
            <a:solidFill>
              <a:srgbClr val="00FF00"/>
            </a:solidFill>
            <a:prstDash val="solid"/>
            <a:round/>
            <a:headEnd len="med" w="med" type="none"/>
            <a:tailEnd len="med" w="med" type="none"/>
          </a:ln>
        </p:spPr>
      </p:cxnSp>
      <p:cxnSp>
        <p:nvCxnSpPr>
          <p:cNvPr id="2108" name="Google Shape;2108;p8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109" name="Google Shape;2109;p89"/>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110" name="Google Shape;2110;p8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111" name="Google Shape;2111;p8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112" name="Google Shape;2112;p89"/>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113" name="Google Shape;2113;p89"/>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114" name="Google Shape;2114;p89"/>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115" name="Google Shape;2115;p89"/>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116" name="Google Shape;2116;p89"/>
          <p:cNvSpPr/>
          <p:nvPr/>
        </p:nvSpPr>
        <p:spPr>
          <a:xfrm>
            <a:off x="6120382" y="2566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117" name="Google Shape;2117;p89"/>
          <p:cNvSpPr/>
          <p:nvPr/>
        </p:nvSpPr>
        <p:spPr>
          <a:xfrm>
            <a:off x="6349150" y="26096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118" name="Google Shape;2118;p89"/>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119" name="Google Shape;2119;p89"/>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120" name="Google Shape;2120;p89"/>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121" name="Google Shape;2121;p89"/>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122" name="Google Shape;2122;p89"/>
          <p:cNvCxnSpPr>
            <a:stCxn id="2118" idx="3"/>
            <a:endCxn id="2123" idx="2"/>
          </p:cNvCxnSpPr>
          <p:nvPr/>
        </p:nvCxnSpPr>
        <p:spPr>
          <a:xfrm rot="10800000">
            <a:off x="5805702" y="3276538"/>
            <a:ext cx="825900" cy="377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124" name="Google Shape;2124;p89"/>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id="2125" name="Google Shape;2125;p89"/>
          <p:cNvPicPr preferRelativeResize="0"/>
          <p:nvPr/>
        </p:nvPicPr>
        <p:blipFill rotWithShape="1">
          <a:blip r:embed="rId8">
            <a:alphaModFix/>
          </a:blip>
          <a:srcRect b="12899" l="0" r="2894" t="27957"/>
          <a:stretch/>
        </p:blipFill>
        <p:spPr>
          <a:xfrm rot="3461055">
            <a:off x="4912126" y="2597050"/>
            <a:ext cx="1301025" cy="518100"/>
          </a:xfrm>
          <a:prstGeom prst="rect">
            <a:avLst/>
          </a:prstGeom>
          <a:noFill/>
          <a:ln>
            <a:noFill/>
          </a:ln>
        </p:spPr>
      </p:pic>
      <p:cxnSp>
        <p:nvCxnSpPr>
          <p:cNvPr id="2126" name="Google Shape;2126;p89"/>
          <p:cNvCxnSpPr/>
          <p:nvPr/>
        </p:nvCxnSpPr>
        <p:spPr>
          <a:xfrm>
            <a:off x="6147950" y="2458425"/>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127" name="Google Shape;2127;p89"/>
          <p:cNvCxnSpPr/>
          <p:nvPr/>
        </p:nvCxnSpPr>
        <p:spPr>
          <a:xfrm flipH="1" rot="10800000">
            <a:off x="6405850" y="2529207"/>
            <a:ext cx="206400" cy="80400"/>
          </a:xfrm>
          <a:prstGeom prst="straightConnector1">
            <a:avLst/>
          </a:prstGeom>
          <a:noFill/>
          <a:ln cap="flat" cmpd="sng" w="9525">
            <a:solidFill>
              <a:schemeClr val="dk2"/>
            </a:solidFill>
            <a:prstDash val="solid"/>
            <a:round/>
            <a:headEnd len="med" w="med" type="none"/>
            <a:tailEnd len="med" w="med" type="none"/>
          </a:ln>
        </p:spPr>
      </p:cxnSp>
      <p:sp>
        <p:nvSpPr>
          <p:cNvPr id="2128" name="Google Shape;2128;p89">
            <a:hlinkClick action="ppaction://hlinksldjump" r:id="rId9"/>
          </p:cNvPr>
          <p:cNvSpPr/>
          <p:nvPr/>
        </p:nvSpPr>
        <p:spPr>
          <a:xfrm>
            <a:off x="1747175" y="3071925"/>
            <a:ext cx="451500" cy="477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9" name="Google Shape;2129;p89">
            <a:hlinkClick action="ppaction://hlinksldjump" r:id="rId10"/>
          </p:cNvPr>
          <p:cNvSpPr/>
          <p:nvPr/>
        </p:nvSpPr>
        <p:spPr>
          <a:xfrm>
            <a:off x="8259175" y="506025"/>
            <a:ext cx="825900" cy="1825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33" name="Shape 2133"/>
        <p:cNvGrpSpPr/>
        <p:nvPr/>
      </p:nvGrpSpPr>
      <p:grpSpPr>
        <a:xfrm>
          <a:off x="0" y="0"/>
          <a:ext cx="0" cy="0"/>
          <a:chOff x="0" y="0"/>
          <a:chExt cx="0" cy="0"/>
        </a:xfrm>
      </p:grpSpPr>
      <p:sp>
        <p:nvSpPr>
          <p:cNvPr id="2134" name="Google Shape;2134;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35" name="Google Shape;2135;p90">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136" name="Google Shape;2136;p90"/>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137" name="Google Shape;2137;p90"/>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138" name="Google Shape;2138;p90"/>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139" name="Google Shape;2139;p90"/>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43" name="Shape 2143"/>
        <p:cNvGrpSpPr/>
        <p:nvPr/>
      </p:nvGrpSpPr>
      <p:grpSpPr>
        <a:xfrm>
          <a:off x="0" y="0"/>
          <a:ext cx="0" cy="0"/>
          <a:chOff x="0" y="0"/>
          <a:chExt cx="0" cy="0"/>
        </a:xfrm>
      </p:grpSpPr>
      <p:sp>
        <p:nvSpPr>
          <p:cNvPr id="2144" name="Google Shape;2144;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45" name="Google Shape;2145;p91">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146" name="Google Shape;2146;p91"/>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147" name="Google Shape;2147;p91"/>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148" name="Google Shape;2148;p91"/>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149" name="Google Shape;2149;p91"/>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3" name="Shape 2153"/>
        <p:cNvGrpSpPr/>
        <p:nvPr/>
      </p:nvGrpSpPr>
      <p:grpSpPr>
        <a:xfrm>
          <a:off x="0" y="0"/>
          <a:ext cx="0" cy="0"/>
          <a:chOff x="0" y="0"/>
          <a:chExt cx="0" cy="0"/>
        </a:xfrm>
      </p:grpSpPr>
      <p:sp>
        <p:nvSpPr>
          <p:cNvPr id="2154" name="Google Shape;2154;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155" name="Google Shape;2155;p92"/>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156" name="Google Shape;2156;p92"/>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157" name="Google Shape;2157;p92"/>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158" name="Google Shape;2158;p92"/>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159" name="Google Shape;2159;p92"/>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160" name="Google Shape;2160;p92"/>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161" name="Google Shape;2161;p92"/>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162" name="Google Shape;2162;p92"/>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163" name="Google Shape;2163;p92"/>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164" name="Google Shape;2164;p92"/>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165" name="Google Shape;2165;p92"/>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166" name="Google Shape;2166;p92"/>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167" name="Google Shape;2167;p92"/>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168" name="Google Shape;2168;p92"/>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169" name="Google Shape;2169;p92"/>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170" name="Google Shape;2170;p92"/>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171" name="Google Shape;2171;p92"/>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172" name="Google Shape;2172;p92"/>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173" name="Google Shape;2173;p92"/>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174" name="Google Shape;2174;p92"/>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175" name="Google Shape;2175;p92"/>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176" name="Google Shape;2176;p92"/>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177" name="Google Shape;2177;p92"/>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178" name="Google Shape;2178;p92"/>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179" name="Google Shape;2179;p92"/>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180" name="Google Shape;2180;p92"/>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181" name="Google Shape;2181;p92"/>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182" name="Google Shape;2182;p92"/>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183" name="Google Shape;2183;p92"/>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184" name="Google Shape;2184;p92"/>
          <p:cNvSpPr/>
          <p:nvPr/>
        </p:nvSpPr>
        <p:spPr>
          <a:xfrm>
            <a:off x="2923128" y="23471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185" name="Google Shape;2185;p92"/>
          <p:cNvCxnSpPr/>
          <p:nvPr/>
        </p:nvCxnSpPr>
        <p:spPr>
          <a:xfrm>
            <a:off x="3153030" y="28441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186" name="Google Shape;2186;p92"/>
          <p:cNvSpPr/>
          <p:nvPr/>
        </p:nvSpPr>
        <p:spPr>
          <a:xfrm>
            <a:off x="3077308" y="255196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187" name="Google Shape;2187;p92"/>
          <p:cNvSpPr/>
          <p:nvPr/>
        </p:nvSpPr>
        <p:spPr>
          <a:xfrm>
            <a:off x="3306076" y="25948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188" name="Google Shape;2188;p92"/>
          <p:cNvSpPr/>
          <p:nvPr/>
        </p:nvSpPr>
        <p:spPr>
          <a:xfrm>
            <a:off x="3137010" y="31892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189" name="Google Shape;2189;p92"/>
          <p:cNvCxnSpPr/>
          <p:nvPr/>
        </p:nvCxnSpPr>
        <p:spPr>
          <a:xfrm rot="5400000">
            <a:off x="2902113" y="42637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190" name="Google Shape;2190;p92"/>
          <p:cNvCxnSpPr/>
          <p:nvPr/>
        </p:nvCxnSpPr>
        <p:spPr>
          <a:xfrm flipH="1" rot="-5400000">
            <a:off x="3284320" y="42237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191" name="Google Shape;2191;p92"/>
          <p:cNvCxnSpPr/>
          <p:nvPr/>
        </p:nvCxnSpPr>
        <p:spPr>
          <a:xfrm rot="10800000">
            <a:off x="2064510" y="3362913"/>
            <a:ext cx="1072500" cy="276000"/>
          </a:xfrm>
          <a:prstGeom prst="straightConnector1">
            <a:avLst/>
          </a:prstGeom>
          <a:noFill/>
          <a:ln cap="flat" cmpd="sng" w="5800">
            <a:solidFill>
              <a:schemeClr val="dk2"/>
            </a:solidFill>
            <a:prstDash val="solid"/>
            <a:round/>
            <a:headEnd len="med" w="med" type="none"/>
            <a:tailEnd len="med" w="med" type="none"/>
          </a:ln>
        </p:spPr>
      </p:cxnSp>
      <p:cxnSp>
        <p:nvCxnSpPr>
          <p:cNvPr id="2192" name="Google Shape;2192;p92"/>
          <p:cNvCxnSpPr>
            <a:stCxn id="2188" idx="3"/>
            <a:endCxn id="2193" idx="2"/>
          </p:cNvCxnSpPr>
          <p:nvPr/>
        </p:nvCxnSpPr>
        <p:spPr>
          <a:xfrm rot="10800000">
            <a:off x="2762628" y="3261813"/>
            <a:ext cx="825900" cy="377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194" name="Google Shape;2194;p92"/>
          <p:cNvPicPr preferRelativeResize="0"/>
          <p:nvPr/>
        </p:nvPicPr>
        <p:blipFill rotWithShape="1">
          <a:blip r:embed="rId7">
            <a:alphaModFix/>
          </a:blip>
          <a:srcRect b="28376" l="12375" r="10949" t="24332"/>
          <a:stretch/>
        </p:blipFill>
        <p:spPr>
          <a:xfrm>
            <a:off x="2832026" y="2045001"/>
            <a:ext cx="1091487" cy="398710"/>
          </a:xfrm>
          <a:prstGeom prst="rect">
            <a:avLst/>
          </a:prstGeom>
          <a:noFill/>
          <a:ln>
            <a:noFill/>
          </a:ln>
        </p:spPr>
      </p:pic>
      <p:pic>
        <p:nvPicPr>
          <p:cNvPr id="2195" name="Google Shape;2195;p92"/>
          <p:cNvPicPr preferRelativeResize="0"/>
          <p:nvPr/>
        </p:nvPicPr>
        <p:blipFill rotWithShape="1">
          <a:blip r:embed="rId8">
            <a:alphaModFix/>
          </a:blip>
          <a:srcRect b="12899" l="0" r="2894" t="27957"/>
          <a:stretch/>
        </p:blipFill>
        <p:spPr>
          <a:xfrm rot="-371948">
            <a:off x="2177906" y="3007092"/>
            <a:ext cx="1048999" cy="417717"/>
          </a:xfrm>
          <a:prstGeom prst="rect">
            <a:avLst/>
          </a:prstGeom>
          <a:noFill/>
          <a:ln>
            <a:noFill/>
          </a:ln>
        </p:spPr>
      </p:pic>
      <p:cxnSp>
        <p:nvCxnSpPr>
          <p:cNvPr id="2196" name="Google Shape;2196;p92"/>
          <p:cNvCxnSpPr/>
          <p:nvPr/>
        </p:nvCxnSpPr>
        <p:spPr>
          <a:xfrm>
            <a:off x="3104876" y="2443700"/>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197" name="Google Shape;2197;p92"/>
          <p:cNvCxnSpPr/>
          <p:nvPr/>
        </p:nvCxnSpPr>
        <p:spPr>
          <a:xfrm flipH="1" rot="10800000">
            <a:off x="3362776" y="2514482"/>
            <a:ext cx="206400" cy="8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1" name="Shape 2201"/>
        <p:cNvGrpSpPr/>
        <p:nvPr/>
      </p:nvGrpSpPr>
      <p:grpSpPr>
        <a:xfrm>
          <a:off x="0" y="0"/>
          <a:ext cx="0" cy="0"/>
          <a:chOff x="0" y="0"/>
          <a:chExt cx="0" cy="0"/>
        </a:xfrm>
      </p:grpSpPr>
      <p:sp>
        <p:nvSpPr>
          <p:cNvPr id="2202" name="Google Shape;2202;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203" name="Google Shape;2203;p93"/>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204" name="Google Shape;2204;p93"/>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205" name="Google Shape;2205;p93"/>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206" name="Google Shape;2206;p93"/>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207" name="Google Shape;2207;p93"/>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208" name="Google Shape;2208;p93"/>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209" name="Google Shape;2209;p93"/>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210" name="Google Shape;2210;p93"/>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211" name="Google Shape;2211;p93"/>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212" name="Google Shape;2212;p93"/>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213" name="Google Shape;2213;p93"/>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214" name="Google Shape;2214;p93"/>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215" name="Google Shape;2215;p93"/>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216" name="Google Shape;2216;p93"/>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217" name="Google Shape;2217;p93"/>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218" name="Google Shape;2218;p93"/>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219" name="Google Shape;2219;p93"/>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220" name="Google Shape;2220;p93"/>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221" name="Google Shape;2221;p93"/>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222" name="Google Shape;2222;p93"/>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223" name="Google Shape;2223;p93"/>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224" name="Google Shape;2224;p93"/>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225" name="Google Shape;2225;p93"/>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226" name="Google Shape;2226;p93"/>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227" name="Google Shape;2227;p93"/>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228" name="Google Shape;2228;p93"/>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229" name="Google Shape;2229;p93"/>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230" name="Google Shape;2230;p93"/>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231" name="Google Shape;2231;p93"/>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232" name="Google Shape;2232;p93"/>
          <p:cNvSpPr/>
          <p:nvPr/>
        </p:nvSpPr>
        <p:spPr>
          <a:xfrm>
            <a:off x="2923128" y="23471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233" name="Google Shape;2233;p93"/>
          <p:cNvCxnSpPr/>
          <p:nvPr/>
        </p:nvCxnSpPr>
        <p:spPr>
          <a:xfrm>
            <a:off x="3153030" y="28441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234" name="Google Shape;2234;p93"/>
          <p:cNvSpPr/>
          <p:nvPr/>
        </p:nvSpPr>
        <p:spPr>
          <a:xfrm>
            <a:off x="3077308" y="255196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235" name="Google Shape;2235;p93"/>
          <p:cNvSpPr/>
          <p:nvPr/>
        </p:nvSpPr>
        <p:spPr>
          <a:xfrm>
            <a:off x="3306076" y="25948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236" name="Google Shape;2236;p93"/>
          <p:cNvSpPr/>
          <p:nvPr/>
        </p:nvSpPr>
        <p:spPr>
          <a:xfrm>
            <a:off x="3137010" y="31892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237" name="Google Shape;2237;p93"/>
          <p:cNvCxnSpPr/>
          <p:nvPr/>
        </p:nvCxnSpPr>
        <p:spPr>
          <a:xfrm rot="5400000">
            <a:off x="2902113" y="42637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238" name="Google Shape;2238;p93"/>
          <p:cNvCxnSpPr/>
          <p:nvPr/>
        </p:nvCxnSpPr>
        <p:spPr>
          <a:xfrm flipH="1" rot="-5400000">
            <a:off x="3284320" y="42237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239" name="Google Shape;2239;p93"/>
          <p:cNvCxnSpPr/>
          <p:nvPr/>
        </p:nvCxnSpPr>
        <p:spPr>
          <a:xfrm rot="10800000">
            <a:off x="2064510" y="3362913"/>
            <a:ext cx="1072500" cy="276000"/>
          </a:xfrm>
          <a:prstGeom prst="straightConnector1">
            <a:avLst/>
          </a:prstGeom>
          <a:noFill/>
          <a:ln cap="flat" cmpd="sng" w="5800">
            <a:solidFill>
              <a:schemeClr val="dk2"/>
            </a:solidFill>
            <a:prstDash val="solid"/>
            <a:round/>
            <a:headEnd len="med" w="med" type="none"/>
            <a:tailEnd len="med" w="med" type="none"/>
          </a:ln>
        </p:spPr>
      </p:cxnSp>
      <p:cxnSp>
        <p:nvCxnSpPr>
          <p:cNvPr id="2240" name="Google Shape;2240;p93"/>
          <p:cNvCxnSpPr>
            <a:stCxn id="2236" idx="3"/>
            <a:endCxn id="2241" idx="2"/>
          </p:cNvCxnSpPr>
          <p:nvPr/>
        </p:nvCxnSpPr>
        <p:spPr>
          <a:xfrm rot="10800000">
            <a:off x="2762628" y="3261813"/>
            <a:ext cx="825900" cy="377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242" name="Google Shape;2242;p93"/>
          <p:cNvPicPr preferRelativeResize="0"/>
          <p:nvPr/>
        </p:nvPicPr>
        <p:blipFill rotWithShape="1">
          <a:blip r:embed="rId7">
            <a:alphaModFix/>
          </a:blip>
          <a:srcRect b="28376" l="12375" r="10949" t="24332"/>
          <a:stretch/>
        </p:blipFill>
        <p:spPr>
          <a:xfrm>
            <a:off x="2832026" y="2045001"/>
            <a:ext cx="1091487" cy="398710"/>
          </a:xfrm>
          <a:prstGeom prst="rect">
            <a:avLst/>
          </a:prstGeom>
          <a:noFill/>
          <a:ln>
            <a:noFill/>
          </a:ln>
        </p:spPr>
      </p:pic>
      <p:pic>
        <p:nvPicPr>
          <p:cNvPr id="2243" name="Google Shape;2243;p93"/>
          <p:cNvPicPr preferRelativeResize="0"/>
          <p:nvPr/>
        </p:nvPicPr>
        <p:blipFill rotWithShape="1">
          <a:blip r:embed="rId8">
            <a:alphaModFix/>
          </a:blip>
          <a:srcRect b="12899" l="0" r="2894" t="27957"/>
          <a:stretch/>
        </p:blipFill>
        <p:spPr>
          <a:xfrm rot="-371948">
            <a:off x="2177906" y="3007092"/>
            <a:ext cx="1048999" cy="417717"/>
          </a:xfrm>
          <a:prstGeom prst="rect">
            <a:avLst/>
          </a:prstGeom>
          <a:noFill/>
          <a:ln>
            <a:noFill/>
          </a:ln>
        </p:spPr>
      </p:pic>
      <p:cxnSp>
        <p:nvCxnSpPr>
          <p:cNvPr id="2244" name="Google Shape;2244;p93"/>
          <p:cNvCxnSpPr/>
          <p:nvPr/>
        </p:nvCxnSpPr>
        <p:spPr>
          <a:xfrm>
            <a:off x="3104876" y="2443700"/>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245" name="Google Shape;2245;p93"/>
          <p:cNvCxnSpPr/>
          <p:nvPr/>
        </p:nvCxnSpPr>
        <p:spPr>
          <a:xfrm flipH="1" rot="10800000">
            <a:off x="3362776" y="2514482"/>
            <a:ext cx="206400" cy="80400"/>
          </a:xfrm>
          <a:prstGeom prst="straightConnector1">
            <a:avLst/>
          </a:prstGeom>
          <a:noFill/>
          <a:ln cap="flat" cmpd="sng" w="9525">
            <a:solidFill>
              <a:schemeClr val="dk2"/>
            </a:solidFill>
            <a:prstDash val="solid"/>
            <a:round/>
            <a:headEnd len="med" w="med" type="none"/>
            <a:tailEnd len="med" w="med" type="none"/>
          </a:ln>
        </p:spPr>
      </p:cxnSp>
      <p:cxnSp>
        <p:nvCxnSpPr>
          <p:cNvPr id="2246" name="Google Shape;2246;p93"/>
          <p:cNvCxnSpPr/>
          <p:nvPr/>
        </p:nvCxnSpPr>
        <p:spPr>
          <a:xfrm>
            <a:off x="1828725" y="3346250"/>
            <a:ext cx="55500" cy="24600"/>
          </a:xfrm>
          <a:prstGeom prst="straightConnector1">
            <a:avLst/>
          </a:prstGeom>
          <a:noFill/>
          <a:ln cap="flat" cmpd="sng" w="9525">
            <a:solidFill>
              <a:schemeClr val="dk2"/>
            </a:solidFill>
            <a:prstDash val="solid"/>
            <a:round/>
            <a:headEnd len="med" w="med" type="none"/>
            <a:tailEnd len="med" w="med" type="none"/>
          </a:ln>
        </p:spPr>
      </p:cxnSp>
      <p:cxnSp>
        <p:nvCxnSpPr>
          <p:cNvPr id="2247" name="Google Shape;2247;p93"/>
          <p:cNvCxnSpPr/>
          <p:nvPr/>
        </p:nvCxnSpPr>
        <p:spPr>
          <a:xfrm>
            <a:off x="2146225" y="3152050"/>
            <a:ext cx="58500" cy="24600"/>
          </a:xfrm>
          <a:prstGeom prst="straightConnector1">
            <a:avLst/>
          </a:prstGeom>
          <a:noFill/>
          <a:ln cap="flat" cmpd="sng" w="9525">
            <a:solidFill>
              <a:schemeClr val="dk2"/>
            </a:solidFill>
            <a:prstDash val="solid"/>
            <a:round/>
            <a:headEnd len="med" w="med" type="none"/>
            <a:tailEnd len="med" w="med" type="none"/>
          </a:ln>
        </p:spPr>
      </p:cxnSp>
      <p:cxnSp>
        <p:nvCxnSpPr>
          <p:cNvPr id="2248" name="Google Shape;2248;p93"/>
          <p:cNvCxnSpPr/>
          <p:nvPr/>
        </p:nvCxnSpPr>
        <p:spPr>
          <a:xfrm flipH="1" rot="10800000">
            <a:off x="1881125" y="3173750"/>
            <a:ext cx="326700" cy="194100"/>
          </a:xfrm>
          <a:prstGeom prst="straightConnector1">
            <a:avLst/>
          </a:prstGeom>
          <a:noFill/>
          <a:ln cap="flat" cmpd="sng" w="9525">
            <a:solidFill>
              <a:schemeClr val="dk2"/>
            </a:solidFill>
            <a:prstDash val="solid"/>
            <a:round/>
            <a:headEnd len="med" w="med" type="none"/>
            <a:tailEnd len="med" w="med" type="none"/>
          </a:ln>
        </p:spPr>
      </p:cxnSp>
      <p:pic>
        <p:nvPicPr>
          <p:cNvPr id="2249" name="Google Shape;2249;p93"/>
          <p:cNvPicPr preferRelativeResize="0"/>
          <p:nvPr/>
        </p:nvPicPr>
        <p:blipFill>
          <a:blip r:embed="rId9">
            <a:alphaModFix/>
          </a:blip>
          <a:stretch>
            <a:fillRect/>
          </a:stretch>
        </p:blipFill>
        <p:spPr>
          <a:xfrm rot="5400000">
            <a:off x="-174713" y="3880313"/>
            <a:ext cx="721950" cy="18852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sp>
        <p:nvSpPr>
          <p:cNvPr id="2254" name="Google Shape;2254;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255" name="Google Shape;2255;p94"/>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256" name="Google Shape;2256;p94"/>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257" name="Google Shape;2257;p94"/>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258" name="Google Shape;2258;p94"/>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259" name="Google Shape;2259;p94"/>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260" name="Google Shape;2260;p94"/>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261" name="Google Shape;2261;p94"/>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262" name="Google Shape;2262;p94"/>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263" name="Google Shape;2263;p94"/>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264" name="Google Shape;2264;p94"/>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265" name="Google Shape;2265;p94"/>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266" name="Google Shape;2266;p94"/>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267" name="Google Shape;2267;p94"/>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268" name="Google Shape;2268;p94"/>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269" name="Google Shape;2269;p94"/>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270" name="Google Shape;2270;p94"/>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271" name="Google Shape;2271;p94"/>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272" name="Google Shape;2272;p94"/>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273" name="Google Shape;2273;p94"/>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274" name="Google Shape;2274;p94"/>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275" name="Google Shape;2275;p94"/>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276" name="Google Shape;2276;p94"/>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277" name="Google Shape;2277;p94"/>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278" name="Google Shape;2278;p94"/>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279" name="Google Shape;2279;p94"/>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280" name="Google Shape;2280;p94"/>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281" name="Google Shape;2281;p94"/>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282" name="Google Shape;2282;p94"/>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283" name="Google Shape;2283;p94"/>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284" name="Google Shape;2284;p94"/>
          <p:cNvSpPr/>
          <p:nvPr/>
        </p:nvSpPr>
        <p:spPr>
          <a:xfrm>
            <a:off x="2923128" y="23471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285" name="Google Shape;2285;p94"/>
          <p:cNvCxnSpPr/>
          <p:nvPr/>
        </p:nvCxnSpPr>
        <p:spPr>
          <a:xfrm>
            <a:off x="3153030" y="28441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286" name="Google Shape;2286;p94"/>
          <p:cNvSpPr/>
          <p:nvPr/>
        </p:nvSpPr>
        <p:spPr>
          <a:xfrm>
            <a:off x="3199583" y="25992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287" name="Google Shape;2287;p94"/>
          <p:cNvSpPr/>
          <p:nvPr/>
        </p:nvSpPr>
        <p:spPr>
          <a:xfrm>
            <a:off x="3466426" y="262755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288" name="Google Shape;2288;p94"/>
          <p:cNvSpPr/>
          <p:nvPr/>
        </p:nvSpPr>
        <p:spPr>
          <a:xfrm>
            <a:off x="3137010" y="31892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289" name="Google Shape;2289;p94"/>
          <p:cNvCxnSpPr/>
          <p:nvPr/>
        </p:nvCxnSpPr>
        <p:spPr>
          <a:xfrm rot="5400000">
            <a:off x="2902113" y="42637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290" name="Google Shape;2290;p94"/>
          <p:cNvCxnSpPr/>
          <p:nvPr/>
        </p:nvCxnSpPr>
        <p:spPr>
          <a:xfrm flipH="1" rot="-5400000">
            <a:off x="3284320" y="42237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291" name="Google Shape;2291;p94"/>
          <p:cNvCxnSpPr/>
          <p:nvPr/>
        </p:nvCxnSpPr>
        <p:spPr>
          <a:xfrm flipH="1" rot="10800000">
            <a:off x="3137010" y="3300213"/>
            <a:ext cx="837600" cy="338700"/>
          </a:xfrm>
          <a:prstGeom prst="straightConnector1">
            <a:avLst/>
          </a:prstGeom>
          <a:noFill/>
          <a:ln cap="flat" cmpd="sng" w="5800">
            <a:solidFill>
              <a:schemeClr val="dk2"/>
            </a:solidFill>
            <a:prstDash val="solid"/>
            <a:round/>
            <a:headEnd len="med" w="med" type="none"/>
            <a:tailEnd len="med" w="med" type="none"/>
          </a:ln>
        </p:spPr>
      </p:cxnSp>
      <p:cxnSp>
        <p:nvCxnSpPr>
          <p:cNvPr id="2292" name="Google Shape;2292;p94"/>
          <p:cNvCxnSpPr>
            <a:stCxn id="2288" idx="3"/>
          </p:cNvCxnSpPr>
          <p:nvPr/>
        </p:nvCxnSpPr>
        <p:spPr>
          <a:xfrm flipH="1" rot="10800000">
            <a:off x="3588528" y="3564813"/>
            <a:ext cx="484200" cy="74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293" name="Google Shape;2293;p94"/>
          <p:cNvPicPr preferRelativeResize="0"/>
          <p:nvPr/>
        </p:nvPicPr>
        <p:blipFill rotWithShape="1">
          <a:blip r:embed="rId7">
            <a:alphaModFix/>
          </a:blip>
          <a:srcRect b="28376" l="12375" r="10949" t="24332"/>
          <a:stretch/>
        </p:blipFill>
        <p:spPr>
          <a:xfrm>
            <a:off x="2832026" y="2045001"/>
            <a:ext cx="1091487" cy="398710"/>
          </a:xfrm>
          <a:prstGeom prst="rect">
            <a:avLst/>
          </a:prstGeom>
          <a:noFill/>
          <a:ln>
            <a:noFill/>
          </a:ln>
        </p:spPr>
      </p:pic>
      <p:pic>
        <p:nvPicPr>
          <p:cNvPr id="2294" name="Google Shape;2294;p94"/>
          <p:cNvPicPr preferRelativeResize="0"/>
          <p:nvPr/>
        </p:nvPicPr>
        <p:blipFill rotWithShape="1">
          <a:blip r:embed="rId8">
            <a:alphaModFix/>
          </a:blip>
          <a:srcRect b="12899" l="0" r="2894" t="27957"/>
          <a:stretch/>
        </p:blipFill>
        <p:spPr>
          <a:xfrm flipH="1" rot="2486223">
            <a:off x="3765405" y="3260716"/>
            <a:ext cx="1048999" cy="417717"/>
          </a:xfrm>
          <a:prstGeom prst="rect">
            <a:avLst/>
          </a:prstGeom>
          <a:noFill/>
          <a:ln>
            <a:noFill/>
          </a:ln>
        </p:spPr>
      </p:pic>
      <p:cxnSp>
        <p:nvCxnSpPr>
          <p:cNvPr id="2295" name="Google Shape;2295;p94"/>
          <p:cNvCxnSpPr/>
          <p:nvPr/>
        </p:nvCxnSpPr>
        <p:spPr>
          <a:xfrm>
            <a:off x="3104876" y="2443700"/>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296" name="Google Shape;2296;p94"/>
          <p:cNvCxnSpPr/>
          <p:nvPr/>
        </p:nvCxnSpPr>
        <p:spPr>
          <a:xfrm flipH="1" rot="10800000">
            <a:off x="3362776" y="2514482"/>
            <a:ext cx="206400" cy="80400"/>
          </a:xfrm>
          <a:prstGeom prst="straightConnector1">
            <a:avLst/>
          </a:prstGeom>
          <a:noFill/>
          <a:ln cap="flat" cmpd="sng" w="9525">
            <a:solidFill>
              <a:schemeClr val="dk2"/>
            </a:solidFill>
            <a:prstDash val="solid"/>
            <a:round/>
            <a:headEnd len="med" w="med" type="none"/>
            <a:tailEnd len="med" w="med" type="none"/>
          </a:ln>
        </p:spPr>
      </p:cxnSp>
      <p:cxnSp>
        <p:nvCxnSpPr>
          <p:cNvPr id="2297" name="Google Shape;2297;p94"/>
          <p:cNvCxnSpPr/>
          <p:nvPr/>
        </p:nvCxnSpPr>
        <p:spPr>
          <a:xfrm>
            <a:off x="1828725" y="3346250"/>
            <a:ext cx="55500" cy="24600"/>
          </a:xfrm>
          <a:prstGeom prst="straightConnector1">
            <a:avLst/>
          </a:prstGeom>
          <a:noFill/>
          <a:ln cap="flat" cmpd="sng" w="9525">
            <a:solidFill>
              <a:schemeClr val="dk2"/>
            </a:solidFill>
            <a:prstDash val="solid"/>
            <a:round/>
            <a:headEnd len="med" w="med" type="none"/>
            <a:tailEnd len="med" w="med" type="none"/>
          </a:ln>
        </p:spPr>
      </p:cxnSp>
      <p:cxnSp>
        <p:nvCxnSpPr>
          <p:cNvPr id="2298" name="Google Shape;2298;p94"/>
          <p:cNvCxnSpPr/>
          <p:nvPr/>
        </p:nvCxnSpPr>
        <p:spPr>
          <a:xfrm>
            <a:off x="2146225" y="3152050"/>
            <a:ext cx="58500" cy="24600"/>
          </a:xfrm>
          <a:prstGeom prst="straightConnector1">
            <a:avLst/>
          </a:prstGeom>
          <a:noFill/>
          <a:ln cap="flat" cmpd="sng" w="9525">
            <a:solidFill>
              <a:schemeClr val="dk2"/>
            </a:solidFill>
            <a:prstDash val="solid"/>
            <a:round/>
            <a:headEnd len="med" w="med" type="none"/>
            <a:tailEnd len="med" w="med" type="none"/>
          </a:ln>
        </p:spPr>
      </p:cxnSp>
      <p:cxnSp>
        <p:nvCxnSpPr>
          <p:cNvPr id="2299" name="Google Shape;2299;p94"/>
          <p:cNvCxnSpPr/>
          <p:nvPr/>
        </p:nvCxnSpPr>
        <p:spPr>
          <a:xfrm flipH="1" rot="10800000">
            <a:off x="1881125" y="3173750"/>
            <a:ext cx="326700" cy="194100"/>
          </a:xfrm>
          <a:prstGeom prst="straightConnector1">
            <a:avLst/>
          </a:prstGeom>
          <a:noFill/>
          <a:ln cap="flat" cmpd="sng" w="9525">
            <a:solidFill>
              <a:schemeClr val="dk2"/>
            </a:solidFill>
            <a:prstDash val="solid"/>
            <a:round/>
            <a:headEnd len="med" w="med" type="none"/>
            <a:tailEnd len="med" w="med" type="none"/>
          </a:ln>
        </p:spPr>
      </p:cxnSp>
      <p:pic>
        <p:nvPicPr>
          <p:cNvPr id="2300" name="Google Shape;2300;p94"/>
          <p:cNvPicPr preferRelativeResize="0"/>
          <p:nvPr/>
        </p:nvPicPr>
        <p:blipFill>
          <a:blip r:embed="rId9">
            <a:alphaModFix/>
          </a:blip>
          <a:stretch>
            <a:fillRect/>
          </a:stretch>
        </p:blipFill>
        <p:spPr>
          <a:xfrm rot="5400000">
            <a:off x="-174713" y="3880313"/>
            <a:ext cx="721950" cy="1885225"/>
          </a:xfrm>
          <a:prstGeom prst="rect">
            <a:avLst/>
          </a:prstGeom>
          <a:noFill/>
          <a:ln>
            <a:noFill/>
          </a:ln>
        </p:spPr>
      </p:pic>
      <p:pic>
        <p:nvPicPr>
          <p:cNvPr id="2301" name="Google Shape;2301;p94">
            <a:hlinkClick action="ppaction://hlinksldjump" r:id="rId10"/>
          </p:cNvPr>
          <p:cNvPicPr preferRelativeResize="0"/>
          <p:nvPr/>
        </p:nvPicPr>
        <p:blipFill>
          <a:blip r:embed="rId11">
            <a:alphaModFix/>
          </a:blip>
          <a:stretch>
            <a:fillRect/>
          </a:stretch>
        </p:blipFill>
        <p:spPr>
          <a:xfrm rot="5400000">
            <a:off x="5243462" y="3567363"/>
            <a:ext cx="973625" cy="2301399"/>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05" name="Shape 2305"/>
        <p:cNvGrpSpPr/>
        <p:nvPr/>
      </p:nvGrpSpPr>
      <p:grpSpPr>
        <a:xfrm>
          <a:off x="0" y="0"/>
          <a:ext cx="0" cy="0"/>
          <a:chOff x="0" y="0"/>
          <a:chExt cx="0" cy="0"/>
        </a:xfrm>
      </p:grpSpPr>
      <p:sp>
        <p:nvSpPr>
          <p:cNvPr id="2306" name="Google Shape;2306;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7" name="Google Shape;2307;p95">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308" name="Google Shape;2308;p9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309" name="Google Shape;2309;p9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310" name="Google Shape;2310;p9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311" name="Google Shape;2311;p95"/>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15" name="Shape 2315"/>
        <p:cNvGrpSpPr/>
        <p:nvPr/>
      </p:nvGrpSpPr>
      <p:grpSpPr>
        <a:xfrm>
          <a:off x="0" y="0"/>
          <a:ext cx="0" cy="0"/>
          <a:chOff x="0" y="0"/>
          <a:chExt cx="0" cy="0"/>
        </a:xfrm>
      </p:grpSpPr>
      <p:sp>
        <p:nvSpPr>
          <p:cNvPr id="2316" name="Google Shape;2316;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17" name="Google Shape;2317;p96">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318" name="Google Shape;2318;p96"/>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319" name="Google Shape;2319;p96"/>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320" name="Google Shape;2320;p96"/>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321" name="Google Shape;2321;p96"/>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pic>
        <p:nvPicPr>
          <p:cNvPr descr="Offroad mountain bike event poster. Vector illustration (Provided by Getty Images)" id="2326" name="Google Shape;2326;p97"/>
          <p:cNvPicPr preferRelativeResize="0"/>
          <p:nvPr/>
        </p:nvPicPr>
        <p:blipFill>
          <a:blip r:embed="rId3">
            <a:alphaModFix/>
          </a:blip>
          <a:stretch>
            <a:fillRect/>
          </a:stretch>
        </p:blipFill>
        <p:spPr>
          <a:xfrm>
            <a:off x="6966574" y="655414"/>
            <a:ext cx="1139638" cy="1579172"/>
          </a:xfrm>
          <a:prstGeom prst="rect">
            <a:avLst/>
          </a:prstGeom>
          <a:noFill/>
          <a:ln>
            <a:noFill/>
          </a:ln>
        </p:spPr>
      </p:pic>
      <p:sp>
        <p:nvSpPr>
          <p:cNvPr id="2327" name="Google Shape;2327;p97"/>
          <p:cNvSpPr/>
          <p:nvPr/>
        </p:nvSpPr>
        <p:spPr>
          <a:xfrm rot="-1233536">
            <a:off x="5065960" y="2080543"/>
            <a:ext cx="4182582" cy="88764"/>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28" name="Google Shape;2328;p97"/>
          <p:cNvPicPr preferRelativeResize="0"/>
          <p:nvPr/>
        </p:nvPicPr>
        <p:blipFill rotWithShape="1">
          <a:blip r:embed="rId4">
            <a:alphaModFix/>
          </a:blip>
          <a:srcRect b="12899" l="0" r="2894" t="27957"/>
          <a:stretch/>
        </p:blipFill>
        <p:spPr>
          <a:xfrm flipH="1" rot="-1453181">
            <a:off x="4027205" y="2961167"/>
            <a:ext cx="1048999" cy="417717"/>
          </a:xfrm>
          <a:prstGeom prst="rect">
            <a:avLst/>
          </a:prstGeom>
          <a:noFill/>
          <a:ln>
            <a:noFill/>
          </a:ln>
        </p:spPr>
      </p:pic>
      <p:sp>
        <p:nvSpPr>
          <p:cNvPr id="2329" name="Google Shape;2329;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330" name="Google Shape;2330;p97"/>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331" name="Google Shape;2331;p9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332" name="Google Shape;2332;p9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333" name="Google Shape;2333;p9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334" name="Google Shape;2334;p9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335" name="Google Shape;2335;p97"/>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336" name="Google Shape;2336;p97"/>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337" name="Google Shape;2337;p97"/>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338" name="Google Shape;2338;p97"/>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339" name="Google Shape;2339;p97"/>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340" name="Google Shape;2340;p97"/>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341" name="Google Shape;2341;p97"/>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342" name="Google Shape;2342;p97"/>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343" name="Google Shape;2343;p97"/>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344" name="Google Shape;2344;p97"/>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345" name="Google Shape;2345;p97"/>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346" name="Google Shape;2346;p97"/>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347" name="Google Shape;2347;p97"/>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348" name="Google Shape;2348;p97"/>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349" name="Google Shape;2349;p97"/>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350" name="Google Shape;2350;p97"/>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351" name="Google Shape;2351;p97"/>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352" name="Google Shape;2352;p97"/>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353" name="Google Shape;2353;p9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354" name="Google Shape;2354;p97"/>
          <p:cNvPicPr preferRelativeResize="0"/>
          <p:nvPr/>
        </p:nvPicPr>
        <p:blipFill>
          <a:blip r:embed="rId5">
            <a:alphaModFix/>
          </a:blip>
          <a:stretch>
            <a:fillRect/>
          </a:stretch>
        </p:blipFill>
        <p:spPr>
          <a:xfrm rot="10800000">
            <a:off x="4240376" y="1773687"/>
            <a:ext cx="622675" cy="750925"/>
          </a:xfrm>
          <a:prstGeom prst="rect">
            <a:avLst/>
          </a:prstGeom>
          <a:noFill/>
          <a:ln>
            <a:noFill/>
          </a:ln>
        </p:spPr>
      </p:pic>
      <p:cxnSp>
        <p:nvCxnSpPr>
          <p:cNvPr id="2355" name="Google Shape;2355;p9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High angle view studio shot of rat (Provided by Getty Images)" id="2356" name="Google Shape;2356;p97"/>
          <p:cNvPicPr preferRelativeResize="0"/>
          <p:nvPr/>
        </p:nvPicPr>
        <p:blipFill rotWithShape="1">
          <a:blip r:embed="rId6">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357" name="Google Shape;2357;p97"/>
          <p:cNvPicPr preferRelativeResize="0"/>
          <p:nvPr/>
        </p:nvPicPr>
        <p:blipFill>
          <a:blip r:embed="rId7">
            <a:alphaModFix/>
          </a:blip>
          <a:stretch>
            <a:fillRect/>
          </a:stretch>
        </p:blipFill>
        <p:spPr>
          <a:xfrm>
            <a:off x="2440126" y="4496556"/>
            <a:ext cx="912600" cy="569462"/>
          </a:xfrm>
          <a:prstGeom prst="rect">
            <a:avLst/>
          </a:prstGeom>
          <a:noFill/>
          <a:ln>
            <a:noFill/>
          </a:ln>
        </p:spPr>
      </p:pic>
      <p:sp>
        <p:nvSpPr>
          <p:cNvPr id="2358" name="Google Shape;2358;p97"/>
          <p:cNvSpPr/>
          <p:nvPr/>
        </p:nvSpPr>
        <p:spPr>
          <a:xfrm>
            <a:off x="2923128" y="23471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359" name="Google Shape;2359;p97"/>
          <p:cNvCxnSpPr/>
          <p:nvPr/>
        </p:nvCxnSpPr>
        <p:spPr>
          <a:xfrm>
            <a:off x="3153030" y="28441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360" name="Google Shape;2360;p97"/>
          <p:cNvSpPr/>
          <p:nvPr/>
        </p:nvSpPr>
        <p:spPr>
          <a:xfrm>
            <a:off x="3238683" y="25890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361" name="Google Shape;2361;p97"/>
          <p:cNvSpPr/>
          <p:nvPr/>
        </p:nvSpPr>
        <p:spPr>
          <a:xfrm>
            <a:off x="3466426" y="25890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362" name="Google Shape;2362;p97"/>
          <p:cNvSpPr/>
          <p:nvPr/>
        </p:nvSpPr>
        <p:spPr>
          <a:xfrm>
            <a:off x="3137010" y="31892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363" name="Google Shape;2363;p97"/>
          <p:cNvCxnSpPr/>
          <p:nvPr/>
        </p:nvCxnSpPr>
        <p:spPr>
          <a:xfrm rot="5400000">
            <a:off x="2902113" y="42637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364" name="Google Shape;2364;p97"/>
          <p:cNvCxnSpPr/>
          <p:nvPr/>
        </p:nvCxnSpPr>
        <p:spPr>
          <a:xfrm flipH="1" rot="-5400000">
            <a:off x="3284320" y="42237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365" name="Google Shape;2365;p97"/>
          <p:cNvCxnSpPr/>
          <p:nvPr/>
        </p:nvCxnSpPr>
        <p:spPr>
          <a:xfrm flipH="1" rot="10800000">
            <a:off x="3137010" y="3099213"/>
            <a:ext cx="1109100" cy="539700"/>
          </a:xfrm>
          <a:prstGeom prst="straightConnector1">
            <a:avLst/>
          </a:prstGeom>
          <a:noFill/>
          <a:ln cap="flat" cmpd="sng" w="5800">
            <a:solidFill>
              <a:schemeClr val="dk2"/>
            </a:solidFill>
            <a:prstDash val="solid"/>
            <a:round/>
            <a:headEnd len="med" w="med" type="none"/>
            <a:tailEnd len="med" w="med" type="none"/>
          </a:ln>
        </p:spPr>
      </p:cxnSp>
      <p:cxnSp>
        <p:nvCxnSpPr>
          <p:cNvPr id="2366" name="Google Shape;2366;p97"/>
          <p:cNvCxnSpPr>
            <a:stCxn id="2362" idx="3"/>
          </p:cNvCxnSpPr>
          <p:nvPr/>
        </p:nvCxnSpPr>
        <p:spPr>
          <a:xfrm flipH="1" rot="10800000">
            <a:off x="3588528" y="3317313"/>
            <a:ext cx="875700" cy="3216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367" name="Google Shape;2367;p97"/>
          <p:cNvPicPr preferRelativeResize="0"/>
          <p:nvPr/>
        </p:nvPicPr>
        <p:blipFill rotWithShape="1">
          <a:blip r:embed="rId8">
            <a:alphaModFix/>
          </a:blip>
          <a:srcRect b="28376" l="12375" r="10949" t="24332"/>
          <a:stretch/>
        </p:blipFill>
        <p:spPr>
          <a:xfrm>
            <a:off x="2832026" y="2045001"/>
            <a:ext cx="1091487" cy="398710"/>
          </a:xfrm>
          <a:prstGeom prst="rect">
            <a:avLst/>
          </a:prstGeom>
          <a:noFill/>
          <a:ln>
            <a:noFill/>
          </a:ln>
        </p:spPr>
      </p:pic>
      <p:cxnSp>
        <p:nvCxnSpPr>
          <p:cNvPr id="2368" name="Google Shape;2368;p97"/>
          <p:cNvCxnSpPr/>
          <p:nvPr/>
        </p:nvCxnSpPr>
        <p:spPr>
          <a:xfrm>
            <a:off x="3104876" y="2443700"/>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369" name="Google Shape;2369;p97"/>
          <p:cNvCxnSpPr/>
          <p:nvPr/>
        </p:nvCxnSpPr>
        <p:spPr>
          <a:xfrm flipH="1" rot="10800000">
            <a:off x="3362776" y="2514482"/>
            <a:ext cx="206400" cy="8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3" name="Shape 2373"/>
        <p:cNvGrpSpPr/>
        <p:nvPr/>
      </p:nvGrpSpPr>
      <p:grpSpPr>
        <a:xfrm>
          <a:off x="0" y="0"/>
          <a:ext cx="0" cy="0"/>
          <a:chOff x="0" y="0"/>
          <a:chExt cx="0" cy="0"/>
        </a:xfrm>
      </p:grpSpPr>
      <p:pic>
        <p:nvPicPr>
          <p:cNvPr descr="Offroad mountain bike event poster. Vector illustration (Provided by Getty Images)" id="2374" name="Google Shape;2374;p98"/>
          <p:cNvPicPr preferRelativeResize="0"/>
          <p:nvPr/>
        </p:nvPicPr>
        <p:blipFill>
          <a:blip r:embed="rId3">
            <a:alphaModFix/>
          </a:blip>
          <a:stretch>
            <a:fillRect/>
          </a:stretch>
        </p:blipFill>
        <p:spPr>
          <a:xfrm>
            <a:off x="6966574" y="655414"/>
            <a:ext cx="1139638" cy="1579172"/>
          </a:xfrm>
          <a:prstGeom prst="rect">
            <a:avLst/>
          </a:prstGeom>
          <a:noFill/>
          <a:ln>
            <a:noFill/>
          </a:ln>
        </p:spPr>
      </p:pic>
      <p:pic>
        <p:nvPicPr>
          <p:cNvPr id="2375" name="Google Shape;2375;p98"/>
          <p:cNvPicPr preferRelativeResize="0"/>
          <p:nvPr/>
        </p:nvPicPr>
        <p:blipFill rotWithShape="1">
          <a:blip r:embed="rId4">
            <a:alphaModFix/>
          </a:blip>
          <a:srcRect b="12899" l="0" r="2894" t="27957"/>
          <a:stretch/>
        </p:blipFill>
        <p:spPr>
          <a:xfrm flipH="1" rot="2699966">
            <a:off x="3796479" y="3138179"/>
            <a:ext cx="1049000" cy="417717"/>
          </a:xfrm>
          <a:prstGeom prst="rect">
            <a:avLst/>
          </a:prstGeom>
          <a:noFill/>
          <a:ln>
            <a:noFill/>
          </a:ln>
        </p:spPr>
      </p:pic>
      <p:sp>
        <p:nvSpPr>
          <p:cNvPr id="2376" name="Google Shape;2376;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377" name="Google Shape;2377;p98"/>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378" name="Google Shape;2378;p98"/>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379" name="Google Shape;2379;p98"/>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380" name="Google Shape;2380;p98"/>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381" name="Google Shape;2381;p98"/>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382" name="Google Shape;2382;p98"/>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383" name="Google Shape;2383;p98"/>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384" name="Google Shape;2384;p98"/>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385" name="Google Shape;2385;p98"/>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386" name="Google Shape;2386;p98"/>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387" name="Google Shape;2387;p98"/>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388" name="Google Shape;2388;p98"/>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389" name="Google Shape;2389;p98"/>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390" name="Google Shape;2390;p98"/>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391" name="Google Shape;2391;p98"/>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392" name="Google Shape;2392;p98"/>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393" name="Google Shape;2393;p98"/>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394" name="Google Shape;2394;p98"/>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395" name="Google Shape;2395;p98"/>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396" name="Google Shape;2396;p98"/>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397" name="Google Shape;2397;p98"/>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398" name="Google Shape;2398;p98"/>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399" name="Google Shape;2399;p98"/>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400" name="Google Shape;2400;p98"/>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401" name="Google Shape;2401;p98"/>
          <p:cNvPicPr preferRelativeResize="0"/>
          <p:nvPr/>
        </p:nvPicPr>
        <p:blipFill>
          <a:blip r:embed="rId5">
            <a:alphaModFix/>
          </a:blip>
          <a:stretch>
            <a:fillRect/>
          </a:stretch>
        </p:blipFill>
        <p:spPr>
          <a:xfrm rot="10800000">
            <a:off x="4240376" y="1773687"/>
            <a:ext cx="622675" cy="750925"/>
          </a:xfrm>
          <a:prstGeom prst="rect">
            <a:avLst/>
          </a:prstGeom>
          <a:noFill/>
          <a:ln>
            <a:noFill/>
          </a:ln>
        </p:spPr>
      </p:pic>
      <p:cxnSp>
        <p:nvCxnSpPr>
          <p:cNvPr id="2402" name="Google Shape;2402;p98"/>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High angle view studio shot of rat (Provided by Getty Images)" id="2403" name="Google Shape;2403;p98"/>
          <p:cNvPicPr preferRelativeResize="0"/>
          <p:nvPr/>
        </p:nvPicPr>
        <p:blipFill rotWithShape="1">
          <a:blip r:embed="rId6">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404" name="Google Shape;2404;p98"/>
          <p:cNvPicPr preferRelativeResize="0"/>
          <p:nvPr/>
        </p:nvPicPr>
        <p:blipFill>
          <a:blip r:embed="rId7">
            <a:alphaModFix/>
          </a:blip>
          <a:stretch>
            <a:fillRect/>
          </a:stretch>
        </p:blipFill>
        <p:spPr>
          <a:xfrm>
            <a:off x="2440126" y="4496556"/>
            <a:ext cx="912600" cy="569462"/>
          </a:xfrm>
          <a:prstGeom prst="rect">
            <a:avLst/>
          </a:prstGeom>
          <a:noFill/>
          <a:ln>
            <a:noFill/>
          </a:ln>
        </p:spPr>
      </p:pic>
      <p:sp>
        <p:nvSpPr>
          <p:cNvPr id="2405" name="Google Shape;2405;p98"/>
          <p:cNvSpPr/>
          <p:nvPr/>
        </p:nvSpPr>
        <p:spPr>
          <a:xfrm>
            <a:off x="2923128" y="23471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406" name="Google Shape;2406;p98"/>
          <p:cNvCxnSpPr/>
          <p:nvPr/>
        </p:nvCxnSpPr>
        <p:spPr>
          <a:xfrm>
            <a:off x="3153030" y="28441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407" name="Google Shape;2407;p98"/>
          <p:cNvSpPr/>
          <p:nvPr/>
        </p:nvSpPr>
        <p:spPr>
          <a:xfrm>
            <a:off x="3306033" y="26795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408" name="Google Shape;2408;p98"/>
          <p:cNvSpPr/>
          <p:nvPr/>
        </p:nvSpPr>
        <p:spPr>
          <a:xfrm>
            <a:off x="3513376" y="262755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409" name="Google Shape;2409;p98"/>
          <p:cNvSpPr/>
          <p:nvPr/>
        </p:nvSpPr>
        <p:spPr>
          <a:xfrm>
            <a:off x="3137010" y="31892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410" name="Google Shape;2410;p98"/>
          <p:cNvCxnSpPr/>
          <p:nvPr/>
        </p:nvCxnSpPr>
        <p:spPr>
          <a:xfrm rot="5400000">
            <a:off x="2902113" y="42637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411" name="Google Shape;2411;p98"/>
          <p:cNvCxnSpPr/>
          <p:nvPr/>
        </p:nvCxnSpPr>
        <p:spPr>
          <a:xfrm flipH="1" rot="-5400000">
            <a:off x="3284320" y="42237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412" name="Google Shape;2412;p98"/>
          <p:cNvCxnSpPr/>
          <p:nvPr/>
        </p:nvCxnSpPr>
        <p:spPr>
          <a:xfrm flipH="1" rot="10800000">
            <a:off x="3137010" y="3099213"/>
            <a:ext cx="1109100" cy="539700"/>
          </a:xfrm>
          <a:prstGeom prst="straightConnector1">
            <a:avLst/>
          </a:prstGeom>
          <a:noFill/>
          <a:ln cap="flat" cmpd="sng" w="5800">
            <a:solidFill>
              <a:schemeClr val="dk2"/>
            </a:solidFill>
            <a:prstDash val="solid"/>
            <a:round/>
            <a:headEnd len="med" w="med" type="none"/>
            <a:tailEnd len="med" w="med" type="none"/>
          </a:ln>
        </p:spPr>
      </p:cxnSp>
      <p:cxnSp>
        <p:nvCxnSpPr>
          <p:cNvPr id="2413" name="Google Shape;2413;p98"/>
          <p:cNvCxnSpPr>
            <a:stCxn id="2409" idx="3"/>
          </p:cNvCxnSpPr>
          <p:nvPr/>
        </p:nvCxnSpPr>
        <p:spPr>
          <a:xfrm flipH="1" rot="10800000">
            <a:off x="3588528" y="3317313"/>
            <a:ext cx="875700" cy="3216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414" name="Google Shape;2414;p98"/>
          <p:cNvPicPr preferRelativeResize="0"/>
          <p:nvPr/>
        </p:nvPicPr>
        <p:blipFill rotWithShape="1">
          <a:blip r:embed="rId8">
            <a:alphaModFix/>
          </a:blip>
          <a:srcRect b="28376" l="12375" r="10949" t="24332"/>
          <a:stretch/>
        </p:blipFill>
        <p:spPr>
          <a:xfrm>
            <a:off x="2832026" y="2045001"/>
            <a:ext cx="1091487" cy="398710"/>
          </a:xfrm>
          <a:prstGeom prst="rect">
            <a:avLst/>
          </a:prstGeom>
          <a:noFill/>
          <a:ln>
            <a:noFill/>
          </a:ln>
        </p:spPr>
      </p:pic>
      <p:cxnSp>
        <p:nvCxnSpPr>
          <p:cNvPr id="2415" name="Google Shape;2415;p98"/>
          <p:cNvCxnSpPr/>
          <p:nvPr/>
        </p:nvCxnSpPr>
        <p:spPr>
          <a:xfrm>
            <a:off x="3104876" y="2443700"/>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416" name="Google Shape;2416;p98"/>
          <p:cNvCxnSpPr/>
          <p:nvPr/>
        </p:nvCxnSpPr>
        <p:spPr>
          <a:xfrm flipH="1" rot="10800000">
            <a:off x="3362776" y="2514482"/>
            <a:ext cx="206400" cy="80400"/>
          </a:xfrm>
          <a:prstGeom prst="straightConnector1">
            <a:avLst/>
          </a:prstGeom>
          <a:noFill/>
          <a:ln cap="flat" cmpd="sng" w="9525">
            <a:solidFill>
              <a:schemeClr val="dk2"/>
            </a:solidFill>
            <a:prstDash val="solid"/>
            <a:round/>
            <a:headEnd len="med" w="med" type="none"/>
            <a:tailEnd len="med" w="med" type="none"/>
          </a:ln>
        </p:spPr>
      </p:cxnSp>
      <p:pic>
        <p:nvPicPr>
          <p:cNvPr id="2417" name="Google Shape;2417;p98"/>
          <p:cNvPicPr preferRelativeResize="0"/>
          <p:nvPr/>
        </p:nvPicPr>
        <p:blipFill>
          <a:blip r:embed="rId9">
            <a:alphaModFix/>
          </a:blip>
          <a:stretch>
            <a:fillRect/>
          </a:stretch>
        </p:blipFill>
        <p:spPr>
          <a:xfrm rot="5400000">
            <a:off x="5113387" y="3668713"/>
            <a:ext cx="721950" cy="1885225"/>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1" name="Shape 2421"/>
        <p:cNvGrpSpPr/>
        <p:nvPr/>
      </p:nvGrpSpPr>
      <p:grpSpPr>
        <a:xfrm>
          <a:off x="0" y="0"/>
          <a:ext cx="0" cy="0"/>
          <a:chOff x="0" y="0"/>
          <a:chExt cx="0" cy="0"/>
        </a:xfrm>
      </p:grpSpPr>
      <p:pic>
        <p:nvPicPr>
          <p:cNvPr descr="Offroad mountain bike event poster. Vector illustration (Provided by Getty Images)" id="2422" name="Google Shape;2422;p99"/>
          <p:cNvPicPr preferRelativeResize="0"/>
          <p:nvPr/>
        </p:nvPicPr>
        <p:blipFill>
          <a:blip r:embed="rId3">
            <a:alphaModFix/>
          </a:blip>
          <a:stretch>
            <a:fillRect/>
          </a:stretch>
        </p:blipFill>
        <p:spPr>
          <a:xfrm>
            <a:off x="6966574" y="655414"/>
            <a:ext cx="1139638" cy="1579172"/>
          </a:xfrm>
          <a:prstGeom prst="rect">
            <a:avLst/>
          </a:prstGeom>
          <a:noFill/>
          <a:ln>
            <a:noFill/>
          </a:ln>
        </p:spPr>
      </p:pic>
      <p:pic>
        <p:nvPicPr>
          <p:cNvPr id="2423" name="Google Shape;2423;p99"/>
          <p:cNvPicPr preferRelativeResize="0"/>
          <p:nvPr/>
        </p:nvPicPr>
        <p:blipFill rotWithShape="1">
          <a:blip r:embed="rId4">
            <a:alphaModFix/>
          </a:blip>
          <a:srcRect b="12899" l="0" r="2894" t="27957"/>
          <a:stretch/>
        </p:blipFill>
        <p:spPr>
          <a:xfrm flipH="1" rot="10582926">
            <a:off x="3212755" y="4402467"/>
            <a:ext cx="1049000" cy="417717"/>
          </a:xfrm>
          <a:prstGeom prst="rect">
            <a:avLst/>
          </a:prstGeom>
          <a:noFill/>
          <a:ln>
            <a:noFill/>
          </a:ln>
        </p:spPr>
      </p:pic>
      <p:sp>
        <p:nvSpPr>
          <p:cNvPr id="2424" name="Google Shape;2424;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425" name="Google Shape;2425;p99"/>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426" name="Google Shape;2426;p9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427" name="Google Shape;2427;p9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428" name="Google Shape;2428;p9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429" name="Google Shape;2429;p9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430" name="Google Shape;2430;p9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431" name="Google Shape;2431;p9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432" name="Google Shape;2432;p9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433" name="Google Shape;2433;p9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434" name="Google Shape;2434;p99"/>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435" name="Google Shape;2435;p99"/>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436" name="Google Shape;2436;p99"/>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437" name="Google Shape;2437;p9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438" name="Google Shape;2438;p9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439" name="Google Shape;2439;p9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440" name="Google Shape;2440;p99"/>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441" name="Google Shape;2441;p99"/>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442" name="Google Shape;2442;p99"/>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443" name="Google Shape;2443;p99"/>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444" name="Google Shape;2444;p9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445" name="Google Shape;2445;p99"/>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446" name="Google Shape;2446;p9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447" name="Google Shape;2447;p9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448" name="Google Shape;2448;p9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449" name="Google Shape;2449;p99"/>
          <p:cNvPicPr preferRelativeResize="0"/>
          <p:nvPr/>
        </p:nvPicPr>
        <p:blipFill>
          <a:blip r:embed="rId5">
            <a:alphaModFix/>
          </a:blip>
          <a:stretch>
            <a:fillRect/>
          </a:stretch>
        </p:blipFill>
        <p:spPr>
          <a:xfrm rot="10800000">
            <a:off x="4240376" y="1773687"/>
            <a:ext cx="622675" cy="750925"/>
          </a:xfrm>
          <a:prstGeom prst="rect">
            <a:avLst/>
          </a:prstGeom>
          <a:noFill/>
          <a:ln>
            <a:noFill/>
          </a:ln>
        </p:spPr>
      </p:pic>
      <p:cxnSp>
        <p:nvCxnSpPr>
          <p:cNvPr id="2450" name="Google Shape;2450;p9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High angle view studio shot of rat (Provided by Getty Images)" id="2451" name="Google Shape;2451;p99"/>
          <p:cNvPicPr preferRelativeResize="0"/>
          <p:nvPr/>
        </p:nvPicPr>
        <p:blipFill rotWithShape="1">
          <a:blip r:embed="rId6">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452" name="Google Shape;2452;p99"/>
          <p:cNvPicPr preferRelativeResize="0"/>
          <p:nvPr/>
        </p:nvPicPr>
        <p:blipFill>
          <a:blip r:embed="rId7">
            <a:alphaModFix/>
          </a:blip>
          <a:stretch>
            <a:fillRect/>
          </a:stretch>
        </p:blipFill>
        <p:spPr>
          <a:xfrm>
            <a:off x="2440126" y="4496556"/>
            <a:ext cx="912600" cy="569462"/>
          </a:xfrm>
          <a:prstGeom prst="rect">
            <a:avLst/>
          </a:prstGeom>
          <a:noFill/>
          <a:ln>
            <a:noFill/>
          </a:ln>
        </p:spPr>
      </p:pic>
      <p:sp>
        <p:nvSpPr>
          <p:cNvPr id="2453" name="Google Shape;2453;p99"/>
          <p:cNvSpPr/>
          <p:nvPr/>
        </p:nvSpPr>
        <p:spPr>
          <a:xfrm>
            <a:off x="5097728" y="210228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454" name="Google Shape;2454;p99"/>
          <p:cNvCxnSpPr/>
          <p:nvPr/>
        </p:nvCxnSpPr>
        <p:spPr>
          <a:xfrm>
            <a:off x="5327630" y="259929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455" name="Google Shape;2455;p99"/>
          <p:cNvSpPr/>
          <p:nvPr/>
        </p:nvSpPr>
        <p:spPr>
          <a:xfrm flipH="1">
            <a:off x="5375941" y="2434675"/>
            <a:ext cx="1047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456" name="Google Shape;2456;p99"/>
          <p:cNvSpPr/>
          <p:nvPr/>
        </p:nvSpPr>
        <p:spPr>
          <a:xfrm>
            <a:off x="5565189" y="2479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457" name="Google Shape;2457;p99"/>
          <p:cNvSpPr/>
          <p:nvPr/>
        </p:nvSpPr>
        <p:spPr>
          <a:xfrm>
            <a:off x="5311610" y="2944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458" name="Google Shape;2458;p99"/>
          <p:cNvCxnSpPr/>
          <p:nvPr/>
        </p:nvCxnSpPr>
        <p:spPr>
          <a:xfrm rot="5400000">
            <a:off x="5076713" y="401896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459" name="Google Shape;2459;p99"/>
          <p:cNvCxnSpPr/>
          <p:nvPr/>
        </p:nvCxnSpPr>
        <p:spPr>
          <a:xfrm flipH="1" rot="-5400000">
            <a:off x="5458920" y="397891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460" name="Google Shape;2460;p99"/>
          <p:cNvCxnSpPr/>
          <p:nvPr/>
        </p:nvCxnSpPr>
        <p:spPr>
          <a:xfrm rot="10800000">
            <a:off x="4595810" y="2704988"/>
            <a:ext cx="715800" cy="689100"/>
          </a:xfrm>
          <a:prstGeom prst="straightConnector1">
            <a:avLst/>
          </a:prstGeom>
          <a:noFill/>
          <a:ln cap="flat" cmpd="sng" w="5800">
            <a:solidFill>
              <a:schemeClr val="dk2"/>
            </a:solidFill>
            <a:prstDash val="solid"/>
            <a:round/>
            <a:headEnd len="med" w="med" type="none"/>
            <a:tailEnd len="med" w="med" type="none"/>
          </a:ln>
        </p:spPr>
      </p:cxnSp>
      <p:cxnSp>
        <p:nvCxnSpPr>
          <p:cNvPr id="2461" name="Google Shape;2461;p99"/>
          <p:cNvCxnSpPr>
            <a:stCxn id="2457" idx="3"/>
          </p:cNvCxnSpPr>
          <p:nvPr/>
        </p:nvCxnSpPr>
        <p:spPr>
          <a:xfrm flipH="1" rot="10800000">
            <a:off x="5763128" y="2650088"/>
            <a:ext cx="726600" cy="7440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462" name="Google Shape;2462;p99"/>
          <p:cNvPicPr preferRelativeResize="0"/>
          <p:nvPr/>
        </p:nvPicPr>
        <p:blipFill rotWithShape="1">
          <a:blip r:embed="rId8">
            <a:alphaModFix/>
          </a:blip>
          <a:srcRect b="28376" l="12375" r="10949" t="24332"/>
          <a:stretch/>
        </p:blipFill>
        <p:spPr>
          <a:xfrm>
            <a:off x="5006626" y="1800176"/>
            <a:ext cx="1091487" cy="398710"/>
          </a:xfrm>
          <a:prstGeom prst="rect">
            <a:avLst/>
          </a:prstGeom>
          <a:noFill/>
          <a:ln>
            <a:noFill/>
          </a:ln>
        </p:spPr>
      </p:pic>
      <p:cxnSp>
        <p:nvCxnSpPr>
          <p:cNvPr id="2463" name="Google Shape;2463;p99"/>
          <p:cNvCxnSpPr/>
          <p:nvPr/>
        </p:nvCxnSpPr>
        <p:spPr>
          <a:xfrm>
            <a:off x="5279476" y="2198875"/>
            <a:ext cx="133800" cy="94500"/>
          </a:xfrm>
          <a:prstGeom prst="straightConnector1">
            <a:avLst/>
          </a:prstGeom>
          <a:noFill/>
          <a:ln cap="flat" cmpd="sng" w="9525">
            <a:solidFill>
              <a:schemeClr val="dk2"/>
            </a:solidFill>
            <a:prstDash val="solid"/>
            <a:round/>
            <a:headEnd len="med" w="med" type="none"/>
            <a:tailEnd len="med" w="med" type="none"/>
          </a:ln>
        </p:spPr>
      </p:cxnSp>
      <p:cxnSp>
        <p:nvCxnSpPr>
          <p:cNvPr id="2464" name="Google Shape;2464;p99"/>
          <p:cNvCxnSpPr/>
          <p:nvPr/>
        </p:nvCxnSpPr>
        <p:spPr>
          <a:xfrm flipH="1" rot="10800000">
            <a:off x="5537376" y="2269657"/>
            <a:ext cx="206400" cy="80400"/>
          </a:xfrm>
          <a:prstGeom prst="straightConnector1">
            <a:avLst/>
          </a:prstGeom>
          <a:noFill/>
          <a:ln cap="flat" cmpd="sng" w="9525">
            <a:solidFill>
              <a:schemeClr val="dk2"/>
            </a:solidFill>
            <a:prstDash val="solid"/>
            <a:round/>
            <a:headEnd len="med" w="med" type="none"/>
            <a:tailEnd len="med" w="med" type="none"/>
          </a:ln>
        </p:spPr>
      </p:cxnSp>
      <p:pic>
        <p:nvPicPr>
          <p:cNvPr id="2465" name="Google Shape;2465;p99"/>
          <p:cNvPicPr preferRelativeResize="0"/>
          <p:nvPr/>
        </p:nvPicPr>
        <p:blipFill>
          <a:blip r:embed="rId9">
            <a:alphaModFix/>
          </a:blip>
          <a:stretch>
            <a:fillRect/>
          </a:stretch>
        </p:blipFill>
        <p:spPr>
          <a:xfrm rot="5400000">
            <a:off x="5113387" y="3668713"/>
            <a:ext cx="721950" cy="18852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9" name="Shape 2469"/>
        <p:cNvGrpSpPr/>
        <p:nvPr/>
      </p:nvGrpSpPr>
      <p:grpSpPr>
        <a:xfrm>
          <a:off x="0" y="0"/>
          <a:ext cx="0" cy="0"/>
          <a:chOff x="0" y="0"/>
          <a:chExt cx="0" cy="0"/>
        </a:xfrm>
      </p:grpSpPr>
      <p:pic>
        <p:nvPicPr>
          <p:cNvPr id="2470" name="Google Shape;2470;p100"/>
          <p:cNvPicPr preferRelativeResize="0"/>
          <p:nvPr/>
        </p:nvPicPr>
        <p:blipFill>
          <a:blip r:embed="rId3">
            <a:alphaModFix/>
          </a:blip>
          <a:stretch>
            <a:fillRect/>
          </a:stretch>
        </p:blipFill>
        <p:spPr>
          <a:xfrm>
            <a:off x="7465925" y="0"/>
            <a:ext cx="519525" cy="1169600"/>
          </a:xfrm>
          <a:prstGeom prst="rect">
            <a:avLst/>
          </a:prstGeom>
          <a:noFill/>
          <a:ln>
            <a:noFill/>
          </a:ln>
        </p:spPr>
      </p:pic>
      <p:cxnSp>
        <p:nvCxnSpPr>
          <p:cNvPr id="2471" name="Google Shape;2471;p100"/>
          <p:cNvCxnSpPr/>
          <p:nvPr/>
        </p:nvCxnSpPr>
        <p:spPr>
          <a:xfrm>
            <a:off x="7974650" y="625"/>
            <a:ext cx="32400" cy="5163000"/>
          </a:xfrm>
          <a:prstGeom prst="straightConnector1">
            <a:avLst/>
          </a:prstGeom>
          <a:noFill/>
          <a:ln cap="flat" cmpd="sng" w="9525">
            <a:solidFill>
              <a:schemeClr val="dk2"/>
            </a:solidFill>
            <a:prstDash val="solid"/>
            <a:round/>
            <a:headEnd len="med" w="med" type="none"/>
            <a:tailEnd len="med" w="med" type="none"/>
          </a:ln>
        </p:spPr>
      </p:cxnSp>
      <p:sp>
        <p:nvSpPr>
          <p:cNvPr id="2472" name="Google Shape;2472;p100"/>
          <p:cNvSpPr/>
          <p:nvPr/>
        </p:nvSpPr>
        <p:spPr>
          <a:xfrm>
            <a:off x="51600" y="43925"/>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3" name="Google Shape;2473;p100"/>
          <p:cNvSpPr/>
          <p:nvPr/>
        </p:nvSpPr>
        <p:spPr>
          <a:xfrm>
            <a:off x="4572000" y="-134250"/>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4" name="Google Shape;2474;p100"/>
          <p:cNvSpPr/>
          <p:nvPr/>
        </p:nvSpPr>
        <p:spPr>
          <a:xfrm rot="3284935">
            <a:off x="7270012" y="605180"/>
            <a:ext cx="320708" cy="295493"/>
          </a:xfrm>
          <a:prstGeom prst="ellipse">
            <a:avLst/>
          </a:prstGeom>
          <a:no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475" name="Google Shape;2475;p100"/>
          <p:cNvCxnSpPr/>
          <p:nvPr/>
        </p:nvCxnSpPr>
        <p:spPr>
          <a:xfrm rot="3283387">
            <a:off x="7299206" y="758405"/>
            <a:ext cx="153239" cy="66924"/>
          </a:xfrm>
          <a:prstGeom prst="curvedConnector3">
            <a:avLst>
              <a:gd fmla="val 50000" name="adj1"/>
            </a:avLst>
          </a:prstGeom>
          <a:noFill/>
          <a:ln cap="flat" cmpd="sng" w="2125">
            <a:solidFill>
              <a:schemeClr val="dk2"/>
            </a:solidFill>
            <a:prstDash val="solid"/>
            <a:round/>
            <a:headEnd len="med" w="med" type="none"/>
            <a:tailEnd len="med" w="med" type="none"/>
          </a:ln>
        </p:spPr>
      </p:cxnSp>
      <p:sp>
        <p:nvSpPr>
          <p:cNvPr id="2476" name="Google Shape;2476;p100"/>
          <p:cNvSpPr/>
          <p:nvPr/>
        </p:nvSpPr>
        <p:spPr>
          <a:xfrm flipH="1" rot="3274001">
            <a:off x="7382648" y="691101"/>
            <a:ext cx="38292"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sp>
        <p:nvSpPr>
          <p:cNvPr id="2477" name="Google Shape;2477;p100"/>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sp>
        <p:nvSpPr>
          <p:cNvPr id="2478" name="Google Shape;2478;p100"/>
          <p:cNvSpPr/>
          <p:nvPr/>
        </p:nvSpPr>
        <p:spPr>
          <a:xfrm rot="3281457">
            <a:off x="7083975" y="775987"/>
            <a:ext cx="164813" cy="328282"/>
          </a:xfrm>
          <a:prstGeom prst="flowChartProcess">
            <a:avLst/>
          </a:prstGeom>
          <a:solidFill>
            <a:srgbClr val="FF0000"/>
          </a:solidFill>
          <a:ln cap="flat" cmpd="sng" w="2125">
            <a:solidFill>
              <a:srgbClr val="FF0000"/>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479" name="Google Shape;2479;p100"/>
          <p:cNvCxnSpPr/>
          <p:nvPr/>
        </p:nvCxnSpPr>
        <p:spPr>
          <a:xfrm rot="8681698">
            <a:off x="6818316" y="998802"/>
            <a:ext cx="188950" cy="61345"/>
          </a:xfrm>
          <a:prstGeom prst="curvedConnector3">
            <a:avLst>
              <a:gd fmla="val 50000" name="adj1"/>
            </a:avLst>
          </a:prstGeom>
          <a:noFill/>
          <a:ln cap="flat" cmpd="sng" w="2125">
            <a:solidFill>
              <a:schemeClr val="dk2"/>
            </a:solidFill>
            <a:prstDash val="solid"/>
            <a:round/>
            <a:headEnd len="med" w="med" type="none"/>
            <a:tailEnd len="med" w="med" type="none"/>
          </a:ln>
        </p:spPr>
      </p:cxnSp>
      <p:cxnSp>
        <p:nvCxnSpPr>
          <p:cNvPr id="2480" name="Google Shape;2480;p100"/>
          <p:cNvCxnSpPr/>
          <p:nvPr/>
        </p:nvCxnSpPr>
        <p:spPr>
          <a:xfrm flipH="1" rot="-2111634">
            <a:off x="6907861" y="1095167"/>
            <a:ext cx="174375" cy="75747"/>
          </a:xfrm>
          <a:prstGeom prst="curvedConnector3">
            <a:avLst>
              <a:gd fmla="val 50000" name="adj1"/>
            </a:avLst>
          </a:prstGeom>
          <a:noFill/>
          <a:ln cap="flat" cmpd="sng" w="2125">
            <a:solidFill>
              <a:schemeClr val="dk2"/>
            </a:solidFill>
            <a:prstDash val="solid"/>
            <a:round/>
            <a:headEnd len="med" w="med" type="none"/>
            <a:tailEnd len="med" w="med" type="none"/>
          </a:ln>
        </p:spPr>
      </p:cxnSp>
      <p:cxnSp>
        <p:nvCxnSpPr>
          <p:cNvPr id="2481" name="Google Shape;2481;p100"/>
          <p:cNvCxnSpPr/>
          <p:nvPr/>
        </p:nvCxnSpPr>
        <p:spPr>
          <a:xfrm rot="-7516660">
            <a:off x="7015261" y="567705"/>
            <a:ext cx="261281" cy="251550"/>
          </a:xfrm>
          <a:prstGeom prst="straightConnector1">
            <a:avLst/>
          </a:prstGeom>
          <a:noFill/>
          <a:ln cap="flat" cmpd="sng" w="2125">
            <a:solidFill>
              <a:schemeClr val="dk2"/>
            </a:solidFill>
            <a:prstDash val="solid"/>
            <a:round/>
            <a:headEnd len="med" w="med" type="none"/>
            <a:tailEnd len="med" w="med" type="none"/>
          </a:ln>
        </p:spPr>
      </p:cxnSp>
      <p:cxnSp>
        <p:nvCxnSpPr>
          <p:cNvPr id="2482" name="Google Shape;2482;p100"/>
          <p:cNvCxnSpPr>
            <a:stCxn id="2478" idx="3"/>
          </p:cNvCxnSpPr>
          <p:nvPr/>
        </p:nvCxnSpPr>
        <p:spPr>
          <a:xfrm>
            <a:off x="7214011" y="1007376"/>
            <a:ext cx="374700" cy="59700"/>
          </a:xfrm>
          <a:prstGeom prst="straightConnector1">
            <a:avLst/>
          </a:prstGeom>
          <a:noFill/>
          <a:ln cap="flat" cmpd="sng" w="2125">
            <a:solidFill>
              <a:schemeClr val="dk2"/>
            </a:solidFill>
            <a:prstDash val="solid"/>
            <a:round/>
            <a:headEnd len="med" w="med" type="none"/>
            <a:tailEnd len="med" w="med" type="none"/>
          </a:ln>
        </p:spPr>
      </p:cxnSp>
      <p:pic>
        <p:nvPicPr>
          <p:cNvPr descr="cowboy hat icon vector outline illustration (Provided by Getty Images)" id="2483" name="Google Shape;2483;p100"/>
          <p:cNvPicPr preferRelativeResize="0"/>
          <p:nvPr/>
        </p:nvPicPr>
        <p:blipFill rotWithShape="1">
          <a:blip r:embed="rId4">
            <a:alphaModFix/>
          </a:blip>
          <a:srcRect b="28376" l="12375" r="10949" t="24332"/>
          <a:stretch/>
        </p:blipFill>
        <p:spPr>
          <a:xfrm rot="3281467">
            <a:off x="7385735" y="577605"/>
            <a:ext cx="398414" cy="145538"/>
          </a:xfrm>
          <a:prstGeom prst="rect">
            <a:avLst/>
          </a:prstGeom>
          <a:noFill/>
          <a:ln>
            <a:noFill/>
          </a:ln>
        </p:spPr>
      </p:pic>
      <p:cxnSp>
        <p:nvCxnSpPr>
          <p:cNvPr id="2484" name="Google Shape;2484;p100"/>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cxnSp>
        <p:nvCxnSpPr>
          <p:cNvPr id="2485" name="Google Shape;2485;p100"/>
          <p:cNvCxnSpPr/>
          <p:nvPr/>
        </p:nvCxnSpPr>
        <p:spPr>
          <a:xfrm flipH="1" rot="-7525023">
            <a:off x="7230747" y="965162"/>
            <a:ext cx="115957" cy="45025"/>
          </a:xfrm>
          <a:prstGeom prst="straightConnector1">
            <a:avLst/>
          </a:prstGeom>
          <a:noFill/>
          <a:ln cap="flat" cmpd="sng" w="5350">
            <a:solidFill>
              <a:schemeClr val="dk2"/>
            </a:solidFill>
            <a:prstDash val="solid"/>
            <a:round/>
            <a:headEnd len="med" w="med" type="none"/>
            <a:tailEnd len="med" w="med" type="none"/>
          </a:ln>
        </p:spPr>
      </p:cxnSp>
      <p:sp>
        <p:nvSpPr>
          <p:cNvPr id="2486" name="Google Shape;2486;p100"/>
          <p:cNvSpPr/>
          <p:nvPr/>
        </p:nvSpPr>
        <p:spPr>
          <a:xfrm>
            <a:off x="2220400" y="607363"/>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rick wall (Provided by Getty Images)" id="2487" name="Google Shape;2487;p100"/>
          <p:cNvPicPr preferRelativeResize="0"/>
          <p:nvPr/>
        </p:nvPicPr>
        <p:blipFill>
          <a:blip r:embed="rId5">
            <a:alphaModFix/>
          </a:blip>
          <a:stretch>
            <a:fillRect/>
          </a:stretch>
        </p:blipFill>
        <p:spPr>
          <a:xfrm>
            <a:off x="7929525" y="0"/>
            <a:ext cx="1214474" cy="5143501"/>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1" name="Shape 2491"/>
        <p:cNvGrpSpPr/>
        <p:nvPr/>
      </p:nvGrpSpPr>
      <p:grpSpPr>
        <a:xfrm>
          <a:off x="0" y="0"/>
          <a:ext cx="0" cy="0"/>
          <a:chOff x="0" y="0"/>
          <a:chExt cx="0" cy="0"/>
        </a:xfrm>
      </p:grpSpPr>
      <p:cxnSp>
        <p:nvCxnSpPr>
          <p:cNvPr id="2492" name="Google Shape;2492;p101"/>
          <p:cNvCxnSpPr/>
          <p:nvPr/>
        </p:nvCxnSpPr>
        <p:spPr>
          <a:xfrm>
            <a:off x="7974650" y="625"/>
            <a:ext cx="32400" cy="5163000"/>
          </a:xfrm>
          <a:prstGeom prst="straightConnector1">
            <a:avLst/>
          </a:prstGeom>
          <a:noFill/>
          <a:ln cap="flat" cmpd="sng" w="9525">
            <a:solidFill>
              <a:schemeClr val="dk2"/>
            </a:solidFill>
            <a:prstDash val="solid"/>
            <a:round/>
            <a:headEnd len="med" w="med" type="none"/>
            <a:tailEnd len="med" w="med" type="none"/>
          </a:ln>
        </p:spPr>
      </p:cxnSp>
      <p:sp>
        <p:nvSpPr>
          <p:cNvPr id="2493" name="Google Shape;2493;p101"/>
          <p:cNvSpPr/>
          <p:nvPr/>
        </p:nvSpPr>
        <p:spPr>
          <a:xfrm>
            <a:off x="51600" y="43925"/>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4" name="Google Shape;2494;p101"/>
          <p:cNvSpPr/>
          <p:nvPr/>
        </p:nvSpPr>
        <p:spPr>
          <a:xfrm>
            <a:off x="4572000" y="-134250"/>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5" name="Google Shape;2495;p101"/>
          <p:cNvSpPr/>
          <p:nvPr/>
        </p:nvSpPr>
        <p:spPr>
          <a:xfrm rot="9119812">
            <a:off x="6910039" y="3746729"/>
            <a:ext cx="320753" cy="295394"/>
          </a:xfrm>
          <a:prstGeom prst="ellipse">
            <a:avLst/>
          </a:prstGeom>
          <a:noFill/>
          <a:ln cap="flat" cmpd="sng" w="2125">
            <a:solidFill>
              <a:schemeClr val="dk2"/>
            </a:solidFill>
            <a:prstDash val="solid"/>
            <a:round/>
            <a:headEnd len="sm" w="sm" type="none"/>
            <a:tailEnd len="sm" w="sm" type="none"/>
          </a:ln>
          <a:effectLst>
            <a:outerShdw rotWithShape="0" algn="bl" dir="5400000" dist="952500">
              <a:srgbClr val="000000">
                <a:alpha val="59000"/>
              </a:srgbClr>
            </a:outerShdw>
          </a:effectLst>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496" name="Google Shape;2496;p101"/>
          <p:cNvCxnSpPr/>
          <p:nvPr/>
        </p:nvCxnSpPr>
        <p:spPr>
          <a:xfrm rot="9118817">
            <a:off x="6962017" y="3801851"/>
            <a:ext cx="153265" cy="66971"/>
          </a:xfrm>
          <a:prstGeom prst="curvedConnector3">
            <a:avLst>
              <a:gd fmla="val 50000" name="adj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sp>
        <p:nvSpPr>
          <p:cNvPr id="2497" name="Google Shape;2497;p101"/>
          <p:cNvSpPr/>
          <p:nvPr/>
        </p:nvSpPr>
        <p:spPr>
          <a:xfrm flipH="1" rot="9109285">
            <a:off x="7083034" y="3836155"/>
            <a:ext cx="38118" cy="66971"/>
          </a:xfrm>
          <a:prstGeom prst="ellipse">
            <a:avLst/>
          </a:prstGeom>
          <a:solidFill>
            <a:schemeClr val="lt2"/>
          </a:solidFill>
          <a:ln cap="flat" cmpd="sng" w="2125">
            <a:solidFill>
              <a:schemeClr val="dk2"/>
            </a:solidFill>
            <a:prstDash val="solid"/>
            <a:round/>
            <a:headEnd len="sm" w="sm" type="none"/>
            <a:tailEnd len="sm" w="sm" type="none"/>
          </a:ln>
          <a:effectLst>
            <a:outerShdw rotWithShape="0" algn="bl" dir="5400000" dist="952500">
              <a:srgbClr val="000000">
                <a:alpha val="59000"/>
              </a:srgbClr>
            </a:outerShdw>
          </a:effectLst>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sp>
        <p:nvSpPr>
          <p:cNvPr id="2498" name="Google Shape;2498;p101"/>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sp>
        <p:nvSpPr>
          <p:cNvPr id="2499" name="Google Shape;2499;p101"/>
          <p:cNvSpPr/>
          <p:nvPr/>
        </p:nvSpPr>
        <p:spPr>
          <a:xfrm rot="9115789">
            <a:off x="6835572" y="3444784"/>
            <a:ext cx="164813" cy="328282"/>
          </a:xfrm>
          <a:prstGeom prst="flowChartProcess">
            <a:avLst/>
          </a:prstGeom>
          <a:solidFill>
            <a:srgbClr val="FF0000"/>
          </a:solidFill>
          <a:ln cap="flat" cmpd="sng" w="2125">
            <a:solidFill>
              <a:srgbClr val="FF0000"/>
            </a:solidFill>
            <a:prstDash val="solid"/>
            <a:round/>
            <a:headEnd len="sm" w="sm" type="none"/>
            <a:tailEnd len="sm" w="sm" type="none"/>
          </a:ln>
          <a:effectLst>
            <a:outerShdw rotWithShape="0" algn="bl" dir="5400000" dist="952500">
              <a:srgbClr val="000000">
                <a:alpha val="59000"/>
              </a:srgbClr>
            </a:outerShdw>
          </a:effectLst>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500" name="Google Shape;2500;p101"/>
          <p:cNvCxnSpPr/>
          <p:nvPr/>
        </p:nvCxnSpPr>
        <p:spPr>
          <a:xfrm rot="-7081781">
            <a:off x="6766935" y="3315334"/>
            <a:ext cx="188965" cy="61465"/>
          </a:xfrm>
          <a:prstGeom prst="curvedConnector3">
            <a:avLst>
              <a:gd fmla="val 50000" name="adj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cxnSp>
        <p:nvCxnSpPr>
          <p:cNvPr id="2501" name="Google Shape;2501;p101"/>
          <p:cNvCxnSpPr/>
          <p:nvPr/>
        </p:nvCxnSpPr>
        <p:spPr>
          <a:xfrm flipH="1" rot="3724009">
            <a:off x="6661130" y="3376817"/>
            <a:ext cx="174195" cy="75829"/>
          </a:xfrm>
          <a:prstGeom prst="curvedConnector3">
            <a:avLst>
              <a:gd fmla="val 50000" name="adj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cxnSp>
        <p:nvCxnSpPr>
          <p:cNvPr id="2502" name="Google Shape;2502;p101"/>
          <p:cNvCxnSpPr/>
          <p:nvPr/>
        </p:nvCxnSpPr>
        <p:spPr>
          <a:xfrm rot="-1680402">
            <a:off x="7034642" y="3493975"/>
            <a:ext cx="261300" cy="251647"/>
          </a:xfrm>
          <a:prstGeom prst="straightConnector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cxnSp>
        <p:nvCxnSpPr>
          <p:cNvPr id="2503" name="Google Shape;2503;p101"/>
          <p:cNvCxnSpPr>
            <a:stCxn id="2499" idx="3"/>
          </p:cNvCxnSpPr>
          <p:nvPr/>
        </p:nvCxnSpPr>
        <p:spPr>
          <a:xfrm flipH="1">
            <a:off x="6739065" y="3647702"/>
            <a:ext cx="106200" cy="364200"/>
          </a:xfrm>
          <a:prstGeom prst="straightConnector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pic>
        <p:nvPicPr>
          <p:cNvPr descr="cowboy hat icon vector outline illustration (Provided by Getty Images)" id="2504" name="Google Shape;2504;p101"/>
          <p:cNvPicPr preferRelativeResize="0"/>
          <p:nvPr/>
        </p:nvPicPr>
        <p:blipFill rotWithShape="1">
          <a:blip r:embed="rId3">
            <a:alphaModFix/>
          </a:blip>
          <a:srcRect b="28376" l="12375" r="10949" t="24332"/>
          <a:stretch/>
        </p:blipFill>
        <p:spPr>
          <a:xfrm rot="-1825670">
            <a:off x="4818686" y="3651628"/>
            <a:ext cx="398417" cy="145539"/>
          </a:xfrm>
          <a:prstGeom prst="rect">
            <a:avLst/>
          </a:prstGeom>
          <a:noFill/>
          <a:ln>
            <a:noFill/>
          </a:ln>
          <a:effectLst>
            <a:outerShdw blurRad="57150" rotWithShape="0" algn="bl" dir="5400000" dist="952500">
              <a:srgbClr val="000000">
                <a:alpha val="50000"/>
              </a:srgbClr>
            </a:outerShdw>
          </a:effectLst>
        </p:spPr>
      </p:pic>
      <p:cxnSp>
        <p:nvCxnSpPr>
          <p:cNvPr id="2505" name="Google Shape;2505;p101"/>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cxnSp>
        <p:nvCxnSpPr>
          <p:cNvPr id="2506" name="Google Shape;2506;p101"/>
          <p:cNvCxnSpPr/>
          <p:nvPr/>
        </p:nvCxnSpPr>
        <p:spPr>
          <a:xfrm flipH="1" rot="-1693232">
            <a:off x="6797329" y="3701852"/>
            <a:ext cx="116100" cy="45089"/>
          </a:xfrm>
          <a:prstGeom prst="straightConnector1">
            <a:avLst/>
          </a:prstGeom>
          <a:noFill/>
          <a:ln cap="flat" cmpd="sng" w="5350">
            <a:solidFill>
              <a:schemeClr val="dk2"/>
            </a:solidFill>
            <a:prstDash val="solid"/>
            <a:round/>
            <a:headEnd len="med" w="med" type="none"/>
            <a:tailEnd len="med" w="med" type="none"/>
          </a:ln>
          <a:effectLst>
            <a:outerShdw rotWithShape="0" algn="bl" dir="5400000" dist="952500">
              <a:srgbClr val="000000">
                <a:alpha val="59000"/>
              </a:srgbClr>
            </a:outerShdw>
          </a:effectLst>
        </p:spPr>
      </p:cxnSp>
      <p:sp>
        <p:nvSpPr>
          <p:cNvPr id="2507" name="Google Shape;2507;p101"/>
          <p:cNvSpPr/>
          <p:nvPr/>
        </p:nvSpPr>
        <p:spPr>
          <a:xfrm>
            <a:off x="2220400" y="607363"/>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rick wall (Provided by Getty Images)" id="2508" name="Google Shape;2508;p101"/>
          <p:cNvPicPr preferRelativeResize="0"/>
          <p:nvPr/>
        </p:nvPicPr>
        <p:blipFill>
          <a:blip r:embed="rId4">
            <a:alphaModFix/>
          </a:blip>
          <a:stretch>
            <a:fillRect/>
          </a:stretch>
        </p:blipFill>
        <p:spPr>
          <a:xfrm>
            <a:off x="7929525" y="0"/>
            <a:ext cx="1214474" cy="5143501"/>
          </a:xfrm>
          <a:prstGeom prst="rect">
            <a:avLst/>
          </a:prstGeom>
          <a:noFill/>
          <a:ln>
            <a:noFill/>
          </a:ln>
        </p:spPr>
      </p:pic>
      <p:pic>
        <p:nvPicPr>
          <p:cNvPr id="2509" name="Google Shape;2509;p101"/>
          <p:cNvPicPr preferRelativeResize="0"/>
          <p:nvPr/>
        </p:nvPicPr>
        <p:blipFill>
          <a:blip r:embed="rId5">
            <a:alphaModFix/>
          </a:blip>
          <a:stretch>
            <a:fillRect/>
          </a:stretch>
        </p:blipFill>
        <p:spPr>
          <a:xfrm>
            <a:off x="7731087" y="56350"/>
            <a:ext cx="519525" cy="1169600"/>
          </a:xfrm>
          <a:prstGeom prst="rect">
            <a:avLst/>
          </a:prstGeom>
          <a:noFill/>
          <a:ln>
            <a:noFill/>
          </a:ln>
        </p:spPr>
      </p:pic>
      <p:pic>
        <p:nvPicPr>
          <p:cNvPr descr="cowboy hat icon vector outline illustration (Provided by Getty Images)" id="2510" name="Google Shape;2510;p101"/>
          <p:cNvPicPr preferRelativeResize="0"/>
          <p:nvPr/>
        </p:nvPicPr>
        <p:blipFill rotWithShape="1">
          <a:blip r:embed="rId3">
            <a:alphaModFix/>
          </a:blip>
          <a:srcRect b="28376" l="12375" r="10949" t="24332"/>
          <a:stretch/>
        </p:blipFill>
        <p:spPr>
          <a:xfrm rot="-1825670">
            <a:off x="4837736" y="2062603"/>
            <a:ext cx="398417" cy="145539"/>
          </a:xfrm>
          <a:prstGeom prst="rect">
            <a:avLst/>
          </a:prstGeom>
          <a:noFill/>
          <a:ln>
            <a:noFill/>
          </a:ln>
        </p:spPr>
      </p:pic>
      <p:sp>
        <p:nvSpPr>
          <p:cNvPr id="2511" name="Google Shape;2511;p101"/>
          <p:cNvSpPr/>
          <p:nvPr/>
        </p:nvSpPr>
        <p:spPr>
          <a:xfrm>
            <a:off x="4633950" y="3486825"/>
            <a:ext cx="771600" cy="476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5" name="Shape 2515"/>
        <p:cNvGrpSpPr/>
        <p:nvPr/>
      </p:nvGrpSpPr>
      <p:grpSpPr>
        <a:xfrm>
          <a:off x="0" y="0"/>
          <a:ext cx="0" cy="0"/>
          <a:chOff x="0" y="0"/>
          <a:chExt cx="0" cy="0"/>
        </a:xfrm>
      </p:grpSpPr>
      <p:cxnSp>
        <p:nvCxnSpPr>
          <p:cNvPr id="2516" name="Google Shape;2516;p102"/>
          <p:cNvCxnSpPr/>
          <p:nvPr/>
        </p:nvCxnSpPr>
        <p:spPr>
          <a:xfrm>
            <a:off x="7974650" y="625"/>
            <a:ext cx="32400" cy="5163000"/>
          </a:xfrm>
          <a:prstGeom prst="straightConnector1">
            <a:avLst/>
          </a:prstGeom>
          <a:noFill/>
          <a:ln cap="flat" cmpd="sng" w="9525">
            <a:solidFill>
              <a:schemeClr val="dk2"/>
            </a:solidFill>
            <a:prstDash val="solid"/>
            <a:round/>
            <a:headEnd len="med" w="med" type="none"/>
            <a:tailEnd len="med" w="med" type="none"/>
          </a:ln>
        </p:spPr>
      </p:cxnSp>
      <p:sp>
        <p:nvSpPr>
          <p:cNvPr id="2517" name="Google Shape;2517;p102"/>
          <p:cNvSpPr/>
          <p:nvPr/>
        </p:nvSpPr>
        <p:spPr>
          <a:xfrm>
            <a:off x="51600" y="43925"/>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8" name="Google Shape;2518;p102"/>
          <p:cNvSpPr/>
          <p:nvPr/>
        </p:nvSpPr>
        <p:spPr>
          <a:xfrm>
            <a:off x="4572000" y="-134250"/>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9" name="Google Shape;2519;p102"/>
          <p:cNvSpPr/>
          <p:nvPr/>
        </p:nvSpPr>
        <p:spPr>
          <a:xfrm rot="9119812">
            <a:off x="6910039" y="3746729"/>
            <a:ext cx="320753" cy="295394"/>
          </a:xfrm>
          <a:prstGeom prst="ellipse">
            <a:avLst/>
          </a:prstGeom>
          <a:noFill/>
          <a:ln cap="flat" cmpd="sng" w="2125">
            <a:solidFill>
              <a:schemeClr val="dk2"/>
            </a:solidFill>
            <a:prstDash val="solid"/>
            <a:round/>
            <a:headEnd len="sm" w="sm" type="none"/>
            <a:tailEnd len="sm" w="sm" type="none"/>
          </a:ln>
          <a:effectLst>
            <a:outerShdw rotWithShape="0" algn="bl" dir="5400000" dist="952500">
              <a:srgbClr val="000000">
                <a:alpha val="59000"/>
              </a:srgbClr>
            </a:outerShdw>
          </a:effectLst>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520" name="Google Shape;2520;p102"/>
          <p:cNvCxnSpPr/>
          <p:nvPr/>
        </p:nvCxnSpPr>
        <p:spPr>
          <a:xfrm rot="9118817">
            <a:off x="6962017" y="3801851"/>
            <a:ext cx="153265" cy="66971"/>
          </a:xfrm>
          <a:prstGeom prst="curvedConnector3">
            <a:avLst>
              <a:gd fmla="val 50000" name="adj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sp>
        <p:nvSpPr>
          <p:cNvPr id="2521" name="Google Shape;2521;p102"/>
          <p:cNvSpPr/>
          <p:nvPr/>
        </p:nvSpPr>
        <p:spPr>
          <a:xfrm flipH="1" rot="9109285">
            <a:off x="7083034" y="3836155"/>
            <a:ext cx="38118" cy="66971"/>
          </a:xfrm>
          <a:prstGeom prst="ellipse">
            <a:avLst/>
          </a:prstGeom>
          <a:solidFill>
            <a:schemeClr val="lt2"/>
          </a:solidFill>
          <a:ln cap="flat" cmpd="sng" w="2125">
            <a:solidFill>
              <a:schemeClr val="dk2"/>
            </a:solidFill>
            <a:prstDash val="solid"/>
            <a:round/>
            <a:headEnd len="sm" w="sm" type="none"/>
            <a:tailEnd len="sm" w="sm" type="none"/>
          </a:ln>
          <a:effectLst>
            <a:outerShdw rotWithShape="0" algn="bl" dir="5400000" dist="952500">
              <a:srgbClr val="000000">
                <a:alpha val="59000"/>
              </a:srgbClr>
            </a:outerShdw>
          </a:effectLst>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sp>
        <p:nvSpPr>
          <p:cNvPr id="2522" name="Google Shape;2522;p102"/>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sp>
        <p:nvSpPr>
          <p:cNvPr id="2523" name="Google Shape;2523;p102"/>
          <p:cNvSpPr/>
          <p:nvPr/>
        </p:nvSpPr>
        <p:spPr>
          <a:xfrm rot="9115789">
            <a:off x="6835572" y="3444784"/>
            <a:ext cx="164813" cy="328282"/>
          </a:xfrm>
          <a:prstGeom prst="flowChartProcess">
            <a:avLst/>
          </a:prstGeom>
          <a:solidFill>
            <a:srgbClr val="FF0000"/>
          </a:solidFill>
          <a:ln cap="flat" cmpd="sng" w="2125">
            <a:solidFill>
              <a:srgbClr val="FF0000"/>
            </a:solidFill>
            <a:prstDash val="solid"/>
            <a:round/>
            <a:headEnd len="sm" w="sm" type="none"/>
            <a:tailEnd len="sm" w="sm" type="none"/>
          </a:ln>
          <a:effectLst>
            <a:outerShdw rotWithShape="0" algn="bl" dir="5400000" dist="952500">
              <a:srgbClr val="000000">
                <a:alpha val="59000"/>
              </a:srgbClr>
            </a:outerShdw>
          </a:effectLst>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2524" name="Google Shape;2524;p102"/>
          <p:cNvCxnSpPr/>
          <p:nvPr/>
        </p:nvCxnSpPr>
        <p:spPr>
          <a:xfrm rot="-7081781">
            <a:off x="6766935" y="3315334"/>
            <a:ext cx="188965" cy="61465"/>
          </a:xfrm>
          <a:prstGeom prst="curvedConnector3">
            <a:avLst>
              <a:gd fmla="val 50000" name="adj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cxnSp>
        <p:nvCxnSpPr>
          <p:cNvPr id="2525" name="Google Shape;2525;p102"/>
          <p:cNvCxnSpPr/>
          <p:nvPr/>
        </p:nvCxnSpPr>
        <p:spPr>
          <a:xfrm flipH="1" rot="3724009">
            <a:off x="6661130" y="3376817"/>
            <a:ext cx="174195" cy="75829"/>
          </a:xfrm>
          <a:prstGeom prst="curvedConnector3">
            <a:avLst>
              <a:gd fmla="val 50000" name="adj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cxnSp>
        <p:nvCxnSpPr>
          <p:cNvPr id="2526" name="Google Shape;2526;p102"/>
          <p:cNvCxnSpPr/>
          <p:nvPr/>
        </p:nvCxnSpPr>
        <p:spPr>
          <a:xfrm rot="-1680402">
            <a:off x="7034642" y="3493975"/>
            <a:ext cx="261300" cy="251647"/>
          </a:xfrm>
          <a:prstGeom prst="straightConnector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cxnSp>
        <p:nvCxnSpPr>
          <p:cNvPr id="2527" name="Google Shape;2527;p102"/>
          <p:cNvCxnSpPr>
            <a:stCxn id="2523" idx="3"/>
          </p:cNvCxnSpPr>
          <p:nvPr/>
        </p:nvCxnSpPr>
        <p:spPr>
          <a:xfrm flipH="1">
            <a:off x="6739065" y="3647702"/>
            <a:ext cx="106200" cy="364200"/>
          </a:xfrm>
          <a:prstGeom prst="straightConnector1">
            <a:avLst/>
          </a:prstGeom>
          <a:noFill/>
          <a:ln cap="flat" cmpd="sng" w="2125">
            <a:solidFill>
              <a:schemeClr val="dk2"/>
            </a:solidFill>
            <a:prstDash val="solid"/>
            <a:round/>
            <a:headEnd len="med" w="med" type="none"/>
            <a:tailEnd len="med" w="med" type="none"/>
          </a:ln>
          <a:effectLst>
            <a:outerShdw rotWithShape="0" algn="bl" dir="5400000" dist="952500">
              <a:srgbClr val="000000">
                <a:alpha val="59000"/>
              </a:srgbClr>
            </a:outerShdw>
          </a:effectLst>
        </p:spPr>
      </p:cxnSp>
      <p:pic>
        <p:nvPicPr>
          <p:cNvPr descr="cowboy hat icon vector outline illustration (Provided by Getty Images)" id="2528" name="Google Shape;2528;p102"/>
          <p:cNvPicPr preferRelativeResize="0"/>
          <p:nvPr/>
        </p:nvPicPr>
        <p:blipFill rotWithShape="1">
          <a:blip r:embed="rId3">
            <a:alphaModFix/>
          </a:blip>
          <a:srcRect b="28376" l="12375" r="10949" t="24332"/>
          <a:stretch/>
        </p:blipFill>
        <p:spPr>
          <a:xfrm rot="-1825670">
            <a:off x="4818686" y="3651628"/>
            <a:ext cx="398417" cy="145539"/>
          </a:xfrm>
          <a:prstGeom prst="rect">
            <a:avLst/>
          </a:prstGeom>
          <a:noFill/>
          <a:ln>
            <a:noFill/>
          </a:ln>
          <a:effectLst>
            <a:outerShdw blurRad="57150" rotWithShape="0" algn="bl" dir="5400000" dist="952500">
              <a:srgbClr val="000000">
                <a:alpha val="50000"/>
              </a:srgbClr>
            </a:outerShdw>
          </a:effectLst>
        </p:spPr>
      </p:pic>
      <p:cxnSp>
        <p:nvCxnSpPr>
          <p:cNvPr id="2529" name="Google Shape;2529;p102"/>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cxnSp>
        <p:nvCxnSpPr>
          <p:cNvPr id="2530" name="Google Shape;2530;p102"/>
          <p:cNvCxnSpPr/>
          <p:nvPr/>
        </p:nvCxnSpPr>
        <p:spPr>
          <a:xfrm flipH="1" rot="-1693232">
            <a:off x="6797329" y="3701852"/>
            <a:ext cx="116100" cy="45089"/>
          </a:xfrm>
          <a:prstGeom prst="straightConnector1">
            <a:avLst/>
          </a:prstGeom>
          <a:noFill/>
          <a:ln cap="flat" cmpd="sng" w="5350">
            <a:solidFill>
              <a:schemeClr val="dk2"/>
            </a:solidFill>
            <a:prstDash val="solid"/>
            <a:round/>
            <a:headEnd len="med" w="med" type="none"/>
            <a:tailEnd len="med" w="med" type="none"/>
          </a:ln>
          <a:effectLst>
            <a:outerShdw rotWithShape="0" algn="bl" dir="5400000" dist="952500">
              <a:srgbClr val="000000">
                <a:alpha val="59000"/>
              </a:srgbClr>
            </a:outerShdw>
          </a:effectLst>
        </p:spPr>
      </p:cxnSp>
      <p:sp>
        <p:nvSpPr>
          <p:cNvPr id="2531" name="Google Shape;2531;p102"/>
          <p:cNvSpPr/>
          <p:nvPr/>
        </p:nvSpPr>
        <p:spPr>
          <a:xfrm>
            <a:off x="2220400" y="607363"/>
            <a:ext cx="1937412" cy="84423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rick wall (Provided by Getty Images)" id="2532" name="Google Shape;2532;p102"/>
          <p:cNvPicPr preferRelativeResize="0"/>
          <p:nvPr/>
        </p:nvPicPr>
        <p:blipFill>
          <a:blip r:embed="rId4">
            <a:alphaModFix/>
          </a:blip>
          <a:stretch>
            <a:fillRect/>
          </a:stretch>
        </p:blipFill>
        <p:spPr>
          <a:xfrm>
            <a:off x="7929525" y="0"/>
            <a:ext cx="1214474" cy="5143501"/>
          </a:xfrm>
          <a:prstGeom prst="rect">
            <a:avLst/>
          </a:prstGeom>
          <a:noFill/>
          <a:ln>
            <a:noFill/>
          </a:ln>
        </p:spPr>
      </p:pic>
      <p:pic>
        <p:nvPicPr>
          <p:cNvPr id="2533" name="Google Shape;2533;p102"/>
          <p:cNvPicPr preferRelativeResize="0"/>
          <p:nvPr/>
        </p:nvPicPr>
        <p:blipFill>
          <a:blip r:embed="rId5">
            <a:alphaModFix/>
          </a:blip>
          <a:stretch>
            <a:fillRect/>
          </a:stretch>
        </p:blipFill>
        <p:spPr>
          <a:xfrm>
            <a:off x="7731087" y="56350"/>
            <a:ext cx="519525" cy="1169600"/>
          </a:xfrm>
          <a:prstGeom prst="rect">
            <a:avLst/>
          </a:prstGeom>
          <a:noFill/>
          <a:ln>
            <a:noFill/>
          </a:ln>
        </p:spPr>
      </p:pic>
      <p:pic>
        <p:nvPicPr>
          <p:cNvPr descr="cowboy hat icon vector outline illustration (Provided by Getty Images)" id="2534" name="Google Shape;2534;p102"/>
          <p:cNvPicPr preferRelativeResize="0"/>
          <p:nvPr/>
        </p:nvPicPr>
        <p:blipFill rotWithShape="1">
          <a:blip r:embed="rId3">
            <a:alphaModFix/>
          </a:blip>
          <a:srcRect b="28376" l="12375" r="10949" t="24332"/>
          <a:stretch/>
        </p:blipFill>
        <p:spPr>
          <a:xfrm rot="-1825670">
            <a:off x="4837736" y="2062603"/>
            <a:ext cx="398417" cy="145539"/>
          </a:xfrm>
          <a:prstGeom prst="rect">
            <a:avLst/>
          </a:prstGeom>
          <a:noFill/>
          <a:ln>
            <a:noFill/>
          </a:ln>
        </p:spPr>
      </p:pic>
      <p:sp>
        <p:nvSpPr>
          <p:cNvPr id="2535" name="Google Shape;2535;p102"/>
          <p:cNvSpPr/>
          <p:nvPr/>
        </p:nvSpPr>
        <p:spPr>
          <a:xfrm>
            <a:off x="4633950" y="3486825"/>
            <a:ext cx="771600" cy="476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6" name="Google Shape;2536;p102"/>
          <p:cNvSpPr/>
          <p:nvPr/>
        </p:nvSpPr>
        <p:spPr>
          <a:xfrm>
            <a:off x="-76275" y="-323175"/>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7" name="Google Shape;2537;p102"/>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2538" name="Google Shape;2538;p102"/>
          <p:cNvSpPr/>
          <p:nvPr/>
        </p:nvSpPr>
        <p:spPr>
          <a:xfrm>
            <a:off x="254825" y="3000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 fell to your death after the portal hit a wall.</a:t>
            </a:r>
            <a:endParaRPr/>
          </a:p>
        </p:txBody>
      </p:sp>
      <p:sp>
        <p:nvSpPr>
          <p:cNvPr id="2539" name="Google Shape;2539;p102">
            <a:hlinkClick action="ppaction://hlinksldjump" r:id="rId6"/>
          </p:cNvPr>
          <p:cNvSpPr/>
          <p:nvPr/>
        </p:nvSpPr>
        <p:spPr>
          <a:xfrm>
            <a:off x="5912675" y="3677000"/>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43" name="Shape 2543"/>
        <p:cNvGrpSpPr/>
        <p:nvPr/>
      </p:nvGrpSpPr>
      <p:grpSpPr>
        <a:xfrm>
          <a:off x="0" y="0"/>
          <a:ext cx="0" cy="0"/>
          <a:chOff x="0" y="0"/>
          <a:chExt cx="0" cy="0"/>
        </a:xfrm>
      </p:grpSpPr>
      <p:sp>
        <p:nvSpPr>
          <p:cNvPr id="2544" name="Google Shape;2544;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45" name="Google Shape;2545;p103">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546" name="Google Shape;2546;p10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547" name="Google Shape;2547;p10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548" name="Google Shape;2548;p10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549" name="Google Shape;2549;p103"/>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53" name="Shape 2553"/>
        <p:cNvGrpSpPr/>
        <p:nvPr/>
      </p:nvGrpSpPr>
      <p:grpSpPr>
        <a:xfrm>
          <a:off x="0" y="0"/>
          <a:ext cx="0" cy="0"/>
          <a:chOff x="0" y="0"/>
          <a:chExt cx="0" cy="0"/>
        </a:xfrm>
      </p:grpSpPr>
      <p:sp>
        <p:nvSpPr>
          <p:cNvPr id="2554" name="Google Shape;2554;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55" name="Google Shape;2555;p104">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556" name="Google Shape;2556;p10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557" name="Google Shape;2557;p10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558" name="Google Shape;2558;p10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559" name="Google Shape;2559;p104"/>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3" name="Shape 2563"/>
        <p:cNvGrpSpPr/>
        <p:nvPr/>
      </p:nvGrpSpPr>
      <p:grpSpPr>
        <a:xfrm>
          <a:off x="0" y="0"/>
          <a:ext cx="0" cy="0"/>
          <a:chOff x="0" y="0"/>
          <a:chExt cx="0" cy="0"/>
        </a:xfrm>
      </p:grpSpPr>
      <p:sp>
        <p:nvSpPr>
          <p:cNvPr id="2564" name="Google Shape;2564;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565" name="Google Shape;2565;p105"/>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566" name="Google Shape;2566;p105"/>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567" name="Google Shape;2567;p105"/>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568" name="Google Shape;2568;p105"/>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569" name="Google Shape;2569;p105"/>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570" name="Google Shape;2570;p105"/>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571" name="Google Shape;2571;p105"/>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572" name="Google Shape;2572;p105"/>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573" name="Google Shape;2573;p105"/>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574" name="Google Shape;2574;p105"/>
          <p:cNvCxnSpPr/>
          <p:nvPr/>
        </p:nvCxnSpPr>
        <p:spPr>
          <a:xfrm rot="10800000">
            <a:off x="1623403" y="20445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2575" name="Google Shape;2575;p105"/>
          <p:cNvCxnSpPr/>
          <p:nvPr/>
        </p:nvCxnSpPr>
        <p:spPr>
          <a:xfrm rot="10800000">
            <a:off x="2137078" y="16739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2576" name="Google Shape;2576;p105"/>
          <p:cNvCxnSpPr/>
          <p:nvPr/>
        </p:nvCxnSpPr>
        <p:spPr>
          <a:xfrm flipH="1" rot="10800000">
            <a:off x="1632853" y="1721275"/>
            <a:ext cx="504000" cy="351900"/>
          </a:xfrm>
          <a:prstGeom prst="straightConnector1">
            <a:avLst/>
          </a:prstGeom>
          <a:noFill/>
          <a:ln cap="flat" cmpd="sng" w="76200">
            <a:solidFill>
              <a:srgbClr val="00FF00"/>
            </a:solidFill>
            <a:prstDash val="solid"/>
            <a:round/>
            <a:headEnd len="med" w="med" type="none"/>
            <a:tailEnd len="med" w="med" type="none"/>
          </a:ln>
        </p:spPr>
      </p:cxnSp>
      <p:cxnSp>
        <p:nvCxnSpPr>
          <p:cNvPr id="2577" name="Google Shape;2577;p105"/>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578" name="Google Shape;2578;p105"/>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579" name="Google Shape;2579;p105"/>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580" name="Google Shape;2580;p105"/>
          <p:cNvCxnSpPr/>
          <p:nvPr/>
        </p:nvCxnSpPr>
        <p:spPr>
          <a:xfrm flipH="1" rot="10800000">
            <a:off x="1813503" y="2995525"/>
            <a:ext cx="294600" cy="171000"/>
          </a:xfrm>
          <a:prstGeom prst="straightConnector1">
            <a:avLst/>
          </a:prstGeom>
          <a:noFill/>
          <a:ln cap="flat" cmpd="sng" w="76200">
            <a:solidFill>
              <a:srgbClr val="00FF00"/>
            </a:solidFill>
            <a:prstDash val="solid"/>
            <a:round/>
            <a:headEnd len="med" w="med" type="none"/>
            <a:tailEnd len="med" w="med" type="none"/>
          </a:ln>
        </p:spPr>
      </p:cxnSp>
      <p:cxnSp>
        <p:nvCxnSpPr>
          <p:cNvPr id="2581" name="Google Shape;2581;p105"/>
          <p:cNvCxnSpPr/>
          <p:nvPr/>
        </p:nvCxnSpPr>
        <p:spPr>
          <a:xfrm flipH="1" rot="10800000">
            <a:off x="1775690" y="2045000"/>
            <a:ext cx="294600" cy="171000"/>
          </a:xfrm>
          <a:prstGeom prst="straightConnector1">
            <a:avLst/>
          </a:prstGeom>
          <a:noFill/>
          <a:ln cap="flat" cmpd="sng" w="76200">
            <a:solidFill>
              <a:srgbClr val="00FF00"/>
            </a:solidFill>
            <a:prstDash val="solid"/>
            <a:round/>
            <a:headEnd len="med" w="med" type="none"/>
            <a:tailEnd len="med" w="med" type="none"/>
          </a:ln>
        </p:spPr>
      </p:cxnSp>
      <p:cxnSp>
        <p:nvCxnSpPr>
          <p:cNvPr id="2582" name="Google Shape;2582;p105"/>
          <p:cNvCxnSpPr/>
          <p:nvPr/>
        </p:nvCxnSpPr>
        <p:spPr>
          <a:xfrm>
            <a:off x="1794478" y="2225275"/>
            <a:ext cx="38100" cy="922200"/>
          </a:xfrm>
          <a:prstGeom prst="straightConnector1">
            <a:avLst/>
          </a:prstGeom>
          <a:noFill/>
          <a:ln cap="flat" cmpd="sng" w="76200">
            <a:solidFill>
              <a:srgbClr val="00FF00"/>
            </a:solidFill>
            <a:prstDash val="solid"/>
            <a:round/>
            <a:headEnd len="med" w="med" type="none"/>
            <a:tailEnd len="med" w="med" type="none"/>
          </a:ln>
        </p:spPr>
      </p:cxnSp>
      <p:cxnSp>
        <p:nvCxnSpPr>
          <p:cNvPr id="2583" name="Google Shape;2583;p105"/>
          <p:cNvCxnSpPr/>
          <p:nvPr/>
        </p:nvCxnSpPr>
        <p:spPr>
          <a:xfrm>
            <a:off x="2060966" y="2082946"/>
            <a:ext cx="38100" cy="922200"/>
          </a:xfrm>
          <a:prstGeom prst="straightConnector1">
            <a:avLst/>
          </a:prstGeom>
          <a:noFill/>
          <a:ln cap="flat" cmpd="sng" w="76200">
            <a:solidFill>
              <a:srgbClr val="00FF00"/>
            </a:solidFill>
            <a:prstDash val="solid"/>
            <a:round/>
            <a:headEnd len="med" w="med" type="none"/>
            <a:tailEnd len="med" w="med" type="none"/>
          </a:ln>
        </p:spPr>
      </p:cxnSp>
      <p:cxnSp>
        <p:nvCxnSpPr>
          <p:cNvPr id="2584" name="Google Shape;2584;p105"/>
          <p:cNvCxnSpPr/>
          <p:nvPr/>
        </p:nvCxnSpPr>
        <p:spPr>
          <a:xfrm>
            <a:off x="1803994" y="3299625"/>
            <a:ext cx="38100" cy="180600"/>
          </a:xfrm>
          <a:prstGeom prst="straightConnector1">
            <a:avLst/>
          </a:prstGeom>
          <a:noFill/>
          <a:ln cap="flat" cmpd="sng" w="76200">
            <a:solidFill>
              <a:srgbClr val="00FF00"/>
            </a:solidFill>
            <a:prstDash val="solid"/>
            <a:round/>
            <a:headEnd len="med" w="med" type="none"/>
            <a:tailEnd len="med" w="med" type="none"/>
          </a:ln>
        </p:spPr>
      </p:cxnSp>
      <p:cxnSp>
        <p:nvCxnSpPr>
          <p:cNvPr id="2585" name="Google Shape;2585;p105"/>
          <p:cNvCxnSpPr/>
          <p:nvPr/>
        </p:nvCxnSpPr>
        <p:spPr>
          <a:xfrm>
            <a:off x="2108256" y="3147475"/>
            <a:ext cx="38100" cy="180600"/>
          </a:xfrm>
          <a:prstGeom prst="straightConnector1">
            <a:avLst/>
          </a:prstGeom>
          <a:noFill/>
          <a:ln cap="flat" cmpd="sng" w="76200">
            <a:solidFill>
              <a:srgbClr val="00FF00"/>
            </a:solidFill>
            <a:prstDash val="solid"/>
            <a:round/>
            <a:headEnd len="med" w="med" type="none"/>
            <a:tailEnd len="med" w="med" type="none"/>
          </a:ln>
        </p:spPr>
      </p:cxnSp>
      <p:cxnSp>
        <p:nvCxnSpPr>
          <p:cNvPr id="2586" name="Google Shape;2586;p105"/>
          <p:cNvCxnSpPr/>
          <p:nvPr/>
        </p:nvCxnSpPr>
        <p:spPr>
          <a:xfrm flipH="1" rot="10800000">
            <a:off x="1813503" y="3147650"/>
            <a:ext cx="332700" cy="199500"/>
          </a:xfrm>
          <a:prstGeom prst="straightConnector1">
            <a:avLst/>
          </a:prstGeom>
          <a:noFill/>
          <a:ln cap="flat" cmpd="sng" w="76200">
            <a:solidFill>
              <a:srgbClr val="00FF00"/>
            </a:solidFill>
            <a:prstDash val="solid"/>
            <a:round/>
            <a:headEnd len="med" w="med" type="none"/>
            <a:tailEnd len="med" w="med" type="none"/>
          </a:ln>
        </p:spPr>
      </p:cxnSp>
      <p:cxnSp>
        <p:nvCxnSpPr>
          <p:cNvPr id="2587" name="Google Shape;2587;p105"/>
          <p:cNvCxnSpPr/>
          <p:nvPr/>
        </p:nvCxnSpPr>
        <p:spPr>
          <a:xfrm flipH="1" rot="10800000">
            <a:off x="1823003" y="3299575"/>
            <a:ext cx="323400" cy="190200"/>
          </a:xfrm>
          <a:prstGeom prst="straightConnector1">
            <a:avLst/>
          </a:prstGeom>
          <a:noFill/>
          <a:ln cap="flat" cmpd="sng" w="76200">
            <a:solidFill>
              <a:srgbClr val="00FF00"/>
            </a:solidFill>
            <a:prstDash val="solid"/>
            <a:round/>
            <a:headEnd len="med" w="med" type="none"/>
            <a:tailEnd len="med" w="med" type="none"/>
          </a:ln>
        </p:spPr>
      </p:cxnSp>
      <p:cxnSp>
        <p:nvCxnSpPr>
          <p:cNvPr id="2588" name="Google Shape;2588;p105"/>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589" name="Google Shape;2589;p105"/>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590" name="Google Shape;2590;p105"/>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591" name="Google Shape;2591;p105"/>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592" name="Google Shape;2592;p105"/>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593" name="Google Shape;2593;p105"/>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594" name="Google Shape;2594;p105"/>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595" name="Google Shape;2595;p105"/>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596" name="Google Shape;2596;p105"/>
          <p:cNvSpPr/>
          <p:nvPr/>
        </p:nvSpPr>
        <p:spPr>
          <a:xfrm>
            <a:off x="6120382" y="2566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597" name="Google Shape;2597;p105"/>
          <p:cNvSpPr/>
          <p:nvPr/>
        </p:nvSpPr>
        <p:spPr>
          <a:xfrm>
            <a:off x="6349150" y="26096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598" name="Google Shape;2598;p105"/>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599" name="Google Shape;2599;p105"/>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00" name="Google Shape;2600;p105"/>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01" name="Google Shape;2601;p105"/>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602" name="Google Shape;2602;p105"/>
          <p:cNvCxnSpPr>
            <a:stCxn id="2598" idx="3"/>
          </p:cNvCxnSpPr>
          <p:nvPr/>
        </p:nvCxnSpPr>
        <p:spPr>
          <a:xfrm flipH="1" rot="10800000">
            <a:off x="6631602" y="35213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603" name="Google Shape;2603;p105"/>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cxnSp>
        <p:nvCxnSpPr>
          <p:cNvPr id="2604" name="Google Shape;2604;p105"/>
          <p:cNvCxnSpPr/>
          <p:nvPr/>
        </p:nvCxnSpPr>
        <p:spPr>
          <a:xfrm>
            <a:off x="5676200" y="2770950"/>
            <a:ext cx="198900" cy="359700"/>
          </a:xfrm>
          <a:prstGeom prst="straightConnector1">
            <a:avLst/>
          </a:prstGeom>
          <a:noFill/>
          <a:ln cap="flat" cmpd="sng" w="28575">
            <a:solidFill>
              <a:srgbClr val="980000"/>
            </a:solidFill>
            <a:prstDash val="solid"/>
            <a:round/>
            <a:headEnd len="med" w="med" type="none"/>
            <a:tailEnd len="med" w="med" type="none"/>
          </a:ln>
        </p:spPr>
      </p:cxnSp>
      <p:sp>
        <p:nvSpPr>
          <p:cNvPr id="2605" name="Google Shape;2605;p105"/>
          <p:cNvSpPr/>
          <p:nvPr/>
        </p:nvSpPr>
        <p:spPr>
          <a:xfrm>
            <a:off x="5623925" y="2719300"/>
            <a:ext cx="85500" cy="942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Matches packing solid icon, Smoking concept, matches pack sign on white background, matchbox icon in glyph style for mobile concept and web design. Vector graphics. (Provided by Getty Images)" id="2606" name="Google Shape;2606;p105"/>
          <p:cNvPicPr preferRelativeResize="0"/>
          <p:nvPr/>
        </p:nvPicPr>
        <p:blipFill rotWithShape="1">
          <a:blip r:embed="rId8">
            <a:alphaModFix/>
          </a:blip>
          <a:srcRect b="6526" l="14565" r="13719" t="5878"/>
          <a:stretch/>
        </p:blipFill>
        <p:spPr>
          <a:xfrm>
            <a:off x="6916325" y="3229705"/>
            <a:ext cx="347100" cy="42394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612" name="Google Shape;2612;p106"/>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2613" name="Google Shape;2613;p106"/>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614" name="Google Shape;2614;p106"/>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615" name="Google Shape;2615;p106"/>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616" name="Google Shape;2616;p106"/>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617" name="Google Shape;2617;p106"/>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618" name="Google Shape;2618;p106"/>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619" name="Google Shape;2619;p10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620" name="Google Shape;2620;p106"/>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621" name="Google Shape;2621;p106"/>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622" name="Google Shape;2622;p106"/>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623" name="Google Shape;2623;p106"/>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2624" name="Google Shape;2624;p106"/>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625" name="Google Shape;2625;p10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626" name="Google Shape;2626;p10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627" name="Google Shape;2627;p106"/>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628" name="Google Shape;2628;p106"/>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629" name="Google Shape;2629;p106"/>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630" name="Google Shape;2630;p106"/>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631" name="Google Shape;2631;p106"/>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632" name="Google Shape;2632;p106"/>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633" name="Google Shape;2633;p106"/>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634" name="Google Shape;2634;p106"/>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635" name="Google Shape;2635;p106"/>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636" name="Google Shape;2636;p10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637" name="Google Shape;2637;p106"/>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638" name="Google Shape;2638;p106"/>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639" name="Google Shape;2639;p10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640" name="Google Shape;2640;p106"/>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641" name="Google Shape;2641;p106"/>
          <p:cNvSpPr/>
          <p:nvPr/>
        </p:nvSpPr>
        <p:spPr>
          <a:xfrm>
            <a:off x="2858489" y="23175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642" name="Google Shape;2642;p106"/>
          <p:cNvCxnSpPr/>
          <p:nvPr/>
        </p:nvCxnSpPr>
        <p:spPr>
          <a:xfrm>
            <a:off x="3088391" y="28145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643" name="Google Shape;2643;p106"/>
          <p:cNvSpPr/>
          <p:nvPr/>
        </p:nvSpPr>
        <p:spPr>
          <a:xfrm>
            <a:off x="3012670" y="25224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644" name="Google Shape;2644;p106"/>
          <p:cNvSpPr/>
          <p:nvPr/>
        </p:nvSpPr>
        <p:spPr>
          <a:xfrm>
            <a:off x="3241438" y="25653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645" name="Google Shape;2645;p106"/>
          <p:cNvSpPr/>
          <p:nvPr/>
        </p:nvSpPr>
        <p:spPr>
          <a:xfrm>
            <a:off x="3072372" y="31596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646" name="Google Shape;2646;p106"/>
          <p:cNvCxnSpPr/>
          <p:nvPr/>
        </p:nvCxnSpPr>
        <p:spPr>
          <a:xfrm rot="5400000">
            <a:off x="2837475" y="42342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47" name="Google Shape;2647;p106"/>
          <p:cNvCxnSpPr/>
          <p:nvPr/>
        </p:nvCxnSpPr>
        <p:spPr>
          <a:xfrm flipH="1" rot="-5400000">
            <a:off x="3219682" y="41941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48" name="Google Shape;2648;p106"/>
          <p:cNvCxnSpPr/>
          <p:nvPr/>
        </p:nvCxnSpPr>
        <p:spPr>
          <a:xfrm rot="10800000">
            <a:off x="2728272" y="30786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649" name="Google Shape;2649;p106"/>
          <p:cNvCxnSpPr>
            <a:stCxn id="2645" idx="3"/>
          </p:cNvCxnSpPr>
          <p:nvPr/>
        </p:nvCxnSpPr>
        <p:spPr>
          <a:xfrm flipH="1" rot="10800000">
            <a:off x="3523889" y="3477063"/>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650" name="Google Shape;2650;p106"/>
          <p:cNvPicPr preferRelativeResize="0"/>
          <p:nvPr/>
        </p:nvPicPr>
        <p:blipFill rotWithShape="1">
          <a:blip r:embed="rId7">
            <a:alphaModFix/>
          </a:blip>
          <a:srcRect b="28376" l="12375" r="10949" t="24332"/>
          <a:stretch/>
        </p:blipFill>
        <p:spPr>
          <a:xfrm>
            <a:off x="2767388" y="2015451"/>
            <a:ext cx="1091487" cy="398710"/>
          </a:xfrm>
          <a:prstGeom prst="rect">
            <a:avLst/>
          </a:prstGeom>
          <a:noFill/>
          <a:ln>
            <a:noFill/>
          </a:ln>
        </p:spPr>
      </p:pic>
      <p:cxnSp>
        <p:nvCxnSpPr>
          <p:cNvPr id="2651" name="Google Shape;2651;p106"/>
          <p:cNvCxnSpPr/>
          <p:nvPr/>
        </p:nvCxnSpPr>
        <p:spPr>
          <a:xfrm>
            <a:off x="2568488" y="2726675"/>
            <a:ext cx="198900" cy="359700"/>
          </a:xfrm>
          <a:prstGeom prst="straightConnector1">
            <a:avLst/>
          </a:prstGeom>
          <a:noFill/>
          <a:ln cap="flat" cmpd="sng" w="28575">
            <a:solidFill>
              <a:srgbClr val="980000"/>
            </a:solidFill>
            <a:prstDash val="solid"/>
            <a:round/>
            <a:headEnd len="med" w="med" type="none"/>
            <a:tailEnd len="med" w="med" type="none"/>
          </a:ln>
        </p:spPr>
      </p:cxnSp>
      <p:sp>
        <p:nvSpPr>
          <p:cNvPr id="2652" name="Google Shape;2652;p106"/>
          <p:cNvSpPr/>
          <p:nvPr/>
        </p:nvSpPr>
        <p:spPr>
          <a:xfrm>
            <a:off x="2516213" y="2675025"/>
            <a:ext cx="85500" cy="942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Matches packing solid icon, Smoking concept, matches pack sign on white background, matchbox icon in glyph style for mobile concept and web design. Vector graphics. (Provided by Getty Images)" id="2653" name="Google Shape;2653;p106"/>
          <p:cNvPicPr preferRelativeResize="0"/>
          <p:nvPr/>
        </p:nvPicPr>
        <p:blipFill rotWithShape="1">
          <a:blip r:embed="rId8">
            <a:alphaModFix/>
          </a:blip>
          <a:srcRect b="6526" l="14565" r="13719" t="5878"/>
          <a:stretch/>
        </p:blipFill>
        <p:spPr>
          <a:xfrm>
            <a:off x="3808613" y="3185430"/>
            <a:ext cx="347100" cy="423946"/>
          </a:xfrm>
          <a:prstGeom prst="rect">
            <a:avLst/>
          </a:prstGeom>
          <a:noFill/>
          <a:ln>
            <a:noFill/>
          </a:ln>
        </p:spPr>
      </p:pic>
      <p:pic>
        <p:nvPicPr>
          <p:cNvPr id="2654" name="Google Shape;2654;p106"/>
          <p:cNvPicPr preferRelativeResize="0"/>
          <p:nvPr/>
        </p:nvPicPr>
        <p:blipFill rotWithShape="1">
          <a:blip r:embed="rId9">
            <a:alphaModFix/>
          </a:blip>
          <a:srcRect b="0" l="24103" r="21452" t="6350"/>
          <a:stretch/>
        </p:blipFill>
        <p:spPr>
          <a:xfrm flipH="1">
            <a:off x="2486941" y="2596075"/>
            <a:ext cx="137860" cy="1806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8" name="Shape 2658"/>
        <p:cNvGrpSpPr/>
        <p:nvPr/>
      </p:nvGrpSpPr>
      <p:grpSpPr>
        <a:xfrm>
          <a:off x="0" y="0"/>
          <a:ext cx="0" cy="0"/>
          <a:chOff x="0" y="0"/>
          <a:chExt cx="0" cy="0"/>
        </a:xfrm>
      </p:grpSpPr>
      <p:sp>
        <p:nvSpPr>
          <p:cNvPr id="2659" name="Google Shape;2659;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660" name="Google Shape;2660;p107"/>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2661" name="Google Shape;2661;p10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662" name="Google Shape;2662;p10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663" name="Google Shape;2663;p10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664" name="Google Shape;2664;p10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665" name="Google Shape;2665;p107"/>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666" name="Google Shape;2666;p107"/>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667" name="Google Shape;2667;p107"/>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668" name="Google Shape;2668;p107"/>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669" name="Google Shape;2669;p107"/>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670" name="Google Shape;2670;p107"/>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671" name="Google Shape;2671;p107"/>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2672" name="Google Shape;2672;p107"/>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673" name="Google Shape;2673;p107"/>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674" name="Google Shape;2674;p107"/>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675" name="Google Shape;2675;p107"/>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676" name="Google Shape;2676;p107"/>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677" name="Google Shape;2677;p107"/>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678" name="Google Shape;2678;p107"/>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679" name="Google Shape;2679;p107"/>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680" name="Google Shape;2680;p107"/>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681" name="Google Shape;2681;p107"/>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682" name="Google Shape;2682;p107"/>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683" name="Google Shape;2683;p10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684" name="Google Shape;2684;p107"/>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685" name="Google Shape;2685;p10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686" name="Google Shape;2686;p107"/>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687" name="Google Shape;2687;p107"/>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688" name="Google Shape;2688;p107"/>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689" name="Google Shape;2689;p107"/>
          <p:cNvSpPr/>
          <p:nvPr/>
        </p:nvSpPr>
        <p:spPr>
          <a:xfrm>
            <a:off x="2858489" y="23175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690" name="Google Shape;2690;p107"/>
          <p:cNvCxnSpPr/>
          <p:nvPr/>
        </p:nvCxnSpPr>
        <p:spPr>
          <a:xfrm>
            <a:off x="3088391" y="28145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691" name="Google Shape;2691;p107"/>
          <p:cNvSpPr/>
          <p:nvPr/>
        </p:nvSpPr>
        <p:spPr>
          <a:xfrm>
            <a:off x="3012670" y="25224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692" name="Google Shape;2692;p107"/>
          <p:cNvSpPr/>
          <p:nvPr/>
        </p:nvSpPr>
        <p:spPr>
          <a:xfrm>
            <a:off x="3241438" y="25653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693" name="Google Shape;2693;p107"/>
          <p:cNvSpPr/>
          <p:nvPr/>
        </p:nvSpPr>
        <p:spPr>
          <a:xfrm>
            <a:off x="3072372" y="31596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694" name="Google Shape;2694;p107"/>
          <p:cNvCxnSpPr/>
          <p:nvPr/>
        </p:nvCxnSpPr>
        <p:spPr>
          <a:xfrm rot="5400000">
            <a:off x="2837475" y="42342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95" name="Google Shape;2695;p107"/>
          <p:cNvCxnSpPr/>
          <p:nvPr/>
        </p:nvCxnSpPr>
        <p:spPr>
          <a:xfrm flipH="1" rot="-5400000">
            <a:off x="3219682" y="41941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696" name="Google Shape;2696;p107"/>
          <p:cNvCxnSpPr/>
          <p:nvPr/>
        </p:nvCxnSpPr>
        <p:spPr>
          <a:xfrm rot="10800000">
            <a:off x="2728272" y="30786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697" name="Google Shape;2697;p107"/>
          <p:cNvCxnSpPr>
            <a:stCxn id="2693" idx="3"/>
          </p:cNvCxnSpPr>
          <p:nvPr/>
        </p:nvCxnSpPr>
        <p:spPr>
          <a:xfrm flipH="1" rot="10800000">
            <a:off x="3523889" y="3477063"/>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698" name="Google Shape;2698;p107"/>
          <p:cNvPicPr preferRelativeResize="0"/>
          <p:nvPr/>
        </p:nvPicPr>
        <p:blipFill rotWithShape="1">
          <a:blip r:embed="rId7">
            <a:alphaModFix/>
          </a:blip>
          <a:srcRect b="28376" l="12375" r="10949" t="24332"/>
          <a:stretch/>
        </p:blipFill>
        <p:spPr>
          <a:xfrm>
            <a:off x="2767388" y="2015451"/>
            <a:ext cx="1091487" cy="398710"/>
          </a:xfrm>
          <a:prstGeom prst="rect">
            <a:avLst/>
          </a:prstGeom>
          <a:noFill/>
          <a:ln>
            <a:noFill/>
          </a:ln>
        </p:spPr>
      </p:pic>
      <p:pic>
        <p:nvPicPr>
          <p:cNvPr descr="Matches packing solid icon, Smoking concept, matches pack sign on white background, matchbox icon in glyph style for mobile concept and web design. Vector graphics. (Provided by Getty Images)" id="2699" name="Google Shape;2699;p107"/>
          <p:cNvPicPr preferRelativeResize="0"/>
          <p:nvPr/>
        </p:nvPicPr>
        <p:blipFill rotWithShape="1">
          <a:blip r:embed="rId8">
            <a:alphaModFix/>
          </a:blip>
          <a:srcRect b="6526" l="14565" r="13719" t="5878"/>
          <a:stretch/>
        </p:blipFill>
        <p:spPr>
          <a:xfrm>
            <a:off x="3808613" y="3185430"/>
            <a:ext cx="347100" cy="423946"/>
          </a:xfrm>
          <a:prstGeom prst="rect">
            <a:avLst/>
          </a:prstGeom>
          <a:noFill/>
          <a:ln>
            <a:noFill/>
          </a:ln>
        </p:spPr>
      </p:pic>
      <p:cxnSp>
        <p:nvCxnSpPr>
          <p:cNvPr id="2700" name="Google Shape;2700;p107"/>
          <p:cNvCxnSpPr/>
          <p:nvPr/>
        </p:nvCxnSpPr>
        <p:spPr>
          <a:xfrm rot="-4061136">
            <a:off x="1970839" y="3694949"/>
            <a:ext cx="199111" cy="359727"/>
          </a:xfrm>
          <a:prstGeom prst="straightConnector1">
            <a:avLst/>
          </a:prstGeom>
          <a:noFill/>
          <a:ln cap="flat" cmpd="sng" w="28575">
            <a:solidFill>
              <a:srgbClr val="980000"/>
            </a:solidFill>
            <a:prstDash val="solid"/>
            <a:round/>
            <a:headEnd len="med" w="med" type="none"/>
            <a:tailEnd len="med" w="med" type="none"/>
          </a:ln>
        </p:spPr>
      </p:cxnSp>
      <p:pic>
        <p:nvPicPr>
          <p:cNvPr id="2701" name="Google Shape;2701;p107"/>
          <p:cNvPicPr preferRelativeResize="0"/>
          <p:nvPr/>
        </p:nvPicPr>
        <p:blipFill rotWithShape="1">
          <a:blip r:embed="rId9">
            <a:alphaModFix/>
          </a:blip>
          <a:srcRect b="0" l="24103" r="21452" t="6350"/>
          <a:stretch/>
        </p:blipFill>
        <p:spPr>
          <a:xfrm flipH="1" rot="-4059470">
            <a:off x="1749094" y="3750440"/>
            <a:ext cx="137860" cy="18060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5" name="Shape 2705"/>
        <p:cNvGrpSpPr/>
        <p:nvPr/>
      </p:nvGrpSpPr>
      <p:grpSpPr>
        <a:xfrm>
          <a:off x="0" y="0"/>
          <a:ext cx="0" cy="0"/>
          <a:chOff x="0" y="0"/>
          <a:chExt cx="0" cy="0"/>
        </a:xfrm>
      </p:grpSpPr>
      <p:sp>
        <p:nvSpPr>
          <p:cNvPr id="2706" name="Google Shape;2706;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707" name="Google Shape;2707;p108"/>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2708" name="Google Shape;2708;p108"/>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709" name="Google Shape;2709;p108"/>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710" name="Google Shape;2710;p108"/>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711" name="Google Shape;2711;p108"/>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712" name="Google Shape;2712;p108"/>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713" name="Google Shape;2713;p108"/>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714" name="Google Shape;2714;p108"/>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715" name="Google Shape;2715;p108"/>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716" name="Google Shape;2716;p108"/>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717" name="Google Shape;2717;p108"/>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718" name="Google Shape;2718;p108"/>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2719" name="Google Shape;2719;p108"/>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720" name="Google Shape;2720;p108"/>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721" name="Google Shape;2721;p108"/>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722" name="Google Shape;2722;p108"/>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723" name="Google Shape;2723;p108"/>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724" name="Google Shape;2724;p108"/>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725" name="Google Shape;2725;p108"/>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726" name="Google Shape;2726;p108"/>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727" name="Google Shape;2727;p108"/>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728" name="Google Shape;2728;p108"/>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729" name="Google Shape;2729;p108"/>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730" name="Google Shape;2730;p108"/>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731" name="Google Shape;2731;p108"/>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732" name="Google Shape;2732;p108"/>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733" name="Google Shape;2733;p108"/>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734" name="Google Shape;2734;p108"/>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735" name="Google Shape;2735;p108"/>
          <p:cNvPicPr preferRelativeResize="0"/>
          <p:nvPr/>
        </p:nvPicPr>
        <p:blipFill>
          <a:blip r:embed="rId6">
            <a:alphaModFix/>
          </a:blip>
          <a:stretch>
            <a:fillRect/>
          </a:stretch>
        </p:blipFill>
        <p:spPr>
          <a:xfrm>
            <a:off x="3507801" y="4575294"/>
            <a:ext cx="912600" cy="569462"/>
          </a:xfrm>
          <a:prstGeom prst="rect">
            <a:avLst/>
          </a:prstGeom>
          <a:noFill/>
          <a:ln>
            <a:noFill/>
          </a:ln>
        </p:spPr>
      </p:pic>
      <p:sp>
        <p:nvSpPr>
          <p:cNvPr id="2736" name="Google Shape;2736;p108"/>
          <p:cNvSpPr/>
          <p:nvPr/>
        </p:nvSpPr>
        <p:spPr>
          <a:xfrm>
            <a:off x="3565814" y="2346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737" name="Google Shape;2737;p108"/>
          <p:cNvCxnSpPr/>
          <p:nvPr/>
        </p:nvCxnSpPr>
        <p:spPr>
          <a:xfrm>
            <a:off x="3795716" y="2843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738" name="Google Shape;2738;p108"/>
          <p:cNvSpPr/>
          <p:nvPr/>
        </p:nvSpPr>
        <p:spPr>
          <a:xfrm>
            <a:off x="3739445" y="2623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739" name="Google Shape;2739;p108"/>
          <p:cNvSpPr/>
          <p:nvPr/>
        </p:nvSpPr>
        <p:spPr>
          <a:xfrm>
            <a:off x="3887688" y="26592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740" name="Google Shape;2740;p108"/>
          <p:cNvSpPr/>
          <p:nvPr/>
        </p:nvSpPr>
        <p:spPr>
          <a:xfrm>
            <a:off x="3779697" y="3188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741" name="Google Shape;2741;p108"/>
          <p:cNvCxnSpPr/>
          <p:nvPr/>
        </p:nvCxnSpPr>
        <p:spPr>
          <a:xfrm rot="5400000">
            <a:off x="3544800" y="4263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742" name="Google Shape;2742;p108"/>
          <p:cNvCxnSpPr/>
          <p:nvPr/>
        </p:nvCxnSpPr>
        <p:spPr>
          <a:xfrm flipH="1" rot="-5400000">
            <a:off x="3927007" y="4223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743" name="Google Shape;2743;p108"/>
          <p:cNvCxnSpPr/>
          <p:nvPr/>
        </p:nvCxnSpPr>
        <p:spPr>
          <a:xfrm rot="10800000">
            <a:off x="3435597" y="3107763"/>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744" name="Google Shape;2744;p108"/>
          <p:cNvCxnSpPr>
            <a:stCxn id="2740" idx="3"/>
          </p:cNvCxnSpPr>
          <p:nvPr/>
        </p:nvCxnSpPr>
        <p:spPr>
          <a:xfrm flipH="1" rot="10800000">
            <a:off x="4231214" y="3506163"/>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745" name="Google Shape;2745;p108"/>
          <p:cNvPicPr preferRelativeResize="0"/>
          <p:nvPr/>
        </p:nvPicPr>
        <p:blipFill rotWithShape="1">
          <a:blip r:embed="rId7">
            <a:alphaModFix/>
          </a:blip>
          <a:srcRect b="28376" l="12375" r="10949" t="24332"/>
          <a:stretch/>
        </p:blipFill>
        <p:spPr>
          <a:xfrm>
            <a:off x="3474713" y="2044551"/>
            <a:ext cx="1091487" cy="398710"/>
          </a:xfrm>
          <a:prstGeom prst="rect">
            <a:avLst/>
          </a:prstGeom>
          <a:noFill/>
          <a:ln>
            <a:noFill/>
          </a:ln>
        </p:spPr>
      </p:pic>
      <p:pic>
        <p:nvPicPr>
          <p:cNvPr descr="Matches packing solid icon, Smoking concept, matches pack sign on white background, matchbox icon in glyph style for mobile concept and web design. Vector graphics. (Provided by Getty Images)" id="2746" name="Google Shape;2746;p108"/>
          <p:cNvPicPr preferRelativeResize="0"/>
          <p:nvPr/>
        </p:nvPicPr>
        <p:blipFill rotWithShape="1">
          <a:blip r:embed="rId8">
            <a:alphaModFix/>
          </a:blip>
          <a:srcRect b="6526" l="14565" r="13719" t="5878"/>
          <a:stretch/>
        </p:blipFill>
        <p:spPr>
          <a:xfrm>
            <a:off x="4515938" y="3214530"/>
            <a:ext cx="347100" cy="423946"/>
          </a:xfrm>
          <a:prstGeom prst="rect">
            <a:avLst/>
          </a:prstGeom>
          <a:noFill/>
          <a:ln>
            <a:noFill/>
          </a:ln>
        </p:spPr>
      </p:pic>
      <p:cxnSp>
        <p:nvCxnSpPr>
          <p:cNvPr id="2747" name="Google Shape;2747;p108"/>
          <p:cNvCxnSpPr/>
          <p:nvPr/>
        </p:nvCxnSpPr>
        <p:spPr>
          <a:xfrm rot="-4061136">
            <a:off x="2006539" y="4301899"/>
            <a:ext cx="199111" cy="359727"/>
          </a:xfrm>
          <a:prstGeom prst="straightConnector1">
            <a:avLst/>
          </a:prstGeom>
          <a:noFill/>
          <a:ln cap="flat" cmpd="sng" w="28575">
            <a:solidFill>
              <a:srgbClr val="980000"/>
            </a:solidFill>
            <a:prstDash val="solid"/>
            <a:round/>
            <a:headEnd len="med" w="med" type="none"/>
            <a:tailEnd len="med" w="med" type="none"/>
          </a:ln>
        </p:spPr>
      </p:cxnSp>
      <p:pic>
        <p:nvPicPr>
          <p:cNvPr id="2748" name="Google Shape;2748;p108"/>
          <p:cNvPicPr preferRelativeResize="0"/>
          <p:nvPr/>
        </p:nvPicPr>
        <p:blipFill rotWithShape="1">
          <a:blip r:embed="rId9">
            <a:alphaModFix/>
          </a:blip>
          <a:srcRect b="0" l="24103" r="21452" t="6350"/>
          <a:stretch/>
        </p:blipFill>
        <p:spPr>
          <a:xfrm flipH="1" rot="-4059470">
            <a:off x="1784794" y="4357390"/>
            <a:ext cx="137860" cy="180601"/>
          </a:xfrm>
          <a:prstGeom prst="rect">
            <a:avLst/>
          </a:prstGeom>
          <a:noFill/>
          <a:ln>
            <a:noFill/>
          </a:ln>
        </p:spPr>
      </p:pic>
      <p:pic>
        <p:nvPicPr>
          <p:cNvPr id="2749" name="Google Shape;2749;p108"/>
          <p:cNvPicPr preferRelativeResize="0"/>
          <p:nvPr/>
        </p:nvPicPr>
        <p:blipFill rotWithShape="1">
          <a:blip r:embed="rId9">
            <a:alphaModFix/>
          </a:blip>
          <a:srcRect b="0" l="24103" r="21452" t="6350"/>
          <a:stretch/>
        </p:blipFill>
        <p:spPr>
          <a:xfrm flipH="1" rot="-714820">
            <a:off x="1414662" y="4306549"/>
            <a:ext cx="343944" cy="450577"/>
          </a:xfrm>
          <a:prstGeom prst="rect">
            <a:avLst/>
          </a:prstGeom>
          <a:noFill/>
          <a:ln>
            <a:noFill/>
          </a:ln>
        </p:spPr>
      </p:pic>
      <p:pic>
        <p:nvPicPr>
          <p:cNvPr id="2750" name="Google Shape;2750;p108"/>
          <p:cNvPicPr preferRelativeResize="0"/>
          <p:nvPr/>
        </p:nvPicPr>
        <p:blipFill rotWithShape="1">
          <a:blip r:embed="rId9">
            <a:alphaModFix/>
          </a:blip>
          <a:srcRect b="0" l="24103" r="21452" t="6350"/>
          <a:stretch/>
        </p:blipFill>
        <p:spPr>
          <a:xfrm flipH="1" rot="-714820">
            <a:off x="2046062" y="3868374"/>
            <a:ext cx="343944" cy="450577"/>
          </a:xfrm>
          <a:prstGeom prst="rect">
            <a:avLst/>
          </a:prstGeom>
          <a:noFill/>
          <a:ln>
            <a:noFill/>
          </a:ln>
        </p:spPr>
      </p:pic>
      <p:pic>
        <p:nvPicPr>
          <p:cNvPr id="2751" name="Google Shape;2751;p108"/>
          <p:cNvPicPr preferRelativeResize="0"/>
          <p:nvPr/>
        </p:nvPicPr>
        <p:blipFill rotWithShape="1">
          <a:blip r:embed="rId9">
            <a:alphaModFix/>
          </a:blip>
          <a:srcRect b="0" l="24103" r="21452" t="6350"/>
          <a:stretch/>
        </p:blipFill>
        <p:spPr>
          <a:xfrm flipH="1" rot="-714820">
            <a:off x="1532237" y="3769124"/>
            <a:ext cx="343944" cy="450577"/>
          </a:xfrm>
          <a:prstGeom prst="rect">
            <a:avLst/>
          </a:prstGeom>
          <a:noFill/>
          <a:ln>
            <a:noFill/>
          </a:ln>
        </p:spPr>
      </p:pic>
      <p:pic>
        <p:nvPicPr>
          <p:cNvPr id="2752" name="Google Shape;2752;p108"/>
          <p:cNvPicPr preferRelativeResize="0"/>
          <p:nvPr/>
        </p:nvPicPr>
        <p:blipFill>
          <a:blip r:embed="rId10">
            <a:alphaModFix/>
          </a:blip>
          <a:stretch>
            <a:fillRect/>
          </a:stretch>
        </p:blipFill>
        <p:spPr>
          <a:xfrm>
            <a:off x="2099075" y="10675"/>
            <a:ext cx="1956275" cy="636299"/>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6" name="Shape 2756"/>
        <p:cNvGrpSpPr/>
        <p:nvPr/>
      </p:nvGrpSpPr>
      <p:grpSpPr>
        <a:xfrm>
          <a:off x="0" y="0"/>
          <a:ext cx="0" cy="0"/>
          <a:chOff x="0" y="0"/>
          <a:chExt cx="0" cy="0"/>
        </a:xfrm>
      </p:grpSpPr>
      <p:sp>
        <p:nvSpPr>
          <p:cNvPr id="2757" name="Google Shape;2757;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758" name="Google Shape;2758;p109"/>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2759" name="Google Shape;2759;p10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760" name="Google Shape;2760;p10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761" name="Google Shape;2761;p10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762" name="Google Shape;2762;p10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763" name="Google Shape;2763;p10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764" name="Google Shape;2764;p10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765" name="Google Shape;2765;p10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766" name="Google Shape;2766;p10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767" name="Google Shape;2767;p109"/>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768" name="Google Shape;2768;p109"/>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769" name="Google Shape;2769;p109"/>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2770" name="Google Shape;2770;p10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771" name="Google Shape;2771;p10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772" name="Google Shape;2772;p10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773" name="Google Shape;2773;p109"/>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774" name="Google Shape;2774;p109"/>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775" name="Google Shape;2775;p109"/>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776" name="Google Shape;2776;p109"/>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777" name="Google Shape;2777;p10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778" name="Google Shape;2778;p109"/>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779" name="Google Shape;2779;p10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780" name="Google Shape;2780;p10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781" name="Google Shape;2781;p10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782" name="Google Shape;2782;p109"/>
          <p:cNvPicPr preferRelativeResize="0"/>
          <p:nvPr/>
        </p:nvPicPr>
        <p:blipFill>
          <a:blip r:embed="rId3">
            <a:alphaModFix/>
          </a:blip>
          <a:stretch>
            <a:fillRect/>
          </a:stretch>
        </p:blipFill>
        <p:spPr>
          <a:xfrm rot="10800000">
            <a:off x="4240364" y="1773687"/>
            <a:ext cx="622675" cy="750925"/>
          </a:xfrm>
          <a:prstGeom prst="rect">
            <a:avLst/>
          </a:prstGeom>
          <a:noFill/>
          <a:ln>
            <a:noFill/>
          </a:ln>
        </p:spPr>
      </p:pic>
      <p:cxnSp>
        <p:nvCxnSpPr>
          <p:cNvPr id="2783" name="Google Shape;2783;p10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784" name="Google Shape;2784;p10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785" name="Google Shape;2785;p109"/>
          <p:cNvPicPr preferRelativeResize="0"/>
          <p:nvPr/>
        </p:nvPicPr>
        <p:blipFill rotWithShape="1">
          <a:blip r:embed="rId5">
            <a:alphaModFix/>
          </a:blip>
          <a:srcRect b="18265" l="56267" r="9373" t="3981"/>
          <a:stretch/>
        </p:blipFill>
        <p:spPr>
          <a:xfrm rot="2859267">
            <a:off x="7809775" y="4385229"/>
            <a:ext cx="522900" cy="792120"/>
          </a:xfrm>
          <a:prstGeom prst="rect">
            <a:avLst/>
          </a:prstGeom>
          <a:noFill/>
          <a:ln>
            <a:noFill/>
          </a:ln>
        </p:spPr>
      </p:pic>
      <p:pic>
        <p:nvPicPr>
          <p:cNvPr descr="LiquidLibrary (Provided by Getty Images)" id="2786" name="Google Shape;2786;p109"/>
          <p:cNvPicPr preferRelativeResize="0"/>
          <p:nvPr/>
        </p:nvPicPr>
        <p:blipFill>
          <a:blip r:embed="rId6">
            <a:alphaModFix/>
          </a:blip>
          <a:stretch>
            <a:fillRect/>
          </a:stretch>
        </p:blipFill>
        <p:spPr>
          <a:xfrm>
            <a:off x="6754976" y="4247106"/>
            <a:ext cx="912600" cy="569462"/>
          </a:xfrm>
          <a:prstGeom prst="rect">
            <a:avLst/>
          </a:prstGeom>
          <a:noFill/>
          <a:ln>
            <a:noFill/>
          </a:ln>
        </p:spPr>
      </p:pic>
      <p:sp>
        <p:nvSpPr>
          <p:cNvPr id="2787" name="Google Shape;2787;p109"/>
          <p:cNvSpPr/>
          <p:nvPr/>
        </p:nvSpPr>
        <p:spPr>
          <a:xfrm>
            <a:off x="5260827" y="22377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788" name="Google Shape;2788;p109"/>
          <p:cNvCxnSpPr/>
          <p:nvPr/>
        </p:nvCxnSpPr>
        <p:spPr>
          <a:xfrm>
            <a:off x="5490729" y="27347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789" name="Google Shape;2789;p109"/>
          <p:cNvSpPr/>
          <p:nvPr/>
        </p:nvSpPr>
        <p:spPr>
          <a:xfrm>
            <a:off x="5434457" y="25145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790" name="Google Shape;2790;p109"/>
          <p:cNvSpPr/>
          <p:nvPr/>
        </p:nvSpPr>
        <p:spPr>
          <a:xfrm>
            <a:off x="5582700" y="255034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791" name="Google Shape;2791;p109"/>
          <p:cNvSpPr/>
          <p:nvPr/>
        </p:nvSpPr>
        <p:spPr>
          <a:xfrm>
            <a:off x="5474710" y="3079848"/>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792" name="Google Shape;2792;p109"/>
          <p:cNvCxnSpPr/>
          <p:nvPr/>
        </p:nvCxnSpPr>
        <p:spPr>
          <a:xfrm rot="5400000">
            <a:off x="5239812" y="4154403"/>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793" name="Google Shape;2793;p109"/>
          <p:cNvCxnSpPr/>
          <p:nvPr/>
        </p:nvCxnSpPr>
        <p:spPr>
          <a:xfrm flipH="1" rot="-5400000">
            <a:off x="5622019" y="4114353"/>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794" name="Google Shape;2794;p109"/>
          <p:cNvCxnSpPr/>
          <p:nvPr/>
        </p:nvCxnSpPr>
        <p:spPr>
          <a:xfrm rot="10800000">
            <a:off x="5130610" y="2998825"/>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795" name="Google Shape;2795;p109"/>
          <p:cNvCxnSpPr>
            <a:stCxn id="2791" idx="3"/>
          </p:cNvCxnSpPr>
          <p:nvPr/>
        </p:nvCxnSpPr>
        <p:spPr>
          <a:xfrm flipH="1" rot="10800000">
            <a:off x="5926227" y="3397225"/>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796" name="Google Shape;2796;p109"/>
          <p:cNvPicPr preferRelativeResize="0"/>
          <p:nvPr/>
        </p:nvPicPr>
        <p:blipFill rotWithShape="1">
          <a:blip r:embed="rId7">
            <a:alphaModFix/>
          </a:blip>
          <a:srcRect b="28376" l="12375" r="10949" t="24332"/>
          <a:stretch/>
        </p:blipFill>
        <p:spPr>
          <a:xfrm>
            <a:off x="5169725" y="1935614"/>
            <a:ext cx="1091487" cy="398710"/>
          </a:xfrm>
          <a:prstGeom prst="rect">
            <a:avLst/>
          </a:prstGeom>
          <a:noFill/>
          <a:ln>
            <a:noFill/>
          </a:ln>
        </p:spPr>
      </p:pic>
      <p:cxnSp>
        <p:nvCxnSpPr>
          <p:cNvPr id="2797" name="Google Shape;2797;p109"/>
          <p:cNvCxnSpPr/>
          <p:nvPr/>
        </p:nvCxnSpPr>
        <p:spPr>
          <a:xfrm rot="-4061136">
            <a:off x="2006539" y="4301899"/>
            <a:ext cx="199111" cy="359727"/>
          </a:xfrm>
          <a:prstGeom prst="straightConnector1">
            <a:avLst/>
          </a:prstGeom>
          <a:noFill/>
          <a:ln cap="flat" cmpd="sng" w="28575">
            <a:solidFill>
              <a:srgbClr val="980000"/>
            </a:solidFill>
            <a:prstDash val="solid"/>
            <a:round/>
            <a:headEnd len="med" w="med" type="none"/>
            <a:tailEnd len="med" w="med" type="none"/>
          </a:ln>
        </p:spPr>
      </p:cxnSp>
      <p:pic>
        <p:nvPicPr>
          <p:cNvPr id="2798" name="Google Shape;2798;p109"/>
          <p:cNvPicPr preferRelativeResize="0"/>
          <p:nvPr/>
        </p:nvPicPr>
        <p:blipFill rotWithShape="1">
          <a:blip r:embed="rId8">
            <a:alphaModFix/>
          </a:blip>
          <a:srcRect b="0" l="24103" r="21452" t="6350"/>
          <a:stretch/>
        </p:blipFill>
        <p:spPr>
          <a:xfrm flipH="1" rot="-4059470">
            <a:off x="1784794" y="4357390"/>
            <a:ext cx="137860" cy="180601"/>
          </a:xfrm>
          <a:prstGeom prst="rect">
            <a:avLst/>
          </a:prstGeom>
          <a:noFill/>
          <a:ln>
            <a:noFill/>
          </a:ln>
        </p:spPr>
      </p:pic>
      <p:pic>
        <p:nvPicPr>
          <p:cNvPr id="2799" name="Google Shape;2799;p109"/>
          <p:cNvPicPr preferRelativeResize="0"/>
          <p:nvPr/>
        </p:nvPicPr>
        <p:blipFill rotWithShape="1">
          <a:blip r:embed="rId8">
            <a:alphaModFix/>
          </a:blip>
          <a:srcRect b="0" l="24103" r="21452" t="6350"/>
          <a:stretch/>
        </p:blipFill>
        <p:spPr>
          <a:xfrm flipH="1" rot="-714818">
            <a:off x="1309807" y="3301980"/>
            <a:ext cx="1061937" cy="1391167"/>
          </a:xfrm>
          <a:prstGeom prst="rect">
            <a:avLst/>
          </a:prstGeom>
          <a:noFill/>
          <a:ln>
            <a:noFill/>
          </a:ln>
        </p:spPr>
      </p:pic>
      <p:pic>
        <p:nvPicPr>
          <p:cNvPr id="2800" name="Google Shape;2800;p109"/>
          <p:cNvPicPr preferRelativeResize="0"/>
          <p:nvPr/>
        </p:nvPicPr>
        <p:blipFill rotWithShape="1">
          <a:blip r:embed="rId8">
            <a:alphaModFix/>
          </a:blip>
          <a:srcRect b="0" l="24103" r="21452" t="6350"/>
          <a:stretch/>
        </p:blipFill>
        <p:spPr>
          <a:xfrm flipH="1" rot="-714829">
            <a:off x="1984759" y="3280680"/>
            <a:ext cx="763975" cy="1000842"/>
          </a:xfrm>
          <a:prstGeom prst="rect">
            <a:avLst/>
          </a:prstGeom>
          <a:noFill/>
          <a:ln>
            <a:noFill/>
          </a:ln>
        </p:spPr>
      </p:pic>
      <p:pic>
        <p:nvPicPr>
          <p:cNvPr id="2801" name="Google Shape;2801;p109"/>
          <p:cNvPicPr preferRelativeResize="0"/>
          <p:nvPr/>
        </p:nvPicPr>
        <p:blipFill rotWithShape="1">
          <a:blip r:embed="rId8">
            <a:alphaModFix/>
          </a:blip>
          <a:srcRect b="0" l="24103" r="21452" t="6350"/>
          <a:stretch/>
        </p:blipFill>
        <p:spPr>
          <a:xfrm flipH="1" rot="-714806">
            <a:off x="1425358" y="2744859"/>
            <a:ext cx="1076029" cy="1409609"/>
          </a:xfrm>
          <a:prstGeom prst="rect">
            <a:avLst/>
          </a:prstGeom>
          <a:noFill/>
          <a:ln>
            <a:noFill/>
          </a:ln>
        </p:spPr>
      </p:pic>
      <p:pic>
        <p:nvPicPr>
          <p:cNvPr id="2802" name="Google Shape;2802;p109"/>
          <p:cNvPicPr preferRelativeResize="0"/>
          <p:nvPr/>
        </p:nvPicPr>
        <p:blipFill>
          <a:blip r:embed="rId9">
            <a:alphaModFix/>
          </a:blip>
          <a:stretch>
            <a:fillRect/>
          </a:stretch>
        </p:blipFill>
        <p:spPr>
          <a:xfrm>
            <a:off x="1832575" y="130525"/>
            <a:ext cx="1956275" cy="636299"/>
          </a:xfrm>
          <a:prstGeom prst="rect">
            <a:avLst/>
          </a:prstGeom>
          <a:noFill/>
          <a:ln>
            <a:noFill/>
          </a:ln>
        </p:spPr>
      </p:pic>
      <p:pic>
        <p:nvPicPr>
          <p:cNvPr id="2803" name="Google Shape;2803;p109"/>
          <p:cNvPicPr preferRelativeResize="0"/>
          <p:nvPr/>
        </p:nvPicPr>
        <p:blipFill>
          <a:blip r:embed="rId9">
            <a:alphaModFix/>
          </a:blip>
          <a:stretch>
            <a:fillRect/>
          </a:stretch>
        </p:blipFill>
        <p:spPr>
          <a:xfrm>
            <a:off x="3782550" y="-173950"/>
            <a:ext cx="1956275" cy="636299"/>
          </a:xfrm>
          <a:prstGeom prst="rect">
            <a:avLst/>
          </a:prstGeom>
          <a:noFill/>
          <a:ln>
            <a:noFill/>
          </a:ln>
        </p:spPr>
      </p:pic>
      <p:pic>
        <p:nvPicPr>
          <p:cNvPr id="2804" name="Google Shape;2804;p109"/>
          <p:cNvPicPr preferRelativeResize="0"/>
          <p:nvPr/>
        </p:nvPicPr>
        <p:blipFill>
          <a:blip r:embed="rId9">
            <a:alphaModFix/>
          </a:blip>
          <a:stretch>
            <a:fillRect/>
          </a:stretch>
        </p:blipFill>
        <p:spPr>
          <a:xfrm>
            <a:off x="5738825" y="0"/>
            <a:ext cx="1956275" cy="636299"/>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8" name="Shape 2808"/>
        <p:cNvGrpSpPr/>
        <p:nvPr/>
      </p:nvGrpSpPr>
      <p:grpSpPr>
        <a:xfrm>
          <a:off x="0" y="0"/>
          <a:ext cx="0" cy="0"/>
          <a:chOff x="0" y="0"/>
          <a:chExt cx="0" cy="0"/>
        </a:xfrm>
      </p:grpSpPr>
      <p:sp>
        <p:nvSpPr>
          <p:cNvPr id="2809" name="Google Shape;2809;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810" name="Google Shape;2810;p110"/>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2811" name="Google Shape;2811;p11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812" name="Google Shape;2812;p110"/>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813" name="Google Shape;2813;p11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814" name="Google Shape;2814;p11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815" name="Google Shape;2815;p11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816" name="Google Shape;2816;p11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817" name="Google Shape;2817;p11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818" name="Google Shape;2818;p11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819" name="Google Shape;2819;p110"/>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820" name="Google Shape;2820;p110"/>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821" name="Google Shape;2821;p110"/>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2822" name="Google Shape;2822;p11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823" name="Google Shape;2823;p11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824" name="Google Shape;2824;p11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825" name="Google Shape;2825;p110"/>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826" name="Google Shape;2826;p110"/>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827" name="Google Shape;2827;p110"/>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828" name="Google Shape;2828;p110"/>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829" name="Google Shape;2829;p110"/>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830" name="Google Shape;2830;p110"/>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831" name="Google Shape;2831;p110"/>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832" name="Google Shape;2832;p110"/>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833" name="Google Shape;2833;p11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834" name="Google Shape;2834;p110"/>
          <p:cNvPicPr preferRelativeResize="0"/>
          <p:nvPr/>
        </p:nvPicPr>
        <p:blipFill>
          <a:blip r:embed="rId3">
            <a:alphaModFix/>
          </a:blip>
          <a:stretch>
            <a:fillRect/>
          </a:stretch>
        </p:blipFill>
        <p:spPr>
          <a:xfrm rot="10800000">
            <a:off x="4240364" y="1773687"/>
            <a:ext cx="622675" cy="750925"/>
          </a:xfrm>
          <a:prstGeom prst="rect">
            <a:avLst/>
          </a:prstGeom>
          <a:noFill/>
          <a:ln>
            <a:noFill/>
          </a:ln>
        </p:spPr>
      </p:pic>
      <p:cxnSp>
        <p:nvCxnSpPr>
          <p:cNvPr id="2835" name="Google Shape;2835;p11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836" name="Google Shape;2836;p11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837" name="Google Shape;2837;p110"/>
          <p:cNvPicPr preferRelativeResize="0"/>
          <p:nvPr/>
        </p:nvPicPr>
        <p:blipFill rotWithShape="1">
          <a:blip r:embed="rId5">
            <a:alphaModFix/>
          </a:blip>
          <a:srcRect b="18265" l="56267" r="9373" t="3981"/>
          <a:stretch/>
        </p:blipFill>
        <p:spPr>
          <a:xfrm rot="-7153408">
            <a:off x="7809776" y="4385228"/>
            <a:ext cx="522899" cy="792121"/>
          </a:xfrm>
          <a:prstGeom prst="rect">
            <a:avLst/>
          </a:prstGeom>
          <a:noFill/>
          <a:ln>
            <a:noFill/>
          </a:ln>
        </p:spPr>
      </p:pic>
      <p:pic>
        <p:nvPicPr>
          <p:cNvPr descr="LiquidLibrary (Provided by Getty Images)" id="2838" name="Google Shape;2838;p110"/>
          <p:cNvPicPr preferRelativeResize="0"/>
          <p:nvPr/>
        </p:nvPicPr>
        <p:blipFill>
          <a:blip r:embed="rId6">
            <a:alphaModFix/>
          </a:blip>
          <a:stretch>
            <a:fillRect/>
          </a:stretch>
        </p:blipFill>
        <p:spPr>
          <a:xfrm rot="10113880">
            <a:off x="6754976" y="4247106"/>
            <a:ext cx="912600" cy="569462"/>
          </a:xfrm>
          <a:prstGeom prst="rect">
            <a:avLst/>
          </a:prstGeom>
          <a:noFill/>
          <a:ln>
            <a:noFill/>
          </a:ln>
        </p:spPr>
      </p:pic>
      <p:sp>
        <p:nvSpPr>
          <p:cNvPr id="2839" name="Google Shape;2839;p110"/>
          <p:cNvSpPr/>
          <p:nvPr/>
        </p:nvSpPr>
        <p:spPr>
          <a:xfrm>
            <a:off x="5622302" y="22590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840" name="Google Shape;2840;p110"/>
          <p:cNvCxnSpPr/>
          <p:nvPr/>
        </p:nvCxnSpPr>
        <p:spPr>
          <a:xfrm>
            <a:off x="5852204" y="27560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841" name="Google Shape;2841;p110"/>
          <p:cNvSpPr/>
          <p:nvPr/>
        </p:nvSpPr>
        <p:spPr>
          <a:xfrm>
            <a:off x="5795932" y="25358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842" name="Google Shape;2842;p110"/>
          <p:cNvSpPr/>
          <p:nvPr/>
        </p:nvSpPr>
        <p:spPr>
          <a:xfrm>
            <a:off x="5944175" y="257165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843" name="Google Shape;2843;p110"/>
          <p:cNvSpPr/>
          <p:nvPr/>
        </p:nvSpPr>
        <p:spPr>
          <a:xfrm>
            <a:off x="5836185" y="31011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844" name="Google Shape;2844;p110"/>
          <p:cNvCxnSpPr/>
          <p:nvPr/>
        </p:nvCxnSpPr>
        <p:spPr>
          <a:xfrm rot="5400000">
            <a:off x="5601287" y="41757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845" name="Google Shape;2845;p110"/>
          <p:cNvCxnSpPr/>
          <p:nvPr/>
        </p:nvCxnSpPr>
        <p:spPr>
          <a:xfrm flipH="1" rot="-5400000">
            <a:off x="5983494" y="41356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846" name="Google Shape;2846;p110"/>
          <p:cNvCxnSpPr/>
          <p:nvPr/>
        </p:nvCxnSpPr>
        <p:spPr>
          <a:xfrm rot="10800000">
            <a:off x="5492085" y="30201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2847" name="Google Shape;2847;p110"/>
          <p:cNvCxnSpPr>
            <a:stCxn id="2843" idx="3"/>
          </p:cNvCxnSpPr>
          <p:nvPr/>
        </p:nvCxnSpPr>
        <p:spPr>
          <a:xfrm flipH="1" rot="10800000">
            <a:off x="6287702" y="34185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848" name="Google Shape;2848;p110"/>
          <p:cNvPicPr preferRelativeResize="0"/>
          <p:nvPr/>
        </p:nvPicPr>
        <p:blipFill rotWithShape="1">
          <a:blip r:embed="rId7">
            <a:alphaModFix/>
          </a:blip>
          <a:srcRect b="28376" l="12375" r="10949" t="24332"/>
          <a:stretch/>
        </p:blipFill>
        <p:spPr>
          <a:xfrm>
            <a:off x="5531200" y="1956926"/>
            <a:ext cx="1091487" cy="398710"/>
          </a:xfrm>
          <a:prstGeom prst="rect">
            <a:avLst/>
          </a:prstGeom>
          <a:noFill/>
          <a:ln>
            <a:noFill/>
          </a:ln>
        </p:spPr>
      </p:pic>
      <p:cxnSp>
        <p:nvCxnSpPr>
          <p:cNvPr id="2849" name="Google Shape;2849;p110"/>
          <p:cNvCxnSpPr/>
          <p:nvPr/>
        </p:nvCxnSpPr>
        <p:spPr>
          <a:xfrm rot="-4061136">
            <a:off x="2006539" y="4301899"/>
            <a:ext cx="199111" cy="359727"/>
          </a:xfrm>
          <a:prstGeom prst="straightConnector1">
            <a:avLst/>
          </a:prstGeom>
          <a:noFill/>
          <a:ln cap="flat" cmpd="sng" w="28575">
            <a:solidFill>
              <a:srgbClr val="980000"/>
            </a:solidFill>
            <a:prstDash val="solid"/>
            <a:round/>
            <a:headEnd len="med" w="med" type="none"/>
            <a:tailEnd len="med" w="med" type="none"/>
          </a:ln>
        </p:spPr>
      </p:cxnSp>
      <p:pic>
        <p:nvPicPr>
          <p:cNvPr id="2850" name="Google Shape;2850;p110"/>
          <p:cNvPicPr preferRelativeResize="0"/>
          <p:nvPr/>
        </p:nvPicPr>
        <p:blipFill rotWithShape="1">
          <a:blip r:embed="rId8">
            <a:alphaModFix/>
          </a:blip>
          <a:srcRect b="0" l="24103" r="21452" t="6350"/>
          <a:stretch/>
        </p:blipFill>
        <p:spPr>
          <a:xfrm flipH="1" rot="-4059470">
            <a:off x="1784794" y="4357390"/>
            <a:ext cx="137860" cy="180601"/>
          </a:xfrm>
          <a:prstGeom prst="rect">
            <a:avLst/>
          </a:prstGeom>
          <a:noFill/>
          <a:ln>
            <a:noFill/>
          </a:ln>
        </p:spPr>
      </p:pic>
      <p:pic>
        <p:nvPicPr>
          <p:cNvPr id="2851" name="Google Shape;2851;p110"/>
          <p:cNvPicPr preferRelativeResize="0"/>
          <p:nvPr/>
        </p:nvPicPr>
        <p:blipFill rotWithShape="1">
          <a:blip r:embed="rId8">
            <a:alphaModFix/>
          </a:blip>
          <a:srcRect b="0" l="24103" r="21452" t="6350"/>
          <a:stretch/>
        </p:blipFill>
        <p:spPr>
          <a:xfrm flipH="1" rot="-714819">
            <a:off x="559070" y="2505671"/>
            <a:ext cx="1729586" cy="2265805"/>
          </a:xfrm>
          <a:prstGeom prst="rect">
            <a:avLst/>
          </a:prstGeom>
          <a:noFill/>
          <a:ln>
            <a:noFill/>
          </a:ln>
        </p:spPr>
      </p:pic>
      <p:pic>
        <p:nvPicPr>
          <p:cNvPr id="2852" name="Google Shape;2852;p110"/>
          <p:cNvPicPr preferRelativeResize="0"/>
          <p:nvPr/>
        </p:nvPicPr>
        <p:blipFill rotWithShape="1">
          <a:blip r:embed="rId8">
            <a:alphaModFix/>
          </a:blip>
          <a:srcRect b="0" l="24103" r="21452" t="6350"/>
          <a:stretch/>
        </p:blipFill>
        <p:spPr>
          <a:xfrm flipH="1" rot="-714829">
            <a:off x="1984759" y="3280680"/>
            <a:ext cx="763975" cy="1000842"/>
          </a:xfrm>
          <a:prstGeom prst="rect">
            <a:avLst/>
          </a:prstGeom>
          <a:noFill/>
          <a:ln>
            <a:noFill/>
          </a:ln>
        </p:spPr>
      </p:pic>
      <p:pic>
        <p:nvPicPr>
          <p:cNvPr id="2853" name="Google Shape;2853;p110"/>
          <p:cNvPicPr preferRelativeResize="0"/>
          <p:nvPr/>
        </p:nvPicPr>
        <p:blipFill rotWithShape="1">
          <a:blip r:embed="rId8">
            <a:alphaModFix/>
          </a:blip>
          <a:srcRect b="0" l="24103" r="21452" t="6350"/>
          <a:stretch/>
        </p:blipFill>
        <p:spPr>
          <a:xfrm flipH="1" rot="-714806">
            <a:off x="1365849" y="2174719"/>
            <a:ext cx="1483529" cy="1943437"/>
          </a:xfrm>
          <a:prstGeom prst="rect">
            <a:avLst/>
          </a:prstGeom>
          <a:noFill/>
          <a:ln>
            <a:noFill/>
          </a:ln>
        </p:spPr>
      </p:pic>
      <p:pic>
        <p:nvPicPr>
          <p:cNvPr id="2854" name="Google Shape;2854;p110"/>
          <p:cNvPicPr preferRelativeResize="0"/>
          <p:nvPr/>
        </p:nvPicPr>
        <p:blipFill>
          <a:blip r:embed="rId9">
            <a:alphaModFix/>
          </a:blip>
          <a:stretch>
            <a:fillRect/>
          </a:stretch>
        </p:blipFill>
        <p:spPr>
          <a:xfrm>
            <a:off x="1832575" y="130525"/>
            <a:ext cx="1956275" cy="636299"/>
          </a:xfrm>
          <a:prstGeom prst="rect">
            <a:avLst/>
          </a:prstGeom>
          <a:noFill/>
          <a:ln>
            <a:noFill/>
          </a:ln>
        </p:spPr>
      </p:pic>
      <p:pic>
        <p:nvPicPr>
          <p:cNvPr id="2855" name="Google Shape;2855;p110"/>
          <p:cNvPicPr preferRelativeResize="0"/>
          <p:nvPr/>
        </p:nvPicPr>
        <p:blipFill>
          <a:blip r:embed="rId9">
            <a:alphaModFix/>
          </a:blip>
          <a:stretch>
            <a:fillRect/>
          </a:stretch>
        </p:blipFill>
        <p:spPr>
          <a:xfrm>
            <a:off x="3782550" y="-173950"/>
            <a:ext cx="1956275" cy="636299"/>
          </a:xfrm>
          <a:prstGeom prst="rect">
            <a:avLst/>
          </a:prstGeom>
          <a:noFill/>
          <a:ln>
            <a:noFill/>
          </a:ln>
        </p:spPr>
      </p:pic>
      <p:pic>
        <p:nvPicPr>
          <p:cNvPr id="2856" name="Google Shape;2856;p110"/>
          <p:cNvPicPr preferRelativeResize="0"/>
          <p:nvPr/>
        </p:nvPicPr>
        <p:blipFill>
          <a:blip r:embed="rId9">
            <a:alphaModFix/>
          </a:blip>
          <a:stretch>
            <a:fillRect/>
          </a:stretch>
        </p:blipFill>
        <p:spPr>
          <a:xfrm>
            <a:off x="5738825" y="0"/>
            <a:ext cx="1956275" cy="636299"/>
          </a:xfrm>
          <a:prstGeom prst="rect">
            <a:avLst/>
          </a:prstGeom>
          <a:noFill/>
          <a:ln>
            <a:noFill/>
          </a:ln>
        </p:spPr>
      </p:pic>
      <p:pic>
        <p:nvPicPr>
          <p:cNvPr id="2857" name="Google Shape;2857;p110"/>
          <p:cNvPicPr preferRelativeResize="0"/>
          <p:nvPr/>
        </p:nvPicPr>
        <p:blipFill>
          <a:blip r:embed="rId9">
            <a:alphaModFix/>
          </a:blip>
          <a:stretch>
            <a:fillRect/>
          </a:stretch>
        </p:blipFill>
        <p:spPr>
          <a:xfrm>
            <a:off x="3626425" y="462350"/>
            <a:ext cx="1956275" cy="636299"/>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1" name="Shape 2861"/>
        <p:cNvGrpSpPr/>
        <p:nvPr/>
      </p:nvGrpSpPr>
      <p:grpSpPr>
        <a:xfrm>
          <a:off x="0" y="0"/>
          <a:ext cx="0" cy="0"/>
          <a:chOff x="0" y="0"/>
          <a:chExt cx="0" cy="0"/>
        </a:xfrm>
      </p:grpSpPr>
      <p:sp>
        <p:nvSpPr>
          <p:cNvPr id="2862" name="Google Shape;2862;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863" name="Google Shape;2863;p111"/>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2864" name="Google Shape;2864;p111"/>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865" name="Google Shape;2865;p111"/>
          <p:cNvCxnSpPr/>
          <p:nvPr/>
        </p:nvCxnSpPr>
        <p:spPr>
          <a:xfrm flipH="1" rot="10800000">
            <a:off x="2442525" y="4249338"/>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866" name="Google Shape;2866;p111"/>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867" name="Google Shape;2867;p111"/>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868" name="Google Shape;2868;p111"/>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869" name="Google Shape;2869;p111"/>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870" name="Google Shape;2870;p111"/>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871" name="Google Shape;2871;p111"/>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872" name="Google Shape;2872;p111"/>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873" name="Google Shape;2873;p111"/>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2874" name="Google Shape;2874;p111"/>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2875" name="Google Shape;2875;p111"/>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876" name="Google Shape;2876;p111"/>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877" name="Google Shape;2877;p111"/>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878" name="Google Shape;2878;p111"/>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879" name="Google Shape;2879;p111"/>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2880" name="Google Shape;2880;p111"/>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881" name="Google Shape;2881;p111"/>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2882" name="Google Shape;2882;p111"/>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883" name="Google Shape;2883;p111"/>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884" name="Google Shape;2884;p111"/>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885" name="Google Shape;2885;p111"/>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886" name="Google Shape;2886;p111"/>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887" name="Google Shape;2887;p111"/>
          <p:cNvPicPr preferRelativeResize="0"/>
          <p:nvPr/>
        </p:nvPicPr>
        <p:blipFill>
          <a:blip r:embed="rId3">
            <a:alphaModFix/>
          </a:blip>
          <a:stretch>
            <a:fillRect/>
          </a:stretch>
        </p:blipFill>
        <p:spPr>
          <a:xfrm rot="10800000">
            <a:off x="4240364" y="1773687"/>
            <a:ext cx="622675" cy="750925"/>
          </a:xfrm>
          <a:prstGeom prst="rect">
            <a:avLst/>
          </a:prstGeom>
          <a:noFill/>
          <a:ln>
            <a:noFill/>
          </a:ln>
        </p:spPr>
      </p:pic>
      <p:cxnSp>
        <p:nvCxnSpPr>
          <p:cNvPr id="2888" name="Google Shape;2888;p111"/>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889" name="Google Shape;2889;p111"/>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890" name="Google Shape;2890;p111"/>
          <p:cNvPicPr preferRelativeResize="0"/>
          <p:nvPr/>
        </p:nvPicPr>
        <p:blipFill rotWithShape="1">
          <a:blip r:embed="rId5">
            <a:alphaModFix/>
          </a:blip>
          <a:srcRect b="18265" l="56267" r="9373" t="3981"/>
          <a:stretch/>
        </p:blipFill>
        <p:spPr>
          <a:xfrm rot="-7153408">
            <a:off x="7809776" y="4385228"/>
            <a:ext cx="522899" cy="792121"/>
          </a:xfrm>
          <a:prstGeom prst="rect">
            <a:avLst/>
          </a:prstGeom>
          <a:noFill/>
          <a:ln>
            <a:noFill/>
          </a:ln>
        </p:spPr>
      </p:pic>
      <p:pic>
        <p:nvPicPr>
          <p:cNvPr descr="LiquidLibrary (Provided by Getty Images)" id="2891" name="Google Shape;2891;p111"/>
          <p:cNvPicPr preferRelativeResize="0"/>
          <p:nvPr/>
        </p:nvPicPr>
        <p:blipFill>
          <a:blip r:embed="rId6">
            <a:alphaModFix/>
          </a:blip>
          <a:stretch>
            <a:fillRect/>
          </a:stretch>
        </p:blipFill>
        <p:spPr>
          <a:xfrm rot="10113880">
            <a:off x="6754976" y="4247106"/>
            <a:ext cx="912600" cy="569462"/>
          </a:xfrm>
          <a:prstGeom prst="rect">
            <a:avLst/>
          </a:prstGeom>
          <a:noFill/>
          <a:ln>
            <a:noFill/>
          </a:ln>
        </p:spPr>
      </p:pic>
      <p:sp>
        <p:nvSpPr>
          <p:cNvPr id="2892" name="Google Shape;2892;p111"/>
          <p:cNvSpPr/>
          <p:nvPr/>
        </p:nvSpPr>
        <p:spPr>
          <a:xfrm rot="6471606">
            <a:off x="6151672" y="3635975"/>
            <a:ext cx="879379" cy="809078"/>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893" name="Google Shape;2893;p111"/>
          <p:cNvCxnSpPr/>
          <p:nvPr/>
        </p:nvCxnSpPr>
        <p:spPr>
          <a:xfrm rot="6471892">
            <a:off x="6206124" y="3891995"/>
            <a:ext cx="419529" cy="183769"/>
          </a:xfrm>
          <a:prstGeom prst="curvedConnector3">
            <a:avLst>
              <a:gd fmla="val -36420" name="adj1"/>
            </a:avLst>
          </a:prstGeom>
          <a:noFill/>
          <a:ln cap="flat" cmpd="sng" w="5800">
            <a:solidFill>
              <a:schemeClr val="dk2"/>
            </a:solidFill>
            <a:prstDash val="solid"/>
            <a:round/>
            <a:headEnd len="med" w="med" type="none"/>
            <a:tailEnd len="med" w="med" type="none"/>
          </a:ln>
        </p:spPr>
      </p:cxnSp>
      <p:sp>
        <p:nvSpPr>
          <p:cNvPr id="2894" name="Google Shape;2894;p111"/>
          <p:cNvSpPr/>
          <p:nvPr/>
        </p:nvSpPr>
        <p:spPr>
          <a:xfrm rot="6471606">
            <a:off x="6632907" y="3760317"/>
            <a:ext cx="113468" cy="183769"/>
          </a:xfrm>
          <a:prstGeom prst="ellipse">
            <a:avLst/>
          </a:prstGeom>
          <a:solidFill>
            <a:srgbClr val="000000"/>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895" name="Google Shape;2895;p111"/>
          <p:cNvSpPr/>
          <p:nvPr/>
        </p:nvSpPr>
        <p:spPr>
          <a:xfrm rot="6471606">
            <a:off x="6553396" y="3890444"/>
            <a:ext cx="113468" cy="183769"/>
          </a:xfrm>
          <a:prstGeom prst="ellipse">
            <a:avLst/>
          </a:prstGeom>
          <a:solidFill>
            <a:schemeClr val="dk1"/>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896" name="Google Shape;2896;p111"/>
          <p:cNvSpPr/>
          <p:nvPr/>
        </p:nvSpPr>
        <p:spPr>
          <a:xfrm rot="6471781">
            <a:off x="5521120" y="33185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897" name="Google Shape;2897;p111"/>
          <p:cNvCxnSpPr/>
          <p:nvPr/>
        </p:nvCxnSpPr>
        <p:spPr>
          <a:xfrm rot="-9727889">
            <a:off x="4874951" y="3275127"/>
            <a:ext cx="518196" cy="167642"/>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898" name="Google Shape;2898;p111"/>
          <p:cNvCxnSpPr/>
          <p:nvPr/>
        </p:nvCxnSpPr>
        <p:spPr>
          <a:xfrm flipH="1" rot="1071263">
            <a:off x="4803688" y="3606098"/>
            <a:ext cx="477497" cy="207393"/>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2899" name="Google Shape;2899;p111"/>
          <p:cNvCxnSpPr/>
          <p:nvPr/>
        </p:nvCxnSpPr>
        <p:spPr>
          <a:xfrm rot="-4328014">
            <a:off x="5949428" y="3205630"/>
            <a:ext cx="344199" cy="530814"/>
          </a:xfrm>
          <a:prstGeom prst="straightConnector1">
            <a:avLst/>
          </a:prstGeom>
          <a:noFill/>
          <a:ln cap="flat" cmpd="sng" w="5800">
            <a:solidFill>
              <a:schemeClr val="dk2"/>
            </a:solidFill>
            <a:prstDash val="solid"/>
            <a:round/>
            <a:headEnd len="med" w="med" type="none"/>
            <a:tailEnd len="med" w="med" type="none"/>
          </a:ln>
        </p:spPr>
      </p:cxnSp>
      <p:cxnSp>
        <p:nvCxnSpPr>
          <p:cNvPr id="2900" name="Google Shape;2900;p111"/>
          <p:cNvCxnSpPr>
            <a:stCxn id="2896" idx="3"/>
          </p:cNvCxnSpPr>
          <p:nvPr/>
        </p:nvCxnSpPr>
        <p:spPr>
          <a:xfrm>
            <a:off x="5677629" y="3983138"/>
            <a:ext cx="19500" cy="3708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901" name="Google Shape;2901;p111"/>
          <p:cNvPicPr preferRelativeResize="0"/>
          <p:nvPr/>
        </p:nvPicPr>
        <p:blipFill rotWithShape="1">
          <a:blip r:embed="rId7">
            <a:alphaModFix/>
          </a:blip>
          <a:srcRect b="28376" l="12375" r="10949" t="24332"/>
          <a:stretch/>
        </p:blipFill>
        <p:spPr>
          <a:xfrm rot="6471787">
            <a:off x="6523861" y="4010953"/>
            <a:ext cx="1091487" cy="398710"/>
          </a:xfrm>
          <a:prstGeom prst="rect">
            <a:avLst/>
          </a:prstGeom>
          <a:noFill/>
          <a:ln>
            <a:noFill/>
          </a:ln>
        </p:spPr>
      </p:pic>
      <p:cxnSp>
        <p:nvCxnSpPr>
          <p:cNvPr id="2902" name="Google Shape;2902;p111"/>
          <p:cNvCxnSpPr/>
          <p:nvPr/>
        </p:nvCxnSpPr>
        <p:spPr>
          <a:xfrm rot="-4061136">
            <a:off x="2006539" y="4301899"/>
            <a:ext cx="199111" cy="359727"/>
          </a:xfrm>
          <a:prstGeom prst="straightConnector1">
            <a:avLst/>
          </a:prstGeom>
          <a:noFill/>
          <a:ln cap="flat" cmpd="sng" w="28575">
            <a:solidFill>
              <a:srgbClr val="980000"/>
            </a:solidFill>
            <a:prstDash val="solid"/>
            <a:round/>
            <a:headEnd len="med" w="med" type="none"/>
            <a:tailEnd len="med" w="med" type="none"/>
          </a:ln>
        </p:spPr>
      </p:cxnSp>
      <p:pic>
        <p:nvPicPr>
          <p:cNvPr id="2903" name="Google Shape;2903;p111"/>
          <p:cNvPicPr preferRelativeResize="0"/>
          <p:nvPr/>
        </p:nvPicPr>
        <p:blipFill rotWithShape="1">
          <a:blip r:embed="rId8">
            <a:alphaModFix/>
          </a:blip>
          <a:srcRect b="0" l="24103" r="21452" t="6350"/>
          <a:stretch/>
        </p:blipFill>
        <p:spPr>
          <a:xfrm flipH="1" rot="-4059470">
            <a:off x="1784794" y="4357390"/>
            <a:ext cx="137860" cy="180601"/>
          </a:xfrm>
          <a:prstGeom prst="rect">
            <a:avLst/>
          </a:prstGeom>
          <a:noFill/>
          <a:ln>
            <a:noFill/>
          </a:ln>
        </p:spPr>
      </p:pic>
      <p:pic>
        <p:nvPicPr>
          <p:cNvPr id="2904" name="Google Shape;2904;p111"/>
          <p:cNvPicPr preferRelativeResize="0"/>
          <p:nvPr/>
        </p:nvPicPr>
        <p:blipFill rotWithShape="1">
          <a:blip r:embed="rId8">
            <a:alphaModFix/>
          </a:blip>
          <a:srcRect b="0" l="24103" r="21452" t="6350"/>
          <a:stretch/>
        </p:blipFill>
        <p:spPr>
          <a:xfrm flipH="1" rot="-714819">
            <a:off x="559070" y="2505671"/>
            <a:ext cx="1729586" cy="2265805"/>
          </a:xfrm>
          <a:prstGeom prst="rect">
            <a:avLst/>
          </a:prstGeom>
          <a:noFill/>
          <a:ln>
            <a:noFill/>
          </a:ln>
        </p:spPr>
      </p:pic>
      <p:pic>
        <p:nvPicPr>
          <p:cNvPr id="2905" name="Google Shape;2905;p111"/>
          <p:cNvPicPr preferRelativeResize="0"/>
          <p:nvPr/>
        </p:nvPicPr>
        <p:blipFill rotWithShape="1">
          <a:blip r:embed="rId8">
            <a:alphaModFix/>
          </a:blip>
          <a:srcRect b="0" l="24103" r="21452" t="6350"/>
          <a:stretch/>
        </p:blipFill>
        <p:spPr>
          <a:xfrm flipH="1" rot="-714829">
            <a:off x="1984759" y="3280680"/>
            <a:ext cx="763975" cy="1000842"/>
          </a:xfrm>
          <a:prstGeom prst="rect">
            <a:avLst/>
          </a:prstGeom>
          <a:noFill/>
          <a:ln>
            <a:noFill/>
          </a:ln>
        </p:spPr>
      </p:pic>
      <p:pic>
        <p:nvPicPr>
          <p:cNvPr id="2906" name="Google Shape;2906;p111"/>
          <p:cNvPicPr preferRelativeResize="0"/>
          <p:nvPr/>
        </p:nvPicPr>
        <p:blipFill rotWithShape="1">
          <a:blip r:embed="rId8">
            <a:alphaModFix/>
          </a:blip>
          <a:srcRect b="0" l="24103" r="21452" t="6350"/>
          <a:stretch/>
        </p:blipFill>
        <p:spPr>
          <a:xfrm flipH="1" rot="-714806">
            <a:off x="1365849" y="2174719"/>
            <a:ext cx="1483529" cy="1943437"/>
          </a:xfrm>
          <a:prstGeom prst="rect">
            <a:avLst/>
          </a:prstGeom>
          <a:noFill/>
          <a:ln>
            <a:noFill/>
          </a:ln>
        </p:spPr>
      </p:pic>
      <p:pic>
        <p:nvPicPr>
          <p:cNvPr id="2907" name="Google Shape;2907;p111"/>
          <p:cNvPicPr preferRelativeResize="0"/>
          <p:nvPr/>
        </p:nvPicPr>
        <p:blipFill>
          <a:blip r:embed="rId9">
            <a:alphaModFix/>
          </a:blip>
          <a:stretch>
            <a:fillRect/>
          </a:stretch>
        </p:blipFill>
        <p:spPr>
          <a:xfrm>
            <a:off x="1832575" y="130525"/>
            <a:ext cx="1956275" cy="636299"/>
          </a:xfrm>
          <a:prstGeom prst="rect">
            <a:avLst/>
          </a:prstGeom>
          <a:noFill/>
          <a:ln>
            <a:noFill/>
          </a:ln>
        </p:spPr>
      </p:pic>
      <p:pic>
        <p:nvPicPr>
          <p:cNvPr id="2908" name="Google Shape;2908;p111"/>
          <p:cNvPicPr preferRelativeResize="0"/>
          <p:nvPr/>
        </p:nvPicPr>
        <p:blipFill>
          <a:blip r:embed="rId9">
            <a:alphaModFix/>
          </a:blip>
          <a:stretch>
            <a:fillRect/>
          </a:stretch>
        </p:blipFill>
        <p:spPr>
          <a:xfrm>
            <a:off x="3782550" y="-173950"/>
            <a:ext cx="1956275" cy="636299"/>
          </a:xfrm>
          <a:prstGeom prst="rect">
            <a:avLst/>
          </a:prstGeom>
          <a:noFill/>
          <a:ln>
            <a:noFill/>
          </a:ln>
        </p:spPr>
      </p:pic>
      <p:pic>
        <p:nvPicPr>
          <p:cNvPr id="2909" name="Google Shape;2909;p111"/>
          <p:cNvPicPr preferRelativeResize="0"/>
          <p:nvPr/>
        </p:nvPicPr>
        <p:blipFill>
          <a:blip r:embed="rId9">
            <a:alphaModFix/>
          </a:blip>
          <a:stretch>
            <a:fillRect/>
          </a:stretch>
        </p:blipFill>
        <p:spPr>
          <a:xfrm>
            <a:off x="5738825" y="0"/>
            <a:ext cx="1956275" cy="636299"/>
          </a:xfrm>
          <a:prstGeom prst="rect">
            <a:avLst/>
          </a:prstGeom>
          <a:noFill/>
          <a:ln>
            <a:noFill/>
          </a:ln>
        </p:spPr>
      </p:pic>
      <p:pic>
        <p:nvPicPr>
          <p:cNvPr id="2910" name="Google Shape;2910;p111"/>
          <p:cNvPicPr preferRelativeResize="0"/>
          <p:nvPr/>
        </p:nvPicPr>
        <p:blipFill>
          <a:blip r:embed="rId9">
            <a:alphaModFix/>
          </a:blip>
          <a:stretch>
            <a:fillRect/>
          </a:stretch>
        </p:blipFill>
        <p:spPr>
          <a:xfrm>
            <a:off x="3626425" y="462350"/>
            <a:ext cx="1956275" cy="636299"/>
          </a:xfrm>
          <a:prstGeom prst="rect">
            <a:avLst/>
          </a:prstGeom>
          <a:noFill/>
          <a:ln>
            <a:noFill/>
          </a:ln>
        </p:spPr>
      </p:pic>
      <p:sp>
        <p:nvSpPr>
          <p:cNvPr id="2911" name="Google Shape;2911;p111"/>
          <p:cNvSpPr/>
          <p:nvPr/>
        </p:nvSpPr>
        <p:spPr>
          <a:xfrm>
            <a:off x="-564325" y="-685275"/>
            <a:ext cx="10287000" cy="61626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2" name="Google Shape;2912;p111"/>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2913" name="Google Shape;2913;p111"/>
          <p:cNvSpPr/>
          <p:nvPr/>
        </p:nvSpPr>
        <p:spPr>
          <a:xfrm>
            <a:off x="254825" y="3000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 fire spread and the room filled with CO</a:t>
            </a:r>
            <a:r>
              <a:rPr baseline="-25000" lang="en"/>
              <a:t>2</a:t>
            </a:r>
            <a:r>
              <a:rPr lang="en"/>
              <a:t>.</a:t>
            </a:r>
            <a:endParaRPr/>
          </a:p>
        </p:txBody>
      </p:sp>
      <p:sp>
        <p:nvSpPr>
          <p:cNvPr id="2914" name="Google Shape;2914;p111">
            <a:hlinkClick action="ppaction://hlinksldjump" r:id="rId10"/>
          </p:cNvPr>
          <p:cNvSpPr/>
          <p:nvPr/>
        </p:nvSpPr>
        <p:spPr>
          <a:xfrm>
            <a:off x="5912675" y="3677000"/>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18" name="Shape 2918"/>
        <p:cNvGrpSpPr/>
        <p:nvPr/>
      </p:nvGrpSpPr>
      <p:grpSpPr>
        <a:xfrm>
          <a:off x="0" y="0"/>
          <a:ext cx="0" cy="0"/>
          <a:chOff x="0" y="0"/>
          <a:chExt cx="0" cy="0"/>
        </a:xfrm>
      </p:grpSpPr>
      <p:sp>
        <p:nvSpPr>
          <p:cNvPr id="2919" name="Google Shape;2919;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20" name="Google Shape;2920;p112">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921" name="Google Shape;2921;p11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922" name="Google Shape;2922;p11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923" name="Google Shape;2923;p11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924" name="Google Shape;2924;p112"/>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28" name="Shape 2928"/>
        <p:cNvGrpSpPr/>
        <p:nvPr/>
      </p:nvGrpSpPr>
      <p:grpSpPr>
        <a:xfrm>
          <a:off x="0" y="0"/>
          <a:ext cx="0" cy="0"/>
          <a:chOff x="0" y="0"/>
          <a:chExt cx="0" cy="0"/>
        </a:xfrm>
      </p:grpSpPr>
      <p:sp>
        <p:nvSpPr>
          <p:cNvPr id="2929" name="Google Shape;2929;p1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30" name="Google Shape;2930;p113">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931" name="Google Shape;2931;p11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932" name="Google Shape;2932;p11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933" name="Google Shape;2933;p11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934" name="Google Shape;2934;p113"/>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8" name="Shape 2938"/>
        <p:cNvGrpSpPr/>
        <p:nvPr/>
      </p:nvGrpSpPr>
      <p:grpSpPr>
        <a:xfrm>
          <a:off x="0" y="0"/>
          <a:ext cx="0" cy="0"/>
          <a:chOff x="0" y="0"/>
          <a:chExt cx="0" cy="0"/>
        </a:xfrm>
      </p:grpSpPr>
      <p:sp>
        <p:nvSpPr>
          <p:cNvPr id="2939" name="Google Shape;2939;p1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940" name="Google Shape;2940;p114"/>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2941" name="Google Shape;2941;p114"/>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2942" name="Google Shape;2942;p114"/>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2943" name="Google Shape;2943;p114"/>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2944" name="Google Shape;2944;p114"/>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2945" name="Google Shape;2945;p114"/>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946" name="Google Shape;2946;p114"/>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2947" name="Google Shape;2947;p114"/>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2948" name="Google Shape;2948;p114"/>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2949" name="Google Shape;2949;p114"/>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950" name="Google Shape;2950;p114"/>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2951" name="Google Shape;2951;p114"/>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2952" name="Google Shape;2952;p114"/>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953" name="Google Shape;2953;p114"/>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954" name="Google Shape;2954;p114"/>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2955" name="Google Shape;2955;p114"/>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956" name="Google Shape;2956;p114"/>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2957" name="Google Shape;2957;p114"/>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958" name="Google Shape;2958;p114"/>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2959" name="Google Shape;2959;p114"/>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2960" name="Google Shape;2960;p114"/>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2961" name="Google Shape;2961;p114"/>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2962" name="Google Shape;2962;p114"/>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2963" name="Google Shape;2963;p114"/>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2964" name="Google Shape;2964;p114"/>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2965" name="Google Shape;2965;p114"/>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2966" name="Google Shape;2966;p114"/>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2967" name="Google Shape;2967;p114"/>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2968" name="Google Shape;2968;p114"/>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2969" name="Google Shape;2969;p114"/>
          <p:cNvSpPr/>
          <p:nvPr/>
        </p:nvSpPr>
        <p:spPr>
          <a:xfrm>
            <a:off x="5066602" y="3653650"/>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970" name="Google Shape;2970;p114"/>
          <p:cNvCxnSpPr/>
          <p:nvPr/>
        </p:nvCxnSpPr>
        <p:spPr>
          <a:xfrm>
            <a:off x="5296504" y="4150661"/>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2971" name="Google Shape;2971;p114"/>
          <p:cNvSpPr/>
          <p:nvPr/>
        </p:nvSpPr>
        <p:spPr>
          <a:xfrm>
            <a:off x="5220782" y="38585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972" name="Google Shape;2972;p114"/>
          <p:cNvSpPr/>
          <p:nvPr/>
        </p:nvSpPr>
        <p:spPr>
          <a:xfrm>
            <a:off x="5449550" y="39014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2973" name="Google Shape;2973;p114"/>
          <p:cNvSpPr/>
          <p:nvPr/>
        </p:nvSpPr>
        <p:spPr>
          <a:xfrm rot="-5400000">
            <a:off x="6102310" y="3717723"/>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2974" name="Google Shape;2974;p114"/>
          <p:cNvCxnSpPr>
            <a:stCxn id="2969" idx="0"/>
          </p:cNvCxnSpPr>
          <p:nvPr/>
        </p:nvCxnSpPr>
        <p:spPr>
          <a:xfrm flipH="1" rot="-5400000">
            <a:off x="5705602" y="3454300"/>
            <a:ext cx="354300" cy="753000"/>
          </a:xfrm>
          <a:prstGeom prst="curvedConnector4">
            <a:avLst>
              <a:gd fmla="val -67210" name="adj1"/>
              <a:gd fmla="val 79193" name="adj2"/>
            </a:avLst>
          </a:prstGeom>
          <a:noFill/>
          <a:ln cap="flat" cmpd="sng" w="5800">
            <a:solidFill>
              <a:schemeClr val="dk2"/>
            </a:solidFill>
            <a:prstDash val="solid"/>
            <a:round/>
            <a:headEnd len="med" w="med" type="none"/>
            <a:tailEnd len="med" w="med" type="none"/>
          </a:ln>
        </p:spPr>
      </p:cxnSp>
      <p:cxnSp>
        <p:nvCxnSpPr>
          <p:cNvPr id="2975" name="Google Shape;2975;p114"/>
          <p:cNvCxnSpPr>
            <a:endCxn id="2973" idx="1"/>
          </p:cNvCxnSpPr>
          <p:nvPr/>
        </p:nvCxnSpPr>
        <p:spPr>
          <a:xfrm flipH="1" rot="10800000">
            <a:off x="5487768" y="4393159"/>
            <a:ext cx="840300" cy="112800"/>
          </a:xfrm>
          <a:prstGeom prst="curvedConnector2">
            <a:avLst/>
          </a:prstGeom>
          <a:noFill/>
          <a:ln cap="flat" cmpd="sng" w="5800">
            <a:solidFill>
              <a:schemeClr val="dk2"/>
            </a:solidFill>
            <a:prstDash val="solid"/>
            <a:round/>
            <a:headEnd len="med" w="med" type="none"/>
            <a:tailEnd len="med" w="med" type="none"/>
          </a:ln>
        </p:spPr>
      </p:cxnSp>
      <p:cxnSp>
        <p:nvCxnSpPr>
          <p:cNvPr id="2976" name="Google Shape;2976;p114"/>
          <p:cNvCxnSpPr/>
          <p:nvPr/>
        </p:nvCxnSpPr>
        <p:spPr>
          <a:xfrm flipH="1">
            <a:off x="6741900" y="4000500"/>
            <a:ext cx="830100" cy="150300"/>
          </a:xfrm>
          <a:prstGeom prst="straightConnector1">
            <a:avLst/>
          </a:prstGeom>
          <a:noFill/>
          <a:ln cap="flat" cmpd="sng" w="5800">
            <a:solidFill>
              <a:schemeClr val="dk2"/>
            </a:solidFill>
            <a:prstDash val="solid"/>
            <a:round/>
            <a:headEnd len="med" w="med" type="none"/>
            <a:tailEnd len="med" w="med" type="none"/>
          </a:ln>
        </p:spPr>
      </p:cxnSp>
      <p:cxnSp>
        <p:nvCxnSpPr>
          <p:cNvPr id="2977" name="Google Shape;2977;p114"/>
          <p:cNvCxnSpPr/>
          <p:nvPr/>
        </p:nvCxnSpPr>
        <p:spPr>
          <a:xfrm flipH="1" rot="10800000">
            <a:off x="6740564" y="3894188"/>
            <a:ext cx="565500" cy="1224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2978" name="Google Shape;2978;p114"/>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descr="Laptop on white (Provided by Getty Images)" id="2979" name="Google Shape;2979;p114"/>
          <p:cNvPicPr preferRelativeResize="0"/>
          <p:nvPr/>
        </p:nvPicPr>
        <p:blipFill rotWithShape="1">
          <a:blip r:embed="rId8">
            <a:alphaModFix/>
          </a:blip>
          <a:srcRect b="0" l="7927" r="9064" t="4077"/>
          <a:stretch/>
        </p:blipFill>
        <p:spPr>
          <a:xfrm>
            <a:off x="3859681" y="3440358"/>
            <a:ext cx="1139625" cy="1106029"/>
          </a:xfrm>
          <a:prstGeom prst="rect">
            <a:avLst/>
          </a:prstGeom>
          <a:noFill/>
          <a:ln>
            <a:noFill/>
          </a:ln>
        </p:spPr>
      </p:pic>
      <p:sp>
        <p:nvSpPr>
          <p:cNvPr id="2980" name="Google Shape;2980;p114"/>
          <p:cNvSpPr/>
          <p:nvPr/>
        </p:nvSpPr>
        <p:spPr>
          <a:xfrm rot="-1565618">
            <a:off x="1946171" y="1992143"/>
            <a:ext cx="2801758" cy="1552089"/>
          </a:xfrm>
          <a:prstGeom prst="flowChartOffpage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81" name="Google Shape;2981;p114">
            <a:hlinkClick action="ppaction://hlinksldjump" r:id="rId9"/>
          </p:cNvPr>
          <p:cNvPicPr preferRelativeResize="0"/>
          <p:nvPr/>
        </p:nvPicPr>
        <p:blipFill>
          <a:blip r:embed="rId10">
            <a:alphaModFix/>
          </a:blip>
          <a:stretch>
            <a:fillRect/>
          </a:stretch>
        </p:blipFill>
        <p:spPr>
          <a:xfrm rot="-1637132">
            <a:off x="1979853" y="2511505"/>
            <a:ext cx="753001" cy="753001"/>
          </a:xfrm>
          <a:prstGeom prst="rect">
            <a:avLst/>
          </a:prstGeom>
          <a:noFill/>
          <a:ln cap="flat" cmpd="sng" w="76200">
            <a:solidFill>
              <a:srgbClr val="00FF00"/>
            </a:solidFill>
            <a:prstDash val="solid"/>
            <a:round/>
            <a:headEnd len="sm" w="sm" type="none"/>
            <a:tailEnd len="sm" w="sm" type="none"/>
          </a:ln>
        </p:spPr>
      </p:pic>
      <p:pic>
        <p:nvPicPr>
          <p:cNvPr id="2982" name="Google Shape;2982;p114">
            <a:hlinkClick action="ppaction://hlinksldjump" r:id="rId11"/>
          </p:cNvPr>
          <p:cNvPicPr preferRelativeResize="0"/>
          <p:nvPr/>
        </p:nvPicPr>
        <p:blipFill>
          <a:blip r:embed="rId12">
            <a:alphaModFix/>
          </a:blip>
          <a:stretch>
            <a:fillRect/>
          </a:stretch>
        </p:blipFill>
        <p:spPr>
          <a:xfrm rot="-1590956">
            <a:off x="3583777" y="1705402"/>
            <a:ext cx="830107" cy="717696"/>
          </a:xfrm>
          <a:prstGeom prst="rect">
            <a:avLst/>
          </a:prstGeom>
          <a:noFill/>
          <a:ln cap="flat" cmpd="sng" w="76200">
            <a:solidFill>
              <a:srgbClr val="00FF00"/>
            </a:solidFill>
            <a:prstDash val="solid"/>
            <a:round/>
            <a:headEnd len="sm" w="sm" type="none"/>
            <a:tailEnd len="sm" w="sm" type="none"/>
          </a:ln>
        </p:spPr>
      </p:pic>
      <p:pic>
        <p:nvPicPr>
          <p:cNvPr id="2983" name="Google Shape;2983;p114">
            <a:hlinkClick action="ppaction://hlinksldjump" r:id="rId13"/>
          </p:cNvPr>
          <p:cNvPicPr preferRelativeResize="0"/>
          <p:nvPr/>
        </p:nvPicPr>
        <p:blipFill>
          <a:blip r:embed="rId14">
            <a:alphaModFix/>
          </a:blip>
          <a:stretch>
            <a:fillRect/>
          </a:stretch>
        </p:blipFill>
        <p:spPr>
          <a:xfrm rot="-1594240">
            <a:off x="2792143" y="2089884"/>
            <a:ext cx="752728" cy="752715"/>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87" name="Shape 2987"/>
        <p:cNvGrpSpPr/>
        <p:nvPr/>
      </p:nvGrpSpPr>
      <p:grpSpPr>
        <a:xfrm>
          <a:off x="0" y="0"/>
          <a:ext cx="0" cy="0"/>
          <a:chOff x="0" y="0"/>
          <a:chExt cx="0" cy="0"/>
        </a:xfrm>
      </p:grpSpPr>
      <p:sp>
        <p:nvSpPr>
          <p:cNvPr id="2988" name="Google Shape;2988;p1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89" name="Google Shape;2989;p115">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2990" name="Google Shape;2990;p11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2991" name="Google Shape;2991;p11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2992" name="Google Shape;2992;p11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2993" name="Google Shape;2993;p115"/>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97" name="Shape 2997"/>
        <p:cNvGrpSpPr/>
        <p:nvPr/>
      </p:nvGrpSpPr>
      <p:grpSpPr>
        <a:xfrm>
          <a:off x="0" y="0"/>
          <a:ext cx="0" cy="0"/>
          <a:chOff x="0" y="0"/>
          <a:chExt cx="0" cy="0"/>
        </a:xfrm>
      </p:grpSpPr>
      <p:sp>
        <p:nvSpPr>
          <p:cNvPr id="2998" name="Google Shape;2998;p1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99" name="Google Shape;2999;p116">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000" name="Google Shape;3000;p116"/>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001" name="Google Shape;3001;p116"/>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002" name="Google Shape;3002;p116"/>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003" name="Google Shape;3003;p116"/>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7" name="Shape 3007"/>
        <p:cNvGrpSpPr/>
        <p:nvPr/>
      </p:nvGrpSpPr>
      <p:grpSpPr>
        <a:xfrm>
          <a:off x="0" y="0"/>
          <a:ext cx="0" cy="0"/>
          <a:chOff x="0" y="0"/>
          <a:chExt cx="0" cy="0"/>
        </a:xfrm>
      </p:grpSpPr>
      <p:pic>
        <p:nvPicPr>
          <p:cNvPr id="3008" name="Google Shape;3008;p117"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009" name="Google Shape;3009;p117" title="Screenshot 2026-10-12 10.47.22 PM.png"/>
          <p:cNvPicPr preferRelativeResize="0"/>
          <p:nvPr/>
        </p:nvPicPr>
        <p:blipFill>
          <a:blip r:embed="rId4">
            <a:alphaModFix/>
          </a:blip>
          <a:stretch>
            <a:fillRect/>
          </a:stretch>
        </p:blipFill>
        <p:spPr>
          <a:xfrm>
            <a:off x="717225" y="418474"/>
            <a:ext cx="7644000" cy="3170400"/>
          </a:xfrm>
          <a:prstGeom prst="roundRect">
            <a:avLst>
              <a:gd fmla="val 3473"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3" name="Shape 3013"/>
        <p:cNvGrpSpPr/>
        <p:nvPr/>
      </p:nvGrpSpPr>
      <p:grpSpPr>
        <a:xfrm>
          <a:off x="0" y="0"/>
          <a:ext cx="0" cy="0"/>
          <a:chOff x="0" y="0"/>
          <a:chExt cx="0" cy="0"/>
        </a:xfrm>
      </p:grpSpPr>
      <p:pic>
        <p:nvPicPr>
          <p:cNvPr id="3014" name="Google Shape;3014;p118"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015" name="Google Shape;3015;p118" title="Screenshot 2026-10-14 4.56.02 PM.png"/>
          <p:cNvPicPr preferRelativeResize="0"/>
          <p:nvPr/>
        </p:nvPicPr>
        <p:blipFill rotWithShape="1">
          <a:blip r:embed="rId4">
            <a:alphaModFix/>
          </a:blip>
          <a:srcRect b="0" l="5906" r="-2255" t="19756"/>
          <a:stretch/>
        </p:blipFill>
        <p:spPr>
          <a:xfrm>
            <a:off x="717225" y="418475"/>
            <a:ext cx="7823700" cy="3170400"/>
          </a:xfrm>
          <a:prstGeom prst="roundRect">
            <a:avLst>
              <a:gd fmla="val 3473"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9" name="Shape 3019"/>
        <p:cNvGrpSpPr/>
        <p:nvPr/>
      </p:nvGrpSpPr>
      <p:grpSpPr>
        <a:xfrm>
          <a:off x="0" y="0"/>
          <a:ext cx="0" cy="0"/>
          <a:chOff x="0" y="0"/>
          <a:chExt cx="0" cy="0"/>
        </a:xfrm>
      </p:grpSpPr>
      <p:sp>
        <p:nvSpPr>
          <p:cNvPr id="3020" name="Google Shape;3020;p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021" name="Google Shape;3021;p119"/>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022" name="Google Shape;3022;p11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023" name="Google Shape;3023;p11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024" name="Google Shape;3024;p11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025" name="Google Shape;3025;p11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026" name="Google Shape;3026;p11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027" name="Google Shape;3027;p11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028" name="Google Shape;3028;p11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029" name="Google Shape;3029;p11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030" name="Google Shape;3030;p119"/>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031" name="Google Shape;3031;p119"/>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032" name="Google Shape;3032;p119"/>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033" name="Google Shape;3033;p11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034" name="Google Shape;3034;p11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035" name="Google Shape;3035;p11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036" name="Google Shape;3036;p119"/>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037" name="Google Shape;3037;p119"/>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038" name="Google Shape;3038;p119"/>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039" name="Google Shape;3039;p119"/>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040" name="Google Shape;3040;p11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041" name="Google Shape;3041;p119"/>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042" name="Google Shape;3042;p11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043" name="Google Shape;3043;p11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044" name="Google Shape;3044;p11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045" name="Google Shape;3045;p119"/>
          <p:cNvPicPr preferRelativeResize="0"/>
          <p:nvPr/>
        </p:nvPicPr>
        <p:blipFill>
          <a:blip r:embed="rId3">
            <a:alphaModFix/>
          </a:blip>
          <a:stretch>
            <a:fillRect/>
          </a:stretch>
        </p:blipFill>
        <p:spPr>
          <a:xfrm rot="10800000">
            <a:off x="4240376" y="1773687"/>
            <a:ext cx="622675" cy="750925"/>
          </a:xfrm>
          <a:prstGeom prst="rect">
            <a:avLst/>
          </a:prstGeom>
          <a:noFill/>
          <a:ln cap="flat" cmpd="sng" w="76200">
            <a:solidFill>
              <a:srgbClr val="00FF00"/>
            </a:solidFill>
            <a:prstDash val="solid"/>
            <a:round/>
            <a:headEnd len="sm" w="sm" type="none"/>
            <a:tailEnd len="sm" w="sm" type="none"/>
          </a:ln>
        </p:spPr>
      </p:pic>
      <p:cxnSp>
        <p:nvCxnSpPr>
          <p:cNvPr id="3046" name="Google Shape;3046;p11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047" name="Google Shape;3047;p11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048" name="Google Shape;3048;p119"/>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049" name="Google Shape;3049;p119">
            <a:hlinkClick action="ppaction://hlinksldjump" r:id="rId6"/>
          </p:cNvPr>
          <p:cNvPicPr preferRelativeResize="0"/>
          <p:nvPr/>
        </p:nvPicPr>
        <p:blipFill>
          <a:blip r:embed="rId7">
            <a:alphaModFix/>
          </a:blip>
          <a:stretch>
            <a:fillRect/>
          </a:stretch>
        </p:blipFill>
        <p:spPr>
          <a:xfrm>
            <a:off x="2440126" y="4496556"/>
            <a:ext cx="912600" cy="569462"/>
          </a:xfrm>
          <a:prstGeom prst="rect">
            <a:avLst/>
          </a:prstGeom>
          <a:noFill/>
          <a:ln cap="flat" cmpd="sng" w="76200">
            <a:solidFill>
              <a:srgbClr val="00FF00"/>
            </a:solidFill>
            <a:prstDash val="solid"/>
            <a:round/>
            <a:headEnd len="sm" w="sm" type="none"/>
            <a:tailEnd len="sm" w="sm" type="none"/>
          </a:ln>
        </p:spPr>
      </p:pic>
      <p:sp>
        <p:nvSpPr>
          <p:cNvPr id="3050" name="Google Shape;3050;p119"/>
          <p:cNvSpPr/>
          <p:nvPr/>
        </p:nvSpPr>
        <p:spPr>
          <a:xfrm>
            <a:off x="5199189" y="22818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051" name="Google Shape;3051;p119"/>
          <p:cNvCxnSpPr/>
          <p:nvPr/>
        </p:nvCxnSpPr>
        <p:spPr>
          <a:xfrm>
            <a:off x="5429091" y="27788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052" name="Google Shape;3052;p119"/>
          <p:cNvSpPr/>
          <p:nvPr/>
        </p:nvSpPr>
        <p:spPr>
          <a:xfrm>
            <a:off x="5353370" y="248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053" name="Google Shape;3053;p119"/>
          <p:cNvSpPr/>
          <p:nvPr/>
        </p:nvSpPr>
        <p:spPr>
          <a:xfrm>
            <a:off x="5582138" y="25295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054" name="Google Shape;3054;p119"/>
          <p:cNvSpPr/>
          <p:nvPr/>
        </p:nvSpPr>
        <p:spPr>
          <a:xfrm>
            <a:off x="5413047" y="3118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055" name="Google Shape;3055;p119"/>
          <p:cNvCxnSpPr>
            <a:endCxn id="3050" idx="5"/>
          </p:cNvCxnSpPr>
          <p:nvPr/>
        </p:nvCxnSpPr>
        <p:spPr>
          <a:xfrm rot="-5400000">
            <a:off x="5620319" y="3099935"/>
            <a:ext cx="456900" cy="201900"/>
          </a:xfrm>
          <a:prstGeom prst="curvedConnector3">
            <a:avLst>
              <a:gd fmla="val 37033" name="adj1"/>
            </a:avLst>
          </a:prstGeom>
          <a:noFill/>
          <a:ln cap="flat" cmpd="sng" w="5800">
            <a:solidFill>
              <a:schemeClr val="dk2"/>
            </a:solidFill>
            <a:prstDash val="solid"/>
            <a:round/>
            <a:headEnd len="med" w="med" type="none"/>
            <a:tailEnd len="med" w="med" type="none"/>
          </a:ln>
        </p:spPr>
      </p:cxnSp>
      <p:cxnSp>
        <p:nvCxnSpPr>
          <p:cNvPr id="3056" name="Google Shape;3056;p119"/>
          <p:cNvCxnSpPr>
            <a:stCxn id="3050" idx="3"/>
          </p:cNvCxnSpPr>
          <p:nvPr/>
        </p:nvCxnSpPr>
        <p:spPr>
          <a:xfrm flipH="1" rot="-5400000">
            <a:off x="5113610" y="3186785"/>
            <a:ext cx="500400" cy="71700"/>
          </a:xfrm>
          <a:prstGeom prst="curvedConnector3">
            <a:avLst>
              <a:gd fmla="val 57182" name="adj1"/>
            </a:avLst>
          </a:prstGeom>
          <a:noFill/>
          <a:ln cap="flat" cmpd="sng" w="5800">
            <a:solidFill>
              <a:schemeClr val="dk2"/>
            </a:solidFill>
            <a:prstDash val="solid"/>
            <a:round/>
            <a:headEnd len="med" w="med" type="none"/>
            <a:tailEnd len="med" w="med" type="none"/>
          </a:ln>
        </p:spPr>
      </p:cxnSp>
      <p:cxnSp>
        <p:nvCxnSpPr>
          <p:cNvPr id="3057" name="Google Shape;3057;p119"/>
          <p:cNvCxnSpPr/>
          <p:nvPr/>
        </p:nvCxnSpPr>
        <p:spPr>
          <a:xfrm rot="10800000">
            <a:off x="5695625" y="40453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058" name="Google Shape;3058;p119"/>
          <p:cNvCxnSpPr/>
          <p:nvPr/>
        </p:nvCxnSpPr>
        <p:spPr>
          <a:xfrm flipH="1" rot="10800000">
            <a:off x="5241075" y="404532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059" name="Google Shape;3059;p119"/>
          <p:cNvPicPr preferRelativeResize="0"/>
          <p:nvPr/>
        </p:nvPicPr>
        <p:blipFill rotWithShape="1">
          <a:blip r:embed="rId8">
            <a:alphaModFix/>
          </a:blip>
          <a:srcRect b="28376" l="12375" r="10949" t="24332"/>
          <a:stretch/>
        </p:blipFill>
        <p:spPr>
          <a:xfrm>
            <a:off x="5016900" y="1979726"/>
            <a:ext cx="1091487" cy="398710"/>
          </a:xfrm>
          <a:prstGeom prst="rect">
            <a:avLst/>
          </a:prstGeom>
          <a:noFill/>
          <a:ln>
            <a:noFill/>
          </a:ln>
        </p:spPr>
      </p:pic>
      <p:pic>
        <p:nvPicPr>
          <p:cNvPr descr="One line drawing laptop notebook computer. Technology theme design illustration minimalism. (Provided by Getty Images)" id="3060" name="Google Shape;3060;p119"/>
          <p:cNvPicPr preferRelativeResize="0"/>
          <p:nvPr/>
        </p:nvPicPr>
        <p:blipFill rotWithShape="1">
          <a:blip r:embed="rId9">
            <a:alphaModFix/>
          </a:blip>
          <a:srcRect b="14349" l="16563" r="14799" t="14441"/>
          <a:stretch/>
        </p:blipFill>
        <p:spPr>
          <a:xfrm rot="5862081">
            <a:off x="6816733" y="3866299"/>
            <a:ext cx="842714" cy="874231"/>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1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066" name="Google Shape;3066;p120"/>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067" name="Google Shape;3067;p12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068" name="Google Shape;3068;p120"/>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069" name="Google Shape;3069;p12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070" name="Google Shape;3070;p12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071" name="Google Shape;3071;p12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072" name="Google Shape;3072;p12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073" name="Google Shape;3073;p12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074" name="Google Shape;3074;p12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075" name="Google Shape;3075;p120"/>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076" name="Google Shape;3076;p120"/>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077" name="Google Shape;3077;p120"/>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078" name="Google Shape;3078;p12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079" name="Google Shape;3079;p12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080" name="Google Shape;3080;p12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081" name="Google Shape;3081;p120"/>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082" name="Google Shape;3082;p120"/>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083" name="Google Shape;3083;p120"/>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084" name="Google Shape;3084;p120"/>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085" name="Google Shape;3085;p120"/>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086" name="Google Shape;3086;p120"/>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087" name="Google Shape;3087;p120"/>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088" name="Google Shape;3088;p120"/>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089" name="Google Shape;3089;p12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090" name="Google Shape;3090;p120"/>
          <p:cNvPicPr preferRelativeResize="0"/>
          <p:nvPr/>
        </p:nvPicPr>
        <p:blipFill>
          <a:blip r:embed="rId3">
            <a:alphaModFix/>
          </a:blip>
          <a:stretch>
            <a:fillRect/>
          </a:stretch>
        </p:blipFill>
        <p:spPr>
          <a:xfrm rot="10800000">
            <a:off x="4449351" y="2513630"/>
            <a:ext cx="622675" cy="750925"/>
          </a:xfrm>
          <a:prstGeom prst="rect">
            <a:avLst/>
          </a:prstGeom>
          <a:noFill/>
          <a:ln>
            <a:noFill/>
          </a:ln>
        </p:spPr>
      </p:pic>
      <p:cxnSp>
        <p:nvCxnSpPr>
          <p:cNvPr id="3091" name="Google Shape;3091;p12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092" name="Google Shape;3092;p12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093" name="Google Shape;3093;p120"/>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094" name="Google Shape;3094;p120"/>
          <p:cNvPicPr preferRelativeResize="0"/>
          <p:nvPr/>
        </p:nvPicPr>
        <p:blipFill>
          <a:blip r:embed="rId6">
            <a:alphaModFix/>
          </a:blip>
          <a:stretch>
            <a:fillRect/>
          </a:stretch>
        </p:blipFill>
        <p:spPr>
          <a:xfrm>
            <a:off x="3925501" y="4496556"/>
            <a:ext cx="912600" cy="569462"/>
          </a:xfrm>
          <a:prstGeom prst="rect">
            <a:avLst/>
          </a:prstGeom>
          <a:noFill/>
          <a:ln>
            <a:noFill/>
          </a:ln>
        </p:spPr>
      </p:pic>
      <p:sp>
        <p:nvSpPr>
          <p:cNvPr id="3095" name="Google Shape;3095;p120"/>
          <p:cNvSpPr/>
          <p:nvPr/>
        </p:nvSpPr>
        <p:spPr>
          <a:xfrm>
            <a:off x="5199189" y="22818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096" name="Google Shape;3096;p120"/>
          <p:cNvCxnSpPr/>
          <p:nvPr/>
        </p:nvCxnSpPr>
        <p:spPr>
          <a:xfrm>
            <a:off x="5429091" y="27788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097" name="Google Shape;3097;p120"/>
          <p:cNvSpPr/>
          <p:nvPr/>
        </p:nvSpPr>
        <p:spPr>
          <a:xfrm>
            <a:off x="5353370" y="248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098" name="Google Shape;3098;p120"/>
          <p:cNvSpPr/>
          <p:nvPr/>
        </p:nvSpPr>
        <p:spPr>
          <a:xfrm>
            <a:off x="5582138" y="25295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099" name="Google Shape;3099;p120"/>
          <p:cNvSpPr/>
          <p:nvPr/>
        </p:nvSpPr>
        <p:spPr>
          <a:xfrm>
            <a:off x="5413047" y="3118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100" name="Google Shape;3100;p120"/>
          <p:cNvCxnSpPr/>
          <p:nvPr/>
        </p:nvCxnSpPr>
        <p:spPr>
          <a:xfrm flipH="1" rot="-5400000">
            <a:off x="5657519" y="3519635"/>
            <a:ext cx="374400" cy="1938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101" name="Google Shape;3101;p120"/>
          <p:cNvCxnSpPr/>
          <p:nvPr/>
        </p:nvCxnSpPr>
        <p:spPr>
          <a:xfrm>
            <a:off x="4732800" y="3171725"/>
            <a:ext cx="666900" cy="3012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102" name="Google Shape;3102;p120"/>
          <p:cNvCxnSpPr/>
          <p:nvPr/>
        </p:nvCxnSpPr>
        <p:spPr>
          <a:xfrm rot="10800000">
            <a:off x="5695625" y="40453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103" name="Google Shape;3103;p120"/>
          <p:cNvCxnSpPr/>
          <p:nvPr/>
        </p:nvCxnSpPr>
        <p:spPr>
          <a:xfrm flipH="1" rot="10800000">
            <a:off x="5241075" y="404532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104" name="Google Shape;3104;p120"/>
          <p:cNvPicPr preferRelativeResize="0"/>
          <p:nvPr/>
        </p:nvPicPr>
        <p:blipFill rotWithShape="1">
          <a:blip r:embed="rId7">
            <a:alphaModFix/>
          </a:blip>
          <a:srcRect b="28376" l="12375" r="10949" t="24332"/>
          <a:stretch/>
        </p:blipFill>
        <p:spPr>
          <a:xfrm>
            <a:off x="5016900" y="1979726"/>
            <a:ext cx="1091487" cy="398710"/>
          </a:xfrm>
          <a:prstGeom prst="rect">
            <a:avLst/>
          </a:prstGeom>
          <a:noFill/>
          <a:ln>
            <a:noFill/>
          </a:ln>
        </p:spPr>
      </p:pic>
      <p:pic>
        <p:nvPicPr>
          <p:cNvPr descr="One line drawing laptop notebook computer. Technology theme design illustration minimalism. (Provided by Getty Images)" id="3105" name="Google Shape;3105;p120"/>
          <p:cNvPicPr preferRelativeResize="0"/>
          <p:nvPr/>
        </p:nvPicPr>
        <p:blipFill rotWithShape="1">
          <a:blip r:embed="rId8">
            <a:alphaModFix/>
          </a:blip>
          <a:srcRect b="14349" l="16563" r="14799" t="14441"/>
          <a:stretch/>
        </p:blipFill>
        <p:spPr>
          <a:xfrm rot="5862081">
            <a:off x="6816733" y="3866299"/>
            <a:ext cx="842714" cy="874231"/>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9" name="Shape 3109"/>
        <p:cNvGrpSpPr/>
        <p:nvPr/>
      </p:nvGrpSpPr>
      <p:grpSpPr>
        <a:xfrm>
          <a:off x="0" y="0"/>
          <a:ext cx="0" cy="0"/>
          <a:chOff x="0" y="0"/>
          <a:chExt cx="0" cy="0"/>
        </a:xfrm>
      </p:grpSpPr>
      <p:sp>
        <p:nvSpPr>
          <p:cNvPr id="3110" name="Google Shape;3110;p1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111" name="Google Shape;3111;p121"/>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112" name="Google Shape;3112;p121"/>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113" name="Google Shape;3113;p121"/>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114" name="Google Shape;3114;p121"/>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115" name="Google Shape;3115;p121"/>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116" name="Google Shape;3116;p121"/>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117" name="Google Shape;3117;p121"/>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118" name="Google Shape;3118;p121"/>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119" name="Google Shape;3119;p121"/>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120" name="Google Shape;3120;p121"/>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121" name="Google Shape;3121;p121"/>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122" name="Google Shape;3122;p121"/>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123" name="Google Shape;3123;p121"/>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124" name="Google Shape;3124;p121"/>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125" name="Google Shape;3125;p121"/>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126" name="Google Shape;3126;p121"/>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127" name="Google Shape;3127;p121"/>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128" name="Google Shape;3128;p121"/>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129" name="Google Shape;3129;p121"/>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130" name="Google Shape;3130;p121"/>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131" name="Google Shape;3131;p121"/>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132" name="Google Shape;3132;p121"/>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133" name="Google Shape;3133;p121"/>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134" name="Google Shape;3134;p121"/>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135" name="Google Shape;3135;p121"/>
          <p:cNvPicPr preferRelativeResize="0"/>
          <p:nvPr/>
        </p:nvPicPr>
        <p:blipFill>
          <a:blip r:embed="rId3">
            <a:alphaModFix/>
          </a:blip>
          <a:stretch>
            <a:fillRect/>
          </a:stretch>
        </p:blipFill>
        <p:spPr>
          <a:xfrm rot="6564973">
            <a:off x="4948288" y="2591305"/>
            <a:ext cx="499673" cy="602589"/>
          </a:xfrm>
          <a:prstGeom prst="rect">
            <a:avLst/>
          </a:prstGeom>
          <a:noFill/>
          <a:ln>
            <a:noFill/>
          </a:ln>
        </p:spPr>
      </p:pic>
      <p:cxnSp>
        <p:nvCxnSpPr>
          <p:cNvPr id="3136" name="Google Shape;3136;p121"/>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137" name="Google Shape;3137;p121"/>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138" name="Google Shape;3138;p121"/>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139" name="Google Shape;3139;p121"/>
          <p:cNvPicPr preferRelativeResize="0"/>
          <p:nvPr/>
        </p:nvPicPr>
        <p:blipFill>
          <a:blip r:embed="rId6">
            <a:alphaModFix/>
          </a:blip>
          <a:stretch>
            <a:fillRect/>
          </a:stretch>
        </p:blipFill>
        <p:spPr>
          <a:xfrm>
            <a:off x="3925501" y="4496556"/>
            <a:ext cx="912600" cy="569462"/>
          </a:xfrm>
          <a:prstGeom prst="rect">
            <a:avLst/>
          </a:prstGeom>
          <a:noFill/>
          <a:ln>
            <a:noFill/>
          </a:ln>
        </p:spPr>
      </p:pic>
      <p:sp>
        <p:nvSpPr>
          <p:cNvPr id="3140" name="Google Shape;3140;p121"/>
          <p:cNvSpPr/>
          <p:nvPr/>
        </p:nvSpPr>
        <p:spPr>
          <a:xfrm>
            <a:off x="5199189" y="22818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141" name="Google Shape;3141;p121"/>
          <p:cNvSpPr/>
          <p:nvPr/>
        </p:nvSpPr>
        <p:spPr>
          <a:xfrm>
            <a:off x="5353370" y="248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142" name="Google Shape;3142;p121"/>
          <p:cNvSpPr/>
          <p:nvPr/>
        </p:nvSpPr>
        <p:spPr>
          <a:xfrm>
            <a:off x="5582138" y="25295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143" name="Google Shape;3143;p121"/>
          <p:cNvSpPr/>
          <p:nvPr/>
        </p:nvSpPr>
        <p:spPr>
          <a:xfrm>
            <a:off x="5413047" y="3118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144" name="Google Shape;3144;p121"/>
          <p:cNvCxnSpPr/>
          <p:nvPr/>
        </p:nvCxnSpPr>
        <p:spPr>
          <a:xfrm flipH="1" rot="-5400000">
            <a:off x="5657519" y="3519635"/>
            <a:ext cx="374400" cy="1938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145" name="Google Shape;3145;p121"/>
          <p:cNvCxnSpPr/>
          <p:nvPr/>
        </p:nvCxnSpPr>
        <p:spPr>
          <a:xfrm flipH="1" rot="-5400000">
            <a:off x="4927375" y="3000525"/>
            <a:ext cx="533400" cy="411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146" name="Google Shape;3146;p121"/>
          <p:cNvCxnSpPr/>
          <p:nvPr/>
        </p:nvCxnSpPr>
        <p:spPr>
          <a:xfrm rot="10800000">
            <a:off x="5695625" y="40453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147" name="Google Shape;3147;p121"/>
          <p:cNvCxnSpPr/>
          <p:nvPr/>
        </p:nvCxnSpPr>
        <p:spPr>
          <a:xfrm flipH="1" rot="10800000">
            <a:off x="5241075" y="404532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148" name="Google Shape;3148;p121"/>
          <p:cNvPicPr preferRelativeResize="0"/>
          <p:nvPr/>
        </p:nvPicPr>
        <p:blipFill rotWithShape="1">
          <a:blip r:embed="rId7">
            <a:alphaModFix/>
          </a:blip>
          <a:srcRect b="28376" l="12375" r="10949" t="24332"/>
          <a:stretch/>
        </p:blipFill>
        <p:spPr>
          <a:xfrm>
            <a:off x="5016900" y="1979726"/>
            <a:ext cx="1091487" cy="398710"/>
          </a:xfrm>
          <a:prstGeom prst="rect">
            <a:avLst/>
          </a:prstGeom>
          <a:noFill/>
          <a:ln>
            <a:noFill/>
          </a:ln>
        </p:spPr>
      </p:pic>
      <p:pic>
        <p:nvPicPr>
          <p:cNvPr descr="One line drawing laptop notebook computer. Technology theme design illustration minimalism. (Provided by Getty Images)" id="3149" name="Google Shape;3149;p121"/>
          <p:cNvPicPr preferRelativeResize="0"/>
          <p:nvPr/>
        </p:nvPicPr>
        <p:blipFill rotWithShape="1">
          <a:blip r:embed="rId8">
            <a:alphaModFix/>
          </a:blip>
          <a:srcRect b="14349" l="16563" r="14799" t="14441"/>
          <a:stretch/>
        </p:blipFill>
        <p:spPr>
          <a:xfrm rot="5862081">
            <a:off x="6816733" y="3866299"/>
            <a:ext cx="842714" cy="874231"/>
          </a:xfrm>
          <a:prstGeom prst="rect">
            <a:avLst/>
          </a:prstGeom>
          <a:noFill/>
          <a:ln>
            <a:noFill/>
          </a:ln>
        </p:spPr>
      </p:pic>
      <p:sp>
        <p:nvSpPr>
          <p:cNvPr id="3150" name="Google Shape;3150;p121"/>
          <p:cNvSpPr/>
          <p:nvPr/>
        </p:nvSpPr>
        <p:spPr>
          <a:xfrm>
            <a:off x="5411750" y="2833650"/>
            <a:ext cx="193800" cy="117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4" name="Shape 3154"/>
        <p:cNvGrpSpPr/>
        <p:nvPr/>
      </p:nvGrpSpPr>
      <p:grpSpPr>
        <a:xfrm>
          <a:off x="0" y="0"/>
          <a:ext cx="0" cy="0"/>
          <a:chOff x="0" y="0"/>
          <a:chExt cx="0" cy="0"/>
        </a:xfrm>
      </p:grpSpPr>
      <p:sp>
        <p:nvSpPr>
          <p:cNvPr id="3155" name="Google Shape;3155;p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156" name="Google Shape;3156;p122"/>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157" name="Google Shape;3157;p122"/>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158" name="Google Shape;3158;p122"/>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159" name="Google Shape;3159;p122"/>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160" name="Google Shape;3160;p122"/>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161" name="Google Shape;3161;p122"/>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162" name="Google Shape;3162;p122"/>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163" name="Google Shape;3163;p122"/>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164" name="Google Shape;3164;p122"/>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165" name="Google Shape;3165;p122"/>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166" name="Google Shape;3166;p122"/>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167" name="Google Shape;3167;p122"/>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168" name="Google Shape;3168;p122"/>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169" name="Google Shape;3169;p122"/>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170" name="Google Shape;3170;p122"/>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171" name="Google Shape;3171;p122"/>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172" name="Google Shape;3172;p122"/>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173" name="Google Shape;3173;p122"/>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174" name="Google Shape;3174;p122"/>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175" name="Google Shape;3175;p122"/>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176" name="Google Shape;3176;p122"/>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177" name="Google Shape;3177;p122"/>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178" name="Google Shape;3178;p122"/>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179" name="Google Shape;3179;p122"/>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cxnSp>
        <p:nvCxnSpPr>
          <p:cNvPr id="3180" name="Google Shape;3180;p122"/>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181" name="Google Shape;3181;p122"/>
          <p:cNvPicPr preferRelativeResize="0"/>
          <p:nvPr/>
        </p:nvPicPr>
        <p:blipFill>
          <a:blip r:embed="rId3">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182" name="Google Shape;3182;p122"/>
          <p:cNvPicPr preferRelativeResize="0"/>
          <p:nvPr/>
        </p:nvPicPr>
        <p:blipFill rotWithShape="1">
          <a:blip r:embed="rId4">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183" name="Google Shape;3183;p122"/>
          <p:cNvPicPr preferRelativeResize="0"/>
          <p:nvPr/>
        </p:nvPicPr>
        <p:blipFill>
          <a:blip r:embed="rId5">
            <a:alphaModFix/>
          </a:blip>
          <a:stretch>
            <a:fillRect/>
          </a:stretch>
        </p:blipFill>
        <p:spPr>
          <a:xfrm>
            <a:off x="3925501" y="4496556"/>
            <a:ext cx="912600" cy="569462"/>
          </a:xfrm>
          <a:prstGeom prst="rect">
            <a:avLst/>
          </a:prstGeom>
          <a:noFill/>
          <a:ln>
            <a:noFill/>
          </a:ln>
        </p:spPr>
      </p:pic>
      <p:sp>
        <p:nvSpPr>
          <p:cNvPr id="3184" name="Google Shape;3184;p122"/>
          <p:cNvSpPr/>
          <p:nvPr/>
        </p:nvSpPr>
        <p:spPr>
          <a:xfrm rot="6512402">
            <a:off x="5364172" y="4031715"/>
            <a:ext cx="879336" cy="809134"/>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185" name="Google Shape;3185;p122"/>
          <p:cNvSpPr/>
          <p:nvPr/>
        </p:nvSpPr>
        <p:spPr>
          <a:xfrm rot="6511855">
            <a:off x="5922147" y="4161674"/>
            <a:ext cx="113273" cy="183855"/>
          </a:xfrm>
          <a:prstGeom prst="ellipse">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186" name="Google Shape;3186;p122"/>
          <p:cNvSpPr/>
          <p:nvPr/>
        </p:nvSpPr>
        <p:spPr>
          <a:xfrm rot="6511855">
            <a:off x="5808704" y="4364915"/>
            <a:ext cx="113273" cy="183855"/>
          </a:xfrm>
          <a:prstGeom prst="ellipse">
            <a:avLst/>
          </a:prstGeom>
          <a:solidFill>
            <a:srgbClr val="FF0000"/>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187" name="Google Shape;3187;p122"/>
          <p:cNvSpPr/>
          <p:nvPr/>
        </p:nvSpPr>
        <p:spPr>
          <a:xfrm rot="6512703">
            <a:off x="4742139" y="3706147"/>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188" name="Google Shape;3188;p122"/>
          <p:cNvCxnSpPr/>
          <p:nvPr/>
        </p:nvCxnSpPr>
        <p:spPr>
          <a:xfrm flipH="1" rot="1113067">
            <a:off x="4669399" y="4238744"/>
            <a:ext cx="374351" cy="193626"/>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189" name="Google Shape;3189;p122"/>
          <p:cNvCxnSpPr/>
          <p:nvPr/>
        </p:nvCxnSpPr>
        <p:spPr>
          <a:xfrm flipH="1" rot="1111599">
            <a:off x="5185700" y="3643721"/>
            <a:ext cx="533445" cy="41135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190" name="Google Shape;3190;p122"/>
          <p:cNvCxnSpPr/>
          <p:nvPr/>
        </p:nvCxnSpPr>
        <p:spPr>
          <a:xfrm rot="-4287221">
            <a:off x="4142370" y="3836018"/>
            <a:ext cx="195239" cy="477189"/>
          </a:xfrm>
          <a:prstGeom prst="straightConnector1">
            <a:avLst/>
          </a:prstGeom>
          <a:noFill/>
          <a:ln cap="flat" cmpd="sng" w="5800">
            <a:solidFill>
              <a:schemeClr val="dk2"/>
            </a:solidFill>
            <a:prstDash val="solid"/>
            <a:round/>
            <a:headEnd len="med" w="med" type="none"/>
            <a:tailEnd len="med" w="med" type="none"/>
          </a:ln>
        </p:spPr>
      </p:cxnSp>
      <p:cxnSp>
        <p:nvCxnSpPr>
          <p:cNvPr id="3191" name="Google Shape;3191;p122"/>
          <p:cNvCxnSpPr/>
          <p:nvPr/>
        </p:nvCxnSpPr>
        <p:spPr>
          <a:xfrm flipH="1" rot="-4286868">
            <a:off x="4270288" y="3497072"/>
            <a:ext cx="278155" cy="39712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192" name="Google Shape;3192;p122"/>
          <p:cNvPicPr preferRelativeResize="0"/>
          <p:nvPr/>
        </p:nvPicPr>
        <p:blipFill rotWithShape="1">
          <a:blip r:embed="rId6">
            <a:alphaModFix/>
          </a:blip>
          <a:srcRect b="28376" l="12375" r="10949" t="24332"/>
          <a:stretch/>
        </p:blipFill>
        <p:spPr>
          <a:xfrm rot="6512701">
            <a:off x="5763262" y="4326035"/>
            <a:ext cx="1091485" cy="398709"/>
          </a:xfrm>
          <a:prstGeom prst="rect">
            <a:avLst/>
          </a:prstGeom>
          <a:noFill/>
          <a:ln>
            <a:noFill/>
          </a:ln>
        </p:spPr>
      </p:pic>
      <p:pic>
        <p:nvPicPr>
          <p:cNvPr descr="One line drawing laptop notebook computer. Technology theme design illustration minimalism. (Provided by Getty Images)" id="3193" name="Google Shape;3193;p122"/>
          <p:cNvPicPr preferRelativeResize="0"/>
          <p:nvPr/>
        </p:nvPicPr>
        <p:blipFill rotWithShape="1">
          <a:blip r:embed="rId7">
            <a:alphaModFix/>
          </a:blip>
          <a:srcRect b="14349" l="16563" r="14799" t="14441"/>
          <a:stretch/>
        </p:blipFill>
        <p:spPr>
          <a:xfrm rot="5862081">
            <a:off x="6816733" y="3866299"/>
            <a:ext cx="842714" cy="874231"/>
          </a:xfrm>
          <a:prstGeom prst="rect">
            <a:avLst/>
          </a:prstGeom>
          <a:noFill/>
          <a:ln>
            <a:noFill/>
          </a:ln>
        </p:spPr>
      </p:pic>
      <p:sp>
        <p:nvSpPr>
          <p:cNvPr id="3194" name="Google Shape;3194;p122"/>
          <p:cNvSpPr/>
          <p:nvPr/>
        </p:nvSpPr>
        <p:spPr>
          <a:xfrm rot="6513319">
            <a:off x="5364556" y="4332810"/>
            <a:ext cx="451574" cy="3548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5" name="Google Shape;3195;p122"/>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3196" name="Google Shape;3196;p122"/>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3197" name="Google Shape;3197;p122"/>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8" name="Google Shape;3198;p122"/>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3199" name="Google Shape;3199;p122"/>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Died to lightbulb eating </a:t>
            </a:r>
            <a:endParaRPr/>
          </a:p>
        </p:txBody>
      </p:sp>
      <p:sp>
        <p:nvSpPr>
          <p:cNvPr id="3200" name="Google Shape;3200;p122">
            <a:hlinkClick action="ppaction://hlinksldjump" r:id="rId8"/>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04" name="Shape 3204"/>
        <p:cNvGrpSpPr/>
        <p:nvPr/>
      </p:nvGrpSpPr>
      <p:grpSpPr>
        <a:xfrm>
          <a:off x="0" y="0"/>
          <a:ext cx="0" cy="0"/>
          <a:chOff x="0" y="0"/>
          <a:chExt cx="0" cy="0"/>
        </a:xfrm>
      </p:grpSpPr>
      <p:sp>
        <p:nvSpPr>
          <p:cNvPr id="3205" name="Google Shape;3205;p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06" name="Google Shape;3206;p123">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207" name="Google Shape;3207;p12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208" name="Google Shape;3208;p12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209" name="Google Shape;3209;p12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210" name="Google Shape;3210;p123"/>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14" name="Shape 3214"/>
        <p:cNvGrpSpPr/>
        <p:nvPr/>
      </p:nvGrpSpPr>
      <p:grpSpPr>
        <a:xfrm>
          <a:off x="0" y="0"/>
          <a:ext cx="0" cy="0"/>
          <a:chOff x="0" y="0"/>
          <a:chExt cx="0" cy="0"/>
        </a:xfrm>
      </p:grpSpPr>
      <p:sp>
        <p:nvSpPr>
          <p:cNvPr id="3215" name="Google Shape;3215;p1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16" name="Google Shape;3216;p124">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217" name="Google Shape;3217;p12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218" name="Google Shape;3218;p12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219" name="Google Shape;3219;p12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220" name="Google Shape;3220;p124"/>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4" name="Shape 3224"/>
        <p:cNvGrpSpPr/>
        <p:nvPr/>
      </p:nvGrpSpPr>
      <p:grpSpPr>
        <a:xfrm>
          <a:off x="0" y="0"/>
          <a:ext cx="0" cy="0"/>
          <a:chOff x="0" y="0"/>
          <a:chExt cx="0" cy="0"/>
        </a:xfrm>
      </p:grpSpPr>
      <p:sp>
        <p:nvSpPr>
          <p:cNvPr id="3225" name="Google Shape;3225;p1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226" name="Google Shape;3226;p125"/>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227" name="Google Shape;3227;p125"/>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228" name="Google Shape;3228;p125"/>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229" name="Google Shape;3229;p125"/>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230" name="Google Shape;3230;p125"/>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231" name="Google Shape;3231;p125"/>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232" name="Google Shape;3232;p125"/>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233" name="Google Shape;3233;p125"/>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234" name="Google Shape;3234;p125"/>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235" name="Google Shape;3235;p125"/>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236" name="Google Shape;3236;p125"/>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237" name="Google Shape;3237;p125"/>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238" name="Google Shape;3238;p125"/>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239" name="Google Shape;3239;p125"/>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240" name="Google Shape;3240;p125"/>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241" name="Google Shape;3241;p125"/>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242" name="Google Shape;3242;p125"/>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243" name="Google Shape;3243;p125"/>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244" name="Google Shape;3244;p125"/>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245" name="Google Shape;3245;p125"/>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246" name="Google Shape;3246;p125"/>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247" name="Google Shape;3247;p125"/>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248" name="Google Shape;3248;p125"/>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249" name="Google Shape;3249;p125"/>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250" name="Google Shape;3250;p125"/>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251" name="Google Shape;3251;p125"/>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252" name="Google Shape;3252;p125"/>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253" name="Google Shape;3253;p125"/>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254" name="Google Shape;3254;p125"/>
          <p:cNvPicPr preferRelativeResize="0"/>
          <p:nvPr/>
        </p:nvPicPr>
        <p:blipFill>
          <a:blip r:embed="rId6">
            <a:alphaModFix/>
          </a:blip>
          <a:stretch>
            <a:fillRect/>
          </a:stretch>
        </p:blipFill>
        <p:spPr>
          <a:xfrm>
            <a:off x="4133701" y="4018681"/>
            <a:ext cx="912600" cy="569462"/>
          </a:xfrm>
          <a:prstGeom prst="rect">
            <a:avLst/>
          </a:prstGeom>
          <a:noFill/>
          <a:ln>
            <a:noFill/>
          </a:ln>
        </p:spPr>
      </p:pic>
      <p:sp>
        <p:nvSpPr>
          <p:cNvPr id="3255" name="Google Shape;3255;p125"/>
          <p:cNvSpPr/>
          <p:nvPr/>
        </p:nvSpPr>
        <p:spPr>
          <a:xfrm rot="-1240776">
            <a:off x="5253975" y="2484178"/>
            <a:ext cx="879250" cy="80899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256" name="Google Shape;3256;p125"/>
          <p:cNvCxnSpPr/>
          <p:nvPr/>
        </p:nvCxnSpPr>
        <p:spPr>
          <a:xfrm>
            <a:off x="5435491" y="3017861"/>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257" name="Google Shape;3257;p125"/>
          <p:cNvSpPr/>
          <p:nvPr/>
        </p:nvSpPr>
        <p:spPr>
          <a:xfrm>
            <a:off x="5359770" y="27257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258" name="Google Shape;3258;p125"/>
          <p:cNvSpPr/>
          <p:nvPr/>
        </p:nvSpPr>
        <p:spPr>
          <a:xfrm rot="-1235491">
            <a:off x="5614035" y="2736262"/>
            <a:ext cx="113448" cy="183989"/>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259" name="Google Shape;3259;p125"/>
          <p:cNvSpPr/>
          <p:nvPr/>
        </p:nvSpPr>
        <p:spPr>
          <a:xfrm rot="-656860">
            <a:off x="5524947" y="33446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260" name="Google Shape;3260;p125"/>
          <p:cNvCxnSpPr>
            <a:endCxn id="3255" idx="5"/>
          </p:cNvCxnSpPr>
          <p:nvPr/>
        </p:nvCxnSpPr>
        <p:spPr>
          <a:xfrm rot="-5400000">
            <a:off x="5756008" y="3173999"/>
            <a:ext cx="456900" cy="201900"/>
          </a:xfrm>
          <a:prstGeom prst="curvedConnector3">
            <a:avLst>
              <a:gd fmla="val 22495" name="adj1"/>
            </a:avLst>
          </a:prstGeom>
          <a:noFill/>
          <a:ln cap="flat" cmpd="sng" w="5800">
            <a:solidFill>
              <a:schemeClr val="dk2"/>
            </a:solidFill>
            <a:prstDash val="solid"/>
            <a:round/>
            <a:headEnd len="med" w="med" type="none"/>
            <a:tailEnd len="med" w="med" type="none"/>
          </a:ln>
        </p:spPr>
      </p:cxnSp>
      <p:cxnSp>
        <p:nvCxnSpPr>
          <p:cNvPr id="3261" name="Google Shape;3261;p125"/>
          <p:cNvCxnSpPr/>
          <p:nvPr/>
        </p:nvCxnSpPr>
        <p:spPr>
          <a:xfrm flipH="1" rot="10800000">
            <a:off x="5093213" y="3701625"/>
            <a:ext cx="453300" cy="4101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262" name="Google Shape;3262;p125"/>
          <p:cNvCxnSpPr/>
          <p:nvPr/>
        </p:nvCxnSpPr>
        <p:spPr>
          <a:xfrm rot="10800000">
            <a:off x="5886800" y="40123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263" name="Google Shape;3263;p125"/>
          <p:cNvCxnSpPr/>
          <p:nvPr/>
        </p:nvCxnSpPr>
        <p:spPr>
          <a:xfrm flipH="1" rot="10800000">
            <a:off x="5304238" y="405237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264" name="Google Shape;3264;p125"/>
          <p:cNvPicPr preferRelativeResize="0"/>
          <p:nvPr/>
        </p:nvPicPr>
        <p:blipFill rotWithShape="1">
          <a:blip r:embed="rId7">
            <a:alphaModFix/>
          </a:blip>
          <a:srcRect b="28376" l="12375" r="10949" t="24332"/>
          <a:stretch/>
        </p:blipFill>
        <p:spPr>
          <a:xfrm rot="-1240293">
            <a:off x="4897543" y="2241686"/>
            <a:ext cx="1091485" cy="398712"/>
          </a:xfrm>
          <a:prstGeom prst="rect">
            <a:avLst/>
          </a:prstGeom>
          <a:noFill/>
          <a:ln>
            <a:noFill/>
          </a:ln>
        </p:spPr>
      </p:pic>
      <p:pic>
        <p:nvPicPr>
          <p:cNvPr descr="One line drawing laptop notebook computer. Technology theme design illustration minimalism. (Provided by Getty Images)" id="3265" name="Google Shape;3265;p125"/>
          <p:cNvPicPr preferRelativeResize="0"/>
          <p:nvPr/>
        </p:nvPicPr>
        <p:blipFill rotWithShape="1">
          <a:blip r:embed="rId8">
            <a:alphaModFix/>
          </a:blip>
          <a:srcRect b="14349" l="16563" r="14799" t="14441"/>
          <a:stretch/>
        </p:blipFill>
        <p:spPr>
          <a:xfrm rot="5862081">
            <a:off x="6816733" y="3866299"/>
            <a:ext cx="842714" cy="874231"/>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9" name="Shape 3269"/>
        <p:cNvGrpSpPr/>
        <p:nvPr/>
      </p:nvGrpSpPr>
      <p:grpSpPr>
        <a:xfrm>
          <a:off x="0" y="0"/>
          <a:ext cx="0" cy="0"/>
          <a:chOff x="0" y="0"/>
          <a:chExt cx="0" cy="0"/>
        </a:xfrm>
      </p:grpSpPr>
      <p:sp>
        <p:nvSpPr>
          <p:cNvPr id="3270" name="Google Shape;3270;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271" name="Google Shape;3271;p126"/>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272" name="Google Shape;3272;p126"/>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273" name="Google Shape;3273;p126"/>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274" name="Google Shape;3274;p126"/>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275" name="Google Shape;3275;p126"/>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276" name="Google Shape;3276;p126"/>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277" name="Google Shape;3277;p126"/>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278" name="Google Shape;3278;p12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279" name="Google Shape;3279;p126"/>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280" name="Google Shape;3280;p126"/>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281" name="Google Shape;3281;p126"/>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282" name="Google Shape;3282;p126"/>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283" name="Google Shape;3283;p126"/>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284" name="Google Shape;3284;p12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285" name="Google Shape;3285;p12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286" name="Google Shape;3286;p126"/>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287" name="Google Shape;3287;p126"/>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288" name="Google Shape;3288;p126"/>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289" name="Google Shape;3289;p126"/>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290" name="Google Shape;3290;p126"/>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291" name="Google Shape;3291;p126"/>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292" name="Google Shape;3292;p126"/>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293" name="Google Shape;3293;p126"/>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294" name="Google Shape;3294;p126"/>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295" name="Google Shape;3295;p12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296" name="Google Shape;3296;p126"/>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297" name="Google Shape;3297;p126"/>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298" name="Google Shape;3298;p12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299" name="Google Shape;3299;p126"/>
          <p:cNvPicPr preferRelativeResize="0"/>
          <p:nvPr/>
        </p:nvPicPr>
        <p:blipFill>
          <a:blip r:embed="rId6">
            <a:alphaModFix/>
          </a:blip>
          <a:stretch>
            <a:fillRect/>
          </a:stretch>
        </p:blipFill>
        <p:spPr>
          <a:xfrm flipH="1">
            <a:off x="2932875" y="3966238"/>
            <a:ext cx="709838" cy="569474"/>
          </a:xfrm>
          <a:prstGeom prst="rect">
            <a:avLst/>
          </a:prstGeom>
          <a:noFill/>
          <a:ln>
            <a:noFill/>
          </a:ln>
        </p:spPr>
      </p:pic>
      <p:sp>
        <p:nvSpPr>
          <p:cNvPr id="3300" name="Google Shape;3300;p126"/>
          <p:cNvSpPr/>
          <p:nvPr/>
        </p:nvSpPr>
        <p:spPr>
          <a:xfrm rot="-11733">
            <a:off x="5276913" y="2471369"/>
            <a:ext cx="879005" cy="809104"/>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301" name="Google Shape;3301;p126"/>
          <p:cNvCxnSpPr/>
          <p:nvPr/>
        </p:nvCxnSpPr>
        <p:spPr>
          <a:xfrm rot="1229044">
            <a:off x="5384148" y="2974085"/>
            <a:ext cx="419207" cy="184164"/>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302" name="Google Shape;3302;p126"/>
          <p:cNvSpPr/>
          <p:nvPr/>
        </p:nvSpPr>
        <p:spPr>
          <a:xfrm>
            <a:off x="5387020" y="27839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303" name="Google Shape;3303;p126"/>
          <p:cNvSpPr/>
          <p:nvPr/>
        </p:nvSpPr>
        <p:spPr>
          <a:xfrm rot="-9095">
            <a:off x="5582147" y="2821105"/>
            <a:ext cx="113400" cy="183901"/>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304" name="Google Shape;3304;p126"/>
          <p:cNvSpPr/>
          <p:nvPr/>
        </p:nvSpPr>
        <p:spPr>
          <a:xfrm>
            <a:off x="5525385" y="33559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305" name="Google Shape;3305;p126"/>
          <p:cNvCxnSpPr/>
          <p:nvPr/>
        </p:nvCxnSpPr>
        <p:spPr>
          <a:xfrm>
            <a:off x="5887246" y="3515549"/>
            <a:ext cx="375300" cy="3429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306" name="Google Shape;3306;p126"/>
          <p:cNvCxnSpPr/>
          <p:nvPr/>
        </p:nvCxnSpPr>
        <p:spPr>
          <a:xfrm flipH="1" rot="10800000">
            <a:off x="5114775" y="3481950"/>
            <a:ext cx="453300" cy="4101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307" name="Google Shape;3307;p126"/>
          <p:cNvCxnSpPr/>
          <p:nvPr/>
        </p:nvCxnSpPr>
        <p:spPr>
          <a:xfrm rot="10800000">
            <a:off x="5887238" y="40236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308" name="Google Shape;3308;p126"/>
          <p:cNvCxnSpPr/>
          <p:nvPr/>
        </p:nvCxnSpPr>
        <p:spPr>
          <a:xfrm flipH="1" rot="10800000">
            <a:off x="5304663" y="412302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309" name="Google Shape;3309;p126"/>
          <p:cNvPicPr preferRelativeResize="0"/>
          <p:nvPr/>
        </p:nvPicPr>
        <p:blipFill rotWithShape="1">
          <a:blip r:embed="rId7">
            <a:alphaModFix/>
          </a:blip>
          <a:srcRect b="28376" l="12375" r="10949" t="24332"/>
          <a:stretch/>
        </p:blipFill>
        <p:spPr>
          <a:xfrm rot="-11079">
            <a:off x="5093094" y="2169601"/>
            <a:ext cx="1091482" cy="398712"/>
          </a:xfrm>
          <a:prstGeom prst="rect">
            <a:avLst/>
          </a:prstGeom>
          <a:noFill/>
          <a:ln>
            <a:noFill/>
          </a:ln>
        </p:spPr>
      </p:pic>
      <p:pic>
        <p:nvPicPr>
          <p:cNvPr descr="One line drawing laptop notebook computer. Technology theme design illustration minimalism. (Provided by Getty Images)" id="3310" name="Google Shape;3310;p126"/>
          <p:cNvPicPr preferRelativeResize="0"/>
          <p:nvPr/>
        </p:nvPicPr>
        <p:blipFill rotWithShape="1">
          <a:blip r:embed="rId8">
            <a:alphaModFix/>
          </a:blip>
          <a:srcRect b="14349" l="16563" r="14799" t="14441"/>
          <a:stretch/>
        </p:blipFill>
        <p:spPr>
          <a:xfrm rot="5862081">
            <a:off x="6816733" y="3866299"/>
            <a:ext cx="842714" cy="874231"/>
          </a:xfrm>
          <a:prstGeom prst="rect">
            <a:avLst/>
          </a:prstGeom>
          <a:noFill/>
          <a:ln>
            <a:noFill/>
          </a:ln>
        </p:spPr>
      </p:pic>
      <p:sp>
        <p:nvSpPr>
          <p:cNvPr id="3311" name="Google Shape;3311;p126"/>
          <p:cNvSpPr/>
          <p:nvPr/>
        </p:nvSpPr>
        <p:spPr>
          <a:xfrm>
            <a:off x="5322375" y="3664100"/>
            <a:ext cx="38100" cy="768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5" name="Shape 3315"/>
        <p:cNvGrpSpPr/>
        <p:nvPr/>
      </p:nvGrpSpPr>
      <p:grpSpPr>
        <a:xfrm>
          <a:off x="0" y="0"/>
          <a:ext cx="0" cy="0"/>
          <a:chOff x="0" y="0"/>
          <a:chExt cx="0" cy="0"/>
        </a:xfrm>
      </p:grpSpPr>
      <p:sp>
        <p:nvSpPr>
          <p:cNvPr id="3316" name="Google Shape;3316;p1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317" name="Google Shape;3317;p127"/>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318" name="Google Shape;3318;p12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319" name="Google Shape;3319;p12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320" name="Google Shape;3320;p12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321" name="Google Shape;3321;p12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322" name="Google Shape;3322;p127"/>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323" name="Google Shape;3323;p127"/>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324" name="Google Shape;3324;p127"/>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325" name="Google Shape;3325;p127"/>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326" name="Google Shape;3326;p127"/>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327" name="Google Shape;3327;p127"/>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328" name="Google Shape;3328;p127"/>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329" name="Google Shape;3329;p127"/>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330" name="Google Shape;3330;p127"/>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331" name="Google Shape;3331;p127"/>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332" name="Google Shape;3332;p127"/>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333" name="Google Shape;3333;p127"/>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334" name="Google Shape;3334;p127"/>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335" name="Google Shape;3335;p127"/>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336" name="Google Shape;3336;p127"/>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337" name="Google Shape;3337;p127"/>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338" name="Google Shape;3338;p127"/>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339" name="Google Shape;3339;p127"/>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340" name="Google Shape;3340;p12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341" name="Google Shape;3341;p127"/>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342" name="Google Shape;3342;p12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343" name="Google Shape;3343;p127"/>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344" name="Google Shape;3344;p127"/>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345" name="Google Shape;3345;p127"/>
          <p:cNvPicPr preferRelativeResize="0"/>
          <p:nvPr/>
        </p:nvPicPr>
        <p:blipFill>
          <a:blip r:embed="rId6">
            <a:alphaModFix/>
          </a:blip>
          <a:stretch>
            <a:fillRect/>
          </a:stretch>
        </p:blipFill>
        <p:spPr>
          <a:xfrm flipH="1">
            <a:off x="2932875" y="3966238"/>
            <a:ext cx="709838" cy="569474"/>
          </a:xfrm>
          <a:prstGeom prst="rect">
            <a:avLst/>
          </a:prstGeom>
          <a:noFill/>
          <a:ln>
            <a:noFill/>
          </a:ln>
        </p:spPr>
      </p:pic>
      <p:sp>
        <p:nvSpPr>
          <p:cNvPr id="3346" name="Google Shape;3346;p127"/>
          <p:cNvSpPr/>
          <p:nvPr/>
        </p:nvSpPr>
        <p:spPr>
          <a:xfrm rot="5388267">
            <a:off x="5355160" y="3518973"/>
            <a:ext cx="879005" cy="809104"/>
          </a:xfrm>
          <a:prstGeom prst="ellipse">
            <a:avLst/>
          </a:prstGeom>
          <a:solidFill>
            <a:srgbClr val="00FF00"/>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347" name="Google Shape;3347;p127"/>
          <p:cNvCxnSpPr/>
          <p:nvPr/>
        </p:nvCxnSpPr>
        <p:spPr>
          <a:xfrm rot="6629044">
            <a:off x="5394814" y="3708778"/>
            <a:ext cx="419207" cy="184164"/>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348" name="Google Shape;3348;p127"/>
          <p:cNvSpPr/>
          <p:nvPr/>
        </p:nvSpPr>
        <p:spPr>
          <a:xfrm rot="5400000">
            <a:off x="5794052" y="3614975"/>
            <a:ext cx="113400" cy="717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349" name="Google Shape;3349;p127"/>
          <p:cNvSpPr/>
          <p:nvPr/>
        </p:nvSpPr>
        <p:spPr>
          <a:xfrm rot="5390905">
            <a:off x="5772227" y="3825100"/>
            <a:ext cx="113400" cy="411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350" name="Google Shape;3350;p127"/>
          <p:cNvSpPr/>
          <p:nvPr/>
        </p:nvSpPr>
        <p:spPr>
          <a:xfrm rot="5400000">
            <a:off x="4639163" y="350857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351" name="Google Shape;3351;p127"/>
          <p:cNvCxnSpPr/>
          <p:nvPr/>
        </p:nvCxnSpPr>
        <p:spPr>
          <a:xfrm rot="5400000">
            <a:off x="4795935" y="4110555"/>
            <a:ext cx="375300" cy="3429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352" name="Google Shape;3352;p127"/>
          <p:cNvCxnSpPr/>
          <p:nvPr/>
        </p:nvCxnSpPr>
        <p:spPr>
          <a:xfrm flipH="1" rot="-5400000">
            <a:off x="4756934" y="3343484"/>
            <a:ext cx="453300" cy="4101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353" name="Google Shape;3353;p127"/>
          <p:cNvCxnSpPr/>
          <p:nvPr/>
        </p:nvCxnSpPr>
        <p:spPr>
          <a:xfrm rot="-5400000">
            <a:off x="4310659" y="3953347"/>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354" name="Google Shape;3354;p127"/>
          <p:cNvCxnSpPr/>
          <p:nvPr/>
        </p:nvCxnSpPr>
        <p:spPr>
          <a:xfrm flipH="1" rot="-5400000">
            <a:off x="4209909" y="3452222"/>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355" name="Google Shape;3355;p127"/>
          <p:cNvPicPr preferRelativeResize="0"/>
          <p:nvPr/>
        </p:nvPicPr>
        <p:blipFill rotWithShape="1">
          <a:blip r:embed="rId7">
            <a:alphaModFix/>
          </a:blip>
          <a:srcRect b="28376" l="12375" r="10949" t="24332"/>
          <a:stretch/>
        </p:blipFill>
        <p:spPr>
          <a:xfrm rot="5388921">
            <a:off x="5755886" y="3646588"/>
            <a:ext cx="1091482" cy="398712"/>
          </a:xfrm>
          <a:prstGeom prst="rect">
            <a:avLst/>
          </a:prstGeom>
          <a:noFill/>
          <a:ln>
            <a:noFill/>
          </a:ln>
        </p:spPr>
      </p:pic>
      <p:pic>
        <p:nvPicPr>
          <p:cNvPr descr="One line drawing laptop notebook computer. Technology theme design illustration minimalism. (Provided by Getty Images)" id="3356" name="Google Shape;3356;p127"/>
          <p:cNvPicPr preferRelativeResize="0"/>
          <p:nvPr/>
        </p:nvPicPr>
        <p:blipFill rotWithShape="1">
          <a:blip r:embed="rId8">
            <a:alphaModFix/>
          </a:blip>
          <a:srcRect b="14349" l="16563" r="14799" t="14441"/>
          <a:stretch/>
        </p:blipFill>
        <p:spPr>
          <a:xfrm rot="5862081">
            <a:off x="6816733" y="3866299"/>
            <a:ext cx="842714" cy="874231"/>
          </a:xfrm>
          <a:prstGeom prst="rect">
            <a:avLst/>
          </a:prstGeom>
          <a:noFill/>
          <a:ln>
            <a:noFill/>
          </a:ln>
        </p:spPr>
      </p:pic>
      <p:sp>
        <p:nvSpPr>
          <p:cNvPr id="3357" name="Google Shape;3357;p127"/>
          <p:cNvSpPr/>
          <p:nvPr/>
        </p:nvSpPr>
        <p:spPr>
          <a:xfrm rot="5400000">
            <a:off x="4949034" y="3510134"/>
            <a:ext cx="38100" cy="768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a set of blue water drops on a white background (Provided by Tenor)" id="3358" name="Google Shape;3358;p127"/>
          <p:cNvPicPr preferRelativeResize="0"/>
          <p:nvPr/>
        </p:nvPicPr>
        <p:blipFill>
          <a:blip r:embed="rId9">
            <a:alphaModFix/>
          </a:blip>
          <a:stretch>
            <a:fillRect/>
          </a:stretch>
        </p:blipFill>
        <p:spPr>
          <a:xfrm rot="5400000">
            <a:off x="5696709" y="3984384"/>
            <a:ext cx="323400" cy="32340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2" name="Shape 3362"/>
        <p:cNvGrpSpPr/>
        <p:nvPr/>
      </p:nvGrpSpPr>
      <p:grpSpPr>
        <a:xfrm>
          <a:off x="0" y="0"/>
          <a:ext cx="0" cy="0"/>
          <a:chOff x="0" y="0"/>
          <a:chExt cx="0" cy="0"/>
        </a:xfrm>
      </p:grpSpPr>
      <p:pic>
        <p:nvPicPr>
          <p:cNvPr descr="a bed in minecraft with a blue blanket and white pillow (Provided by Tenor)" id="3363" name="Google Shape;3363;p128"/>
          <p:cNvPicPr preferRelativeResize="0"/>
          <p:nvPr/>
        </p:nvPicPr>
        <p:blipFill>
          <a:blip r:embed="rId3">
            <a:alphaModFix/>
          </a:blip>
          <a:stretch>
            <a:fillRect/>
          </a:stretch>
        </p:blipFill>
        <p:spPr>
          <a:xfrm>
            <a:off x="1728375" y="1922825"/>
            <a:ext cx="4582050" cy="3961900"/>
          </a:xfrm>
          <a:prstGeom prst="rect">
            <a:avLst/>
          </a:prstGeom>
          <a:noFill/>
          <a:ln>
            <a:noFill/>
          </a:ln>
        </p:spPr>
      </p:pic>
      <p:pic>
        <p:nvPicPr>
          <p:cNvPr descr="a red circle with a white cross in it (Provided by Tenor)" id="3364" name="Google Shape;3364;p128"/>
          <p:cNvPicPr preferRelativeResize="0"/>
          <p:nvPr/>
        </p:nvPicPr>
        <p:blipFill>
          <a:blip r:embed="rId4">
            <a:alphaModFix/>
          </a:blip>
          <a:stretch>
            <a:fillRect/>
          </a:stretch>
        </p:blipFill>
        <p:spPr>
          <a:xfrm>
            <a:off x="3458125" y="0"/>
            <a:ext cx="1536575" cy="1536575"/>
          </a:xfrm>
          <a:prstGeom prst="rect">
            <a:avLst/>
          </a:prstGeom>
          <a:noFill/>
          <a:ln>
            <a:noFill/>
          </a:ln>
        </p:spPr>
      </p:pic>
      <p:sp>
        <p:nvSpPr>
          <p:cNvPr id="3365" name="Google Shape;3365;p128"/>
          <p:cNvSpPr/>
          <p:nvPr/>
        </p:nvSpPr>
        <p:spPr>
          <a:xfrm rot="3914680">
            <a:off x="4097016" y="2424453"/>
            <a:ext cx="1151300" cy="1059903"/>
          </a:xfrm>
          <a:prstGeom prst="ellipse">
            <a:avLst/>
          </a:prstGeom>
          <a:solidFill>
            <a:srgbClr val="00FF00"/>
          </a:solidFill>
          <a:ln cap="flat" cmpd="sng" w="7600">
            <a:solidFill>
              <a:schemeClr val="dk2"/>
            </a:solidFill>
            <a:prstDash val="solid"/>
            <a:round/>
            <a:headEnd len="sm" w="sm" type="none"/>
            <a:tailEnd len="sm" w="sm" type="none"/>
          </a:ln>
        </p:spPr>
        <p:txBody>
          <a:bodyPr anchorCtr="0" anchor="ctr" bIns="72825" lIns="72825" spcFirstLastPara="1" rIns="72825" wrap="square" tIns="72825">
            <a:noAutofit/>
          </a:bodyPr>
          <a:lstStyle/>
          <a:p>
            <a:pPr indent="0" lvl="0" marL="0" rtl="0" algn="ctr">
              <a:spcBef>
                <a:spcPts val="0"/>
              </a:spcBef>
              <a:spcAft>
                <a:spcPts val="0"/>
              </a:spcAft>
              <a:buNone/>
            </a:pPr>
            <a:r>
              <a:t/>
            </a:r>
            <a:endParaRPr sz="1115"/>
          </a:p>
        </p:txBody>
      </p:sp>
      <p:cxnSp>
        <p:nvCxnSpPr>
          <p:cNvPr id="3366" name="Google Shape;3366;p128"/>
          <p:cNvCxnSpPr/>
          <p:nvPr/>
        </p:nvCxnSpPr>
        <p:spPr>
          <a:xfrm rot="5157407">
            <a:off x="4104681" y="2790914"/>
            <a:ext cx="548866" cy="241186"/>
          </a:xfrm>
          <a:prstGeom prst="curvedConnector3">
            <a:avLst>
              <a:gd fmla="val 50000" name="adj1"/>
            </a:avLst>
          </a:prstGeom>
          <a:noFill/>
          <a:ln cap="flat" cmpd="sng" w="7600">
            <a:solidFill>
              <a:schemeClr val="dk2"/>
            </a:solidFill>
            <a:prstDash val="solid"/>
            <a:round/>
            <a:headEnd len="med" w="med" type="none"/>
            <a:tailEnd len="med" w="med" type="none"/>
          </a:ln>
        </p:spPr>
      </p:cxnSp>
      <p:sp>
        <p:nvSpPr>
          <p:cNvPr id="3367" name="Google Shape;3367;p128"/>
          <p:cNvSpPr/>
          <p:nvPr/>
        </p:nvSpPr>
        <p:spPr>
          <a:xfrm rot="3927051">
            <a:off x="4516827" y="2552066"/>
            <a:ext cx="148746" cy="93577"/>
          </a:xfrm>
          <a:prstGeom prst="ellipse">
            <a:avLst/>
          </a:prstGeom>
          <a:solidFill>
            <a:schemeClr val="lt2"/>
          </a:solidFill>
          <a:ln cap="flat" cmpd="sng" w="7600">
            <a:solidFill>
              <a:schemeClr val="dk2"/>
            </a:solidFill>
            <a:prstDash val="solid"/>
            <a:round/>
            <a:headEnd len="sm" w="sm" type="none"/>
            <a:tailEnd len="sm" w="sm" type="none"/>
          </a:ln>
        </p:spPr>
        <p:txBody>
          <a:bodyPr anchorCtr="0" anchor="ctr" bIns="72825" lIns="72825" spcFirstLastPara="1" rIns="72825" wrap="square" tIns="72825">
            <a:noAutofit/>
          </a:bodyPr>
          <a:lstStyle/>
          <a:p>
            <a:pPr indent="0" lvl="0" marL="0" rtl="0" algn="ctr">
              <a:spcBef>
                <a:spcPts val="0"/>
              </a:spcBef>
              <a:spcAft>
                <a:spcPts val="0"/>
              </a:spcAft>
              <a:buNone/>
            </a:pPr>
            <a:r>
              <a:t/>
            </a:r>
            <a:endParaRPr sz="1115"/>
          </a:p>
        </p:txBody>
      </p:sp>
      <p:sp>
        <p:nvSpPr>
          <p:cNvPr id="3368" name="Google Shape;3368;p128"/>
          <p:cNvSpPr/>
          <p:nvPr/>
        </p:nvSpPr>
        <p:spPr>
          <a:xfrm rot="3914948">
            <a:off x="4596804" y="2815701"/>
            <a:ext cx="148326" cy="53977"/>
          </a:xfrm>
          <a:prstGeom prst="ellipse">
            <a:avLst/>
          </a:prstGeom>
          <a:solidFill>
            <a:schemeClr val="lt2"/>
          </a:solidFill>
          <a:ln cap="flat" cmpd="sng" w="7600">
            <a:solidFill>
              <a:schemeClr val="dk2"/>
            </a:solidFill>
            <a:prstDash val="solid"/>
            <a:round/>
            <a:headEnd len="sm" w="sm" type="none"/>
            <a:tailEnd len="sm" w="sm" type="none"/>
          </a:ln>
        </p:spPr>
        <p:txBody>
          <a:bodyPr anchorCtr="0" anchor="ctr" bIns="72825" lIns="72825" spcFirstLastPara="1" rIns="72825" wrap="square" tIns="72825">
            <a:noAutofit/>
          </a:bodyPr>
          <a:lstStyle/>
          <a:p>
            <a:pPr indent="0" lvl="0" marL="0" rtl="0" algn="ctr">
              <a:spcBef>
                <a:spcPts val="0"/>
              </a:spcBef>
              <a:spcAft>
                <a:spcPts val="0"/>
              </a:spcAft>
              <a:buNone/>
            </a:pPr>
            <a:r>
              <a:t/>
            </a:r>
            <a:endParaRPr sz="1115"/>
          </a:p>
        </p:txBody>
      </p:sp>
      <p:sp>
        <p:nvSpPr>
          <p:cNvPr id="3369" name="Google Shape;3369;p128"/>
          <p:cNvSpPr/>
          <p:nvPr/>
        </p:nvSpPr>
        <p:spPr>
          <a:xfrm rot="3926957">
            <a:off x="3288215" y="2912684"/>
            <a:ext cx="591369" cy="1177918"/>
          </a:xfrm>
          <a:prstGeom prst="flowChartProcess">
            <a:avLst/>
          </a:prstGeom>
          <a:solidFill>
            <a:srgbClr val="FF0000"/>
          </a:solidFill>
          <a:ln cap="flat" cmpd="sng" w="7600">
            <a:solidFill>
              <a:srgbClr val="FF0000"/>
            </a:solidFill>
            <a:prstDash val="solid"/>
            <a:round/>
            <a:headEnd len="sm" w="sm" type="none"/>
            <a:tailEnd len="sm" w="sm" type="none"/>
          </a:ln>
        </p:spPr>
        <p:txBody>
          <a:bodyPr anchorCtr="0" anchor="ctr" bIns="72825" lIns="72825" spcFirstLastPara="1" rIns="72825" wrap="square" tIns="72825">
            <a:noAutofit/>
          </a:bodyPr>
          <a:lstStyle/>
          <a:p>
            <a:pPr indent="0" lvl="0" marL="0" rtl="0" algn="ctr">
              <a:spcBef>
                <a:spcPts val="0"/>
              </a:spcBef>
              <a:spcAft>
                <a:spcPts val="0"/>
              </a:spcAft>
              <a:buNone/>
            </a:pPr>
            <a:r>
              <a:t/>
            </a:r>
            <a:endParaRPr sz="1115"/>
          </a:p>
        </p:txBody>
      </p:sp>
      <p:cxnSp>
        <p:nvCxnSpPr>
          <p:cNvPr id="3370" name="Google Shape;3370;p128"/>
          <p:cNvCxnSpPr/>
          <p:nvPr/>
        </p:nvCxnSpPr>
        <p:spPr>
          <a:xfrm rot="3927114">
            <a:off x="3655562" y="3598261"/>
            <a:ext cx="491748" cy="449192"/>
          </a:xfrm>
          <a:prstGeom prst="curvedConnector3">
            <a:avLst>
              <a:gd fmla="val 50000" name="adj1"/>
            </a:avLst>
          </a:prstGeom>
          <a:noFill/>
          <a:ln cap="flat" cmpd="sng" w="7600">
            <a:solidFill>
              <a:schemeClr val="dk2"/>
            </a:solidFill>
            <a:prstDash val="solid"/>
            <a:round/>
            <a:headEnd len="med" w="med" type="none"/>
            <a:tailEnd len="med" w="med" type="none"/>
          </a:ln>
        </p:spPr>
      </p:cxnSp>
      <p:cxnSp>
        <p:nvCxnSpPr>
          <p:cNvPr id="3371" name="Google Shape;3371;p128"/>
          <p:cNvCxnSpPr/>
          <p:nvPr/>
        </p:nvCxnSpPr>
        <p:spPr>
          <a:xfrm flipH="1" rot="-6873398">
            <a:off x="3205492" y="2680288"/>
            <a:ext cx="593370" cy="536985"/>
          </a:xfrm>
          <a:prstGeom prst="curvedConnector3">
            <a:avLst>
              <a:gd fmla="val 50000" name="adj1"/>
            </a:avLst>
          </a:prstGeom>
          <a:noFill/>
          <a:ln cap="flat" cmpd="sng" w="7600">
            <a:solidFill>
              <a:schemeClr val="dk2"/>
            </a:solidFill>
            <a:prstDash val="solid"/>
            <a:round/>
            <a:headEnd len="med" w="med" type="none"/>
            <a:tailEnd len="med" w="med" type="none"/>
          </a:ln>
        </p:spPr>
      </p:cxnSp>
      <p:cxnSp>
        <p:nvCxnSpPr>
          <p:cNvPr id="3372" name="Google Shape;3372;p128"/>
          <p:cNvCxnSpPr/>
          <p:nvPr/>
        </p:nvCxnSpPr>
        <p:spPr>
          <a:xfrm rot="-6871307">
            <a:off x="3039168" y="3715975"/>
            <a:ext cx="255879" cy="625051"/>
          </a:xfrm>
          <a:prstGeom prst="straightConnector1">
            <a:avLst/>
          </a:prstGeom>
          <a:noFill/>
          <a:ln cap="flat" cmpd="sng" w="7600">
            <a:solidFill>
              <a:schemeClr val="dk2"/>
            </a:solidFill>
            <a:prstDash val="solid"/>
            <a:round/>
            <a:headEnd len="med" w="med" type="none"/>
            <a:tailEnd len="med" w="med" type="none"/>
          </a:ln>
        </p:spPr>
      </p:cxnSp>
      <p:cxnSp>
        <p:nvCxnSpPr>
          <p:cNvPr id="3373" name="Google Shape;3373;p128"/>
          <p:cNvCxnSpPr/>
          <p:nvPr/>
        </p:nvCxnSpPr>
        <p:spPr>
          <a:xfrm flipH="1" rot="-6871088">
            <a:off x="2619623" y="3156097"/>
            <a:ext cx="364354" cy="520201"/>
          </a:xfrm>
          <a:prstGeom prst="straightConnector1">
            <a:avLst/>
          </a:prstGeom>
          <a:noFill/>
          <a:ln cap="flat" cmpd="sng" w="7600">
            <a:solidFill>
              <a:schemeClr val="dk2"/>
            </a:solidFill>
            <a:prstDash val="solid"/>
            <a:round/>
            <a:headEnd len="med" w="med" type="none"/>
            <a:tailEnd len="med" w="med" type="none"/>
          </a:ln>
        </p:spPr>
      </p:cxnSp>
      <p:pic>
        <p:nvPicPr>
          <p:cNvPr descr="cowboy hat icon vector outline illustration (Provided by Getty Images)" id="3374" name="Google Shape;3374;p128"/>
          <p:cNvPicPr preferRelativeResize="0"/>
          <p:nvPr/>
        </p:nvPicPr>
        <p:blipFill rotWithShape="1">
          <a:blip r:embed="rId5">
            <a:alphaModFix/>
          </a:blip>
          <a:srcRect b="28376" l="12375" r="10949" t="24332"/>
          <a:stretch/>
        </p:blipFill>
        <p:spPr>
          <a:xfrm rot="3915878">
            <a:off x="4519592" y="2324893"/>
            <a:ext cx="1429552" cy="522207"/>
          </a:xfrm>
          <a:prstGeom prst="rect">
            <a:avLst/>
          </a:prstGeom>
          <a:noFill/>
          <a:ln>
            <a:noFill/>
          </a:ln>
        </p:spPr>
      </p:pic>
      <p:sp>
        <p:nvSpPr>
          <p:cNvPr id="3375" name="Google Shape;3375;p128"/>
          <p:cNvSpPr/>
          <p:nvPr/>
        </p:nvSpPr>
        <p:spPr>
          <a:xfrm rot="3935067">
            <a:off x="3458775" y="2907174"/>
            <a:ext cx="50078" cy="100554"/>
          </a:xfrm>
          <a:prstGeom prst="ellipse">
            <a:avLst/>
          </a:prstGeom>
          <a:solidFill>
            <a:srgbClr val="FF0000"/>
          </a:solidFill>
          <a:ln cap="flat" cmpd="sng" w="12475">
            <a:solidFill>
              <a:schemeClr val="dk2"/>
            </a:solidFill>
            <a:prstDash val="solid"/>
            <a:round/>
            <a:headEnd len="sm" w="sm" type="none"/>
            <a:tailEnd len="sm" w="sm" type="none"/>
          </a:ln>
        </p:spPr>
        <p:txBody>
          <a:bodyPr anchorCtr="0" anchor="ctr" bIns="119750" lIns="119750" spcFirstLastPara="1" rIns="119750" wrap="square" tIns="119750">
            <a:noAutofit/>
          </a:bodyPr>
          <a:lstStyle/>
          <a:p>
            <a:pPr indent="0" lvl="0" marL="0" rtl="0" algn="ctr">
              <a:spcBef>
                <a:spcPts val="0"/>
              </a:spcBef>
              <a:spcAft>
                <a:spcPts val="0"/>
              </a:spcAft>
              <a:buNone/>
            </a:pPr>
            <a:r>
              <a:t/>
            </a:r>
            <a:endParaRPr sz="1834"/>
          </a:p>
        </p:txBody>
      </p:sp>
      <p:pic>
        <p:nvPicPr>
          <p:cNvPr descr="a set of blue water drops on a white background (Provided by Tenor)" id="3376" name="Google Shape;3376;p128"/>
          <p:cNvPicPr preferRelativeResize="0"/>
          <p:nvPr/>
        </p:nvPicPr>
        <p:blipFill>
          <a:blip r:embed="rId6">
            <a:alphaModFix/>
          </a:blip>
          <a:stretch>
            <a:fillRect/>
          </a:stretch>
        </p:blipFill>
        <p:spPr>
          <a:xfrm rot="3926958">
            <a:off x="4657902" y="2972977"/>
            <a:ext cx="423568" cy="423568"/>
          </a:xfrm>
          <a:prstGeom prst="rect">
            <a:avLst/>
          </a:prstGeom>
          <a:noFill/>
          <a:ln>
            <a:noFill/>
          </a:ln>
        </p:spPr>
      </p:pic>
      <p:sp>
        <p:nvSpPr>
          <p:cNvPr id="3377" name="Google Shape;3377;p128"/>
          <p:cNvSpPr/>
          <p:nvPr/>
        </p:nvSpPr>
        <p:spPr>
          <a:xfrm>
            <a:off x="251567" y="1833550"/>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8" name="Google Shape;3378;p128"/>
          <p:cNvSpPr/>
          <p:nvPr/>
        </p:nvSpPr>
        <p:spPr>
          <a:xfrm>
            <a:off x="497167" y="20881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9" name="Google Shape;3379;p128"/>
          <p:cNvSpPr/>
          <p:nvPr/>
        </p:nvSpPr>
        <p:spPr>
          <a:xfrm>
            <a:off x="798517" y="20881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80" name="Google Shape;3380;p128"/>
          <p:cNvCxnSpPr/>
          <p:nvPr/>
        </p:nvCxnSpPr>
        <p:spPr>
          <a:xfrm>
            <a:off x="560775" y="2546250"/>
            <a:ext cx="183300" cy="93300"/>
          </a:xfrm>
          <a:prstGeom prst="straightConnector1">
            <a:avLst/>
          </a:prstGeom>
          <a:noFill/>
          <a:ln cap="flat" cmpd="sng" w="9525">
            <a:solidFill>
              <a:schemeClr val="dk2"/>
            </a:solidFill>
            <a:prstDash val="solid"/>
            <a:round/>
            <a:headEnd len="med" w="med" type="none"/>
            <a:tailEnd len="med" w="med" type="none"/>
          </a:ln>
        </p:spPr>
      </p:cxnSp>
      <p:pic>
        <p:nvPicPr>
          <p:cNvPr descr="a nurse 's hat with a red cross and the words heros on it (Provided by Tenor)" id="3381" name="Google Shape;3381;p128"/>
          <p:cNvPicPr preferRelativeResize="0"/>
          <p:nvPr/>
        </p:nvPicPr>
        <p:blipFill rotWithShape="1">
          <a:blip r:embed="rId7">
            <a:alphaModFix/>
          </a:blip>
          <a:srcRect b="0" l="8583" r="8574" t="0"/>
          <a:stretch/>
        </p:blipFill>
        <p:spPr>
          <a:xfrm>
            <a:off x="326167" y="1168950"/>
            <a:ext cx="804701" cy="750950"/>
          </a:xfrm>
          <a:prstGeom prst="rect">
            <a:avLst/>
          </a:prstGeom>
          <a:noFill/>
          <a:ln>
            <a:noFill/>
          </a:ln>
        </p:spPr>
      </p:pic>
      <p:sp>
        <p:nvSpPr>
          <p:cNvPr id="3382" name="Google Shape;3382;p128"/>
          <p:cNvSpPr/>
          <p:nvPr/>
        </p:nvSpPr>
        <p:spPr>
          <a:xfrm>
            <a:off x="422515" y="2806624"/>
            <a:ext cx="548700" cy="1037050"/>
          </a:xfrm>
          <a:prstGeom prst="flowChartProcess">
            <a:avLst/>
          </a:prstGeom>
          <a:solidFill>
            <a:srgbClr val="00FFFF"/>
          </a:solidFill>
          <a:ln>
            <a:noFill/>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383" name="Google Shape;3383;p128"/>
          <p:cNvCxnSpPr/>
          <p:nvPr/>
        </p:nvCxnSpPr>
        <p:spPr>
          <a:xfrm flipH="1">
            <a:off x="371465" y="3843674"/>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3384" name="Google Shape;3384;p128"/>
          <p:cNvCxnSpPr/>
          <p:nvPr/>
        </p:nvCxnSpPr>
        <p:spPr>
          <a:xfrm>
            <a:off x="845065" y="3843674"/>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3385" name="Google Shape;3385;p128"/>
          <p:cNvCxnSpPr/>
          <p:nvPr/>
        </p:nvCxnSpPr>
        <p:spPr>
          <a:xfrm flipH="1">
            <a:off x="92442" y="3035150"/>
            <a:ext cx="376500" cy="376500"/>
          </a:xfrm>
          <a:prstGeom prst="straightConnector1">
            <a:avLst/>
          </a:prstGeom>
          <a:noFill/>
          <a:ln cap="flat" cmpd="sng" w="9525">
            <a:solidFill>
              <a:schemeClr val="dk2"/>
            </a:solidFill>
            <a:prstDash val="solid"/>
            <a:round/>
            <a:headEnd len="med" w="med" type="none"/>
            <a:tailEnd len="med" w="med" type="none"/>
          </a:ln>
        </p:spPr>
      </p:cxnSp>
      <p:cxnSp>
        <p:nvCxnSpPr>
          <p:cNvPr id="3386" name="Google Shape;3386;p128"/>
          <p:cNvCxnSpPr/>
          <p:nvPr/>
        </p:nvCxnSpPr>
        <p:spPr>
          <a:xfrm>
            <a:off x="911967" y="3001925"/>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3387" name="Google Shape;3387;p128"/>
          <p:cNvPicPr preferRelativeResize="0"/>
          <p:nvPr/>
        </p:nvPicPr>
        <p:blipFill>
          <a:blip r:embed="rId8">
            <a:alphaModFix/>
          </a:blip>
          <a:stretch>
            <a:fillRect/>
          </a:stretch>
        </p:blipFill>
        <p:spPr>
          <a:xfrm>
            <a:off x="603144" y="2850611"/>
            <a:ext cx="376500" cy="376500"/>
          </a:xfrm>
          <a:prstGeom prst="rect">
            <a:avLst/>
          </a:prstGeom>
          <a:noFill/>
          <a:ln>
            <a:noFill/>
          </a:ln>
        </p:spPr>
      </p:pic>
      <p:sp>
        <p:nvSpPr>
          <p:cNvPr id="3388" name="Google Shape;3388;p128"/>
          <p:cNvSpPr/>
          <p:nvPr/>
        </p:nvSpPr>
        <p:spPr>
          <a:xfrm>
            <a:off x="7551967" y="2114525"/>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9" name="Google Shape;3389;p128"/>
          <p:cNvSpPr/>
          <p:nvPr/>
        </p:nvSpPr>
        <p:spPr>
          <a:xfrm>
            <a:off x="7734717" y="2369125"/>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0" name="Google Shape;3390;p128"/>
          <p:cNvSpPr/>
          <p:nvPr/>
        </p:nvSpPr>
        <p:spPr>
          <a:xfrm>
            <a:off x="7934917" y="2369125"/>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91" name="Google Shape;3391;p128"/>
          <p:cNvCxnSpPr/>
          <p:nvPr/>
        </p:nvCxnSpPr>
        <p:spPr>
          <a:xfrm>
            <a:off x="7861175" y="2827225"/>
            <a:ext cx="183300" cy="93300"/>
          </a:xfrm>
          <a:prstGeom prst="straightConnector1">
            <a:avLst/>
          </a:prstGeom>
          <a:noFill/>
          <a:ln cap="flat" cmpd="sng" w="9525">
            <a:solidFill>
              <a:schemeClr val="dk2"/>
            </a:solidFill>
            <a:prstDash val="solid"/>
            <a:round/>
            <a:headEnd len="med" w="med" type="none"/>
            <a:tailEnd len="med" w="med" type="none"/>
          </a:ln>
        </p:spPr>
      </p:cxnSp>
      <p:pic>
        <p:nvPicPr>
          <p:cNvPr descr="a nurse 's hat with a red cross and the words heros on it (Provided by Tenor)" id="3392" name="Google Shape;3392;p128"/>
          <p:cNvPicPr preferRelativeResize="0"/>
          <p:nvPr/>
        </p:nvPicPr>
        <p:blipFill rotWithShape="1">
          <a:blip r:embed="rId7">
            <a:alphaModFix/>
          </a:blip>
          <a:srcRect b="0" l="8583" r="8574" t="0"/>
          <a:stretch/>
        </p:blipFill>
        <p:spPr>
          <a:xfrm>
            <a:off x="7626567" y="1449925"/>
            <a:ext cx="804701" cy="750950"/>
          </a:xfrm>
          <a:prstGeom prst="rect">
            <a:avLst/>
          </a:prstGeom>
          <a:noFill/>
          <a:ln>
            <a:noFill/>
          </a:ln>
        </p:spPr>
      </p:pic>
      <p:sp>
        <p:nvSpPr>
          <p:cNvPr id="3393" name="Google Shape;3393;p128"/>
          <p:cNvSpPr/>
          <p:nvPr/>
        </p:nvSpPr>
        <p:spPr>
          <a:xfrm>
            <a:off x="7722915" y="3087599"/>
            <a:ext cx="548700" cy="1037050"/>
          </a:xfrm>
          <a:prstGeom prst="flowChartProcess">
            <a:avLst/>
          </a:prstGeom>
          <a:solidFill>
            <a:srgbClr val="00FFFF"/>
          </a:solidFill>
          <a:ln>
            <a:noFill/>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394" name="Google Shape;3394;p128"/>
          <p:cNvCxnSpPr/>
          <p:nvPr/>
        </p:nvCxnSpPr>
        <p:spPr>
          <a:xfrm flipH="1">
            <a:off x="7671865" y="4124649"/>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3395" name="Google Shape;3395;p128"/>
          <p:cNvCxnSpPr/>
          <p:nvPr/>
        </p:nvCxnSpPr>
        <p:spPr>
          <a:xfrm>
            <a:off x="8145465" y="4124649"/>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3396" name="Google Shape;3396;p128"/>
          <p:cNvCxnSpPr/>
          <p:nvPr/>
        </p:nvCxnSpPr>
        <p:spPr>
          <a:xfrm flipH="1">
            <a:off x="7392842" y="3316125"/>
            <a:ext cx="376500" cy="376500"/>
          </a:xfrm>
          <a:prstGeom prst="straightConnector1">
            <a:avLst/>
          </a:prstGeom>
          <a:noFill/>
          <a:ln cap="flat" cmpd="sng" w="9525">
            <a:solidFill>
              <a:schemeClr val="dk2"/>
            </a:solidFill>
            <a:prstDash val="solid"/>
            <a:round/>
            <a:headEnd len="med" w="med" type="none"/>
            <a:tailEnd len="med" w="med" type="none"/>
          </a:ln>
        </p:spPr>
      </p:cxnSp>
      <p:cxnSp>
        <p:nvCxnSpPr>
          <p:cNvPr id="3397" name="Google Shape;3397;p128"/>
          <p:cNvCxnSpPr/>
          <p:nvPr/>
        </p:nvCxnSpPr>
        <p:spPr>
          <a:xfrm>
            <a:off x="8212367" y="3282900"/>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3398" name="Google Shape;3398;p128"/>
          <p:cNvPicPr preferRelativeResize="0"/>
          <p:nvPr/>
        </p:nvPicPr>
        <p:blipFill>
          <a:blip r:embed="rId8">
            <a:alphaModFix/>
          </a:blip>
          <a:stretch>
            <a:fillRect/>
          </a:stretch>
        </p:blipFill>
        <p:spPr>
          <a:xfrm>
            <a:off x="7903544" y="3131586"/>
            <a:ext cx="376500" cy="3765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2" name="Shape 3402"/>
        <p:cNvGrpSpPr/>
        <p:nvPr/>
      </p:nvGrpSpPr>
      <p:grpSpPr>
        <a:xfrm>
          <a:off x="0" y="0"/>
          <a:ext cx="0" cy="0"/>
          <a:chOff x="0" y="0"/>
          <a:chExt cx="0" cy="0"/>
        </a:xfrm>
      </p:grpSpPr>
      <p:cxnSp>
        <p:nvCxnSpPr>
          <p:cNvPr id="3403" name="Google Shape;3403;p129"/>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3404" name="Google Shape;3404;p129"/>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05" name="Google Shape;3405;p129"/>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3406" name="Google Shape;3406;p129"/>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3407" name="Google Shape;3407;p129"/>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3408" name="Google Shape;3408;p129"/>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3409" name="Google Shape;3409;p129"/>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3410" name="Google Shape;3410;p129"/>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3411" name="Google Shape;3411;p129"/>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3412" name="Google Shape;3412;p129"/>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3413" name="Google Shape;3413;p129"/>
          <p:cNvSpPr txBox="1"/>
          <p:nvPr/>
        </p:nvSpPr>
        <p:spPr>
          <a:xfrm>
            <a:off x="-1216851" y="2105625"/>
            <a:ext cx="2147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3414" name="Google Shape;3414;p129"/>
          <p:cNvSpPr/>
          <p:nvPr/>
        </p:nvSpPr>
        <p:spPr>
          <a:xfrm>
            <a:off x="422424" y="3312113"/>
            <a:ext cx="441300" cy="406200"/>
          </a:xfrm>
          <a:prstGeom prst="ellipse">
            <a:avLst/>
          </a:prstGeom>
          <a:solidFill>
            <a:srgbClr val="00FF00"/>
          </a:solidFill>
          <a:ln cap="flat" cmpd="sng" w="2900">
            <a:solidFill>
              <a:schemeClr val="dk2"/>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cxnSp>
        <p:nvCxnSpPr>
          <p:cNvPr id="3415" name="Google Shape;3415;p129"/>
          <p:cNvCxnSpPr/>
          <p:nvPr/>
        </p:nvCxnSpPr>
        <p:spPr>
          <a:xfrm>
            <a:off x="537870" y="3561681"/>
            <a:ext cx="210600" cy="92100"/>
          </a:xfrm>
          <a:prstGeom prst="curvedConnector3">
            <a:avLst>
              <a:gd fmla="val 39600" name="adj1"/>
            </a:avLst>
          </a:prstGeom>
          <a:noFill/>
          <a:ln cap="flat" cmpd="sng" w="2900">
            <a:solidFill>
              <a:schemeClr val="dk2"/>
            </a:solidFill>
            <a:prstDash val="solid"/>
            <a:round/>
            <a:headEnd len="med" w="med" type="none"/>
            <a:tailEnd len="med" w="med" type="none"/>
          </a:ln>
        </p:spPr>
      </p:cxnSp>
      <p:sp>
        <p:nvSpPr>
          <p:cNvPr id="3416" name="Google Shape;3416;p129"/>
          <p:cNvSpPr/>
          <p:nvPr/>
        </p:nvSpPr>
        <p:spPr>
          <a:xfrm>
            <a:off x="622228" y="3444137"/>
            <a:ext cx="57000" cy="92100"/>
          </a:xfrm>
          <a:prstGeom prst="ellipse">
            <a:avLst/>
          </a:prstGeom>
          <a:solidFill>
            <a:schemeClr val="lt2"/>
          </a:solidFill>
          <a:ln cap="flat" cmpd="sng" w="2900">
            <a:solidFill>
              <a:schemeClr val="dk2"/>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sp>
        <p:nvSpPr>
          <p:cNvPr id="3417" name="Google Shape;3417;p129"/>
          <p:cNvSpPr/>
          <p:nvPr/>
        </p:nvSpPr>
        <p:spPr>
          <a:xfrm>
            <a:off x="705735" y="3440864"/>
            <a:ext cx="57000" cy="92100"/>
          </a:xfrm>
          <a:prstGeom prst="ellipse">
            <a:avLst/>
          </a:prstGeom>
          <a:solidFill>
            <a:schemeClr val="lt2"/>
          </a:solidFill>
          <a:ln cap="flat" cmpd="sng" w="2900">
            <a:solidFill>
              <a:schemeClr val="dk2"/>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sp>
        <p:nvSpPr>
          <p:cNvPr id="3418" name="Google Shape;3418;p129"/>
          <p:cNvSpPr/>
          <p:nvPr/>
        </p:nvSpPr>
        <p:spPr>
          <a:xfrm rot="-1509407">
            <a:off x="529826" y="3734974"/>
            <a:ext cx="226730" cy="451601"/>
          </a:xfrm>
          <a:prstGeom prst="flowChartProcess">
            <a:avLst/>
          </a:prstGeom>
          <a:solidFill>
            <a:srgbClr val="FF0000"/>
          </a:solidFill>
          <a:ln cap="flat" cmpd="sng" w="2900">
            <a:solidFill>
              <a:srgbClr val="FF0000"/>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cxnSp>
        <p:nvCxnSpPr>
          <p:cNvPr id="3419" name="Google Shape;3419;p129"/>
          <p:cNvCxnSpPr/>
          <p:nvPr/>
        </p:nvCxnSpPr>
        <p:spPr>
          <a:xfrm flipH="1" rot="-5400000">
            <a:off x="889852" y="4123596"/>
            <a:ext cx="263100" cy="260100"/>
          </a:xfrm>
          <a:prstGeom prst="curvedConnector3">
            <a:avLst>
              <a:gd fmla="val 50000" name="adj1"/>
            </a:avLst>
          </a:prstGeom>
          <a:noFill/>
          <a:ln cap="flat" cmpd="sng" w="2900">
            <a:solidFill>
              <a:schemeClr val="dk2"/>
            </a:solidFill>
            <a:prstDash val="solid"/>
            <a:round/>
            <a:headEnd len="med" w="med" type="none"/>
            <a:tailEnd len="med" w="med" type="none"/>
          </a:ln>
        </p:spPr>
      </p:cxnSp>
      <p:cxnSp>
        <p:nvCxnSpPr>
          <p:cNvPr id="3420" name="Google Shape;3420;p129"/>
          <p:cNvCxnSpPr/>
          <p:nvPr/>
        </p:nvCxnSpPr>
        <p:spPr>
          <a:xfrm flipH="1" rot="-5400000">
            <a:off x="728069" y="4107716"/>
            <a:ext cx="305400" cy="236100"/>
          </a:xfrm>
          <a:prstGeom prst="curvedConnector3">
            <a:avLst>
              <a:gd fmla="val 50000" name="adj1"/>
            </a:avLst>
          </a:prstGeom>
          <a:noFill/>
          <a:ln cap="flat" cmpd="sng" w="2900">
            <a:solidFill>
              <a:schemeClr val="dk2"/>
            </a:solidFill>
            <a:prstDash val="solid"/>
            <a:round/>
            <a:headEnd len="med" w="med" type="none"/>
            <a:tailEnd len="med" w="med" type="none"/>
          </a:ln>
        </p:spPr>
      </p:cxnSp>
      <p:cxnSp>
        <p:nvCxnSpPr>
          <p:cNvPr id="3421" name="Google Shape;3421;p129"/>
          <p:cNvCxnSpPr>
            <a:stCxn id="3418" idx="3"/>
          </p:cNvCxnSpPr>
          <p:nvPr/>
        </p:nvCxnSpPr>
        <p:spPr>
          <a:xfrm>
            <a:off x="745803" y="3912584"/>
            <a:ext cx="206400" cy="94500"/>
          </a:xfrm>
          <a:prstGeom prst="straightConnector1">
            <a:avLst/>
          </a:prstGeom>
          <a:noFill/>
          <a:ln cap="flat" cmpd="sng" w="2900">
            <a:solidFill>
              <a:schemeClr val="dk2"/>
            </a:solidFill>
            <a:prstDash val="solid"/>
            <a:round/>
            <a:headEnd len="med" w="med" type="none"/>
            <a:tailEnd len="med" w="med" type="none"/>
          </a:ln>
        </p:spPr>
      </p:cxnSp>
      <p:pic>
        <p:nvPicPr>
          <p:cNvPr descr="cowboy hat icon vector outline illustration (Provided by Getty Images)" id="3422" name="Google Shape;3422;p129"/>
          <p:cNvPicPr preferRelativeResize="0"/>
          <p:nvPr/>
        </p:nvPicPr>
        <p:blipFill rotWithShape="1">
          <a:blip r:embed="rId3">
            <a:alphaModFix/>
          </a:blip>
          <a:srcRect b="28376" l="12375" r="10949" t="24332"/>
          <a:stretch/>
        </p:blipFill>
        <p:spPr>
          <a:xfrm>
            <a:off x="376677" y="3160411"/>
            <a:ext cx="548091" cy="200212"/>
          </a:xfrm>
          <a:prstGeom prst="rect">
            <a:avLst/>
          </a:prstGeom>
          <a:noFill/>
          <a:ln>
            <a:noFill/>
          </a:ln>
        </p:spPr>
      </p:pic>
      <p:cxnSp>
        <p:nvCxnSpPr>
          <p:cNvPr id="3423" name="Google Shape;3423;p129"/>
          <p:cNvCxnSpPr/>
          <p:nvPr/>
        </p:nvCxnSpPr>
        <p:spPr>
          <a:xfrm>
            <a:off x="476117" y="3898936"/>
            <a:ext cx="349200" cy="42600"/>
          </a:xfrm>
          <a:prstGeom prst="straightConnector1">
            <a:avLst/>
          </a:prstGeom>
          <a:noFill/>
          <a:ln cap="flat" cmpd="sng" w="2900">
            <a:solidFill>
              <a:schemeClr val="dk2"/>
            </a:solidFill>
            <a:prstDash val="solid"/>
            <a:round/>
            <a:headEnd len="med" w="med" type="none"/>
            <a:tailEnd len="med" w="med" type="none"/>
          </a:ln>
        </p:spPr>
      </p:cxnSp>
      <p:pic>
        <p:nvPicPr>
          <p:cNvPr descr="a blue and grey electric wheelchair with white wheels (Provided by Tenor)" id="3424" name="Google Shape;3424;p129"/>
          <p:cNvPicPr preferRelativeResize="0"/>
          <p:nvPr/>
        </p:nvPicPr>
        <p:blipFill>
          <a:blip r:embed="rId4">
            <a:alphaModFix/>
          </a:blip>
          <a:stretch>
            <a:fillRect/>
          </a:stretch>
        </p:blipFill>
        <p:spPr>
          <a:xfrm flipH="1">
            <a:off x="284982" y="3587473"/>
            <a:ext cx="958132" cy="990052"/>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8" name="Shape 3428"/>
        <p:cNvGrpSpPr/>
        <p:nvPr/>
      </p:nvGrpSpPr>
      <p:grpSpPr>
        <a:xfrm>
          <a:off x="0" y="0"/>
          <a:ext cx="0" cy="0"/>
          <a:chOff x="0" y="0"/>
          <a:chExt cx="0" cy="0"/>
        </a:xfrm>
      </p:grpSpPr>
      <p:cxnSp>
        <p:nvCxnSpPr>
          <p:cNvPr id="3429" name="Google Shape;3429;p130"/>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3430" name="Google Shape;3430;p130"/>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31" name="Google Shape;3431;p130"/>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3432" name="Google Shape;3432;p130"/>
          <p:cNvCxnSpPr/>
          <p:nvPr/>
        </p:nvCxnSpPr>
        <p:spPr>
          <a:xfrm flipH="1" rot="10800000">
            <a:off x="1640500" y="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3433" name="Google Shape;3433;p130"/>
          <p:cNvCxnSpPr/>
          <p:nvPr/>
        </p:nvCxnSpPr>
        <p:spPr>
          <a:xfrm flipH="1" rot="10800000">
            <a:off x="481800" y="9720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3434" name="Google Shape;3434;p130"/>
          <p:cNvCxnSpPr/>
          <p:nvPr/>
        </p:nvCxnSpPr>
        <p:spPr>
          <a:xfrm rot="10800000">
            <a:off x="511175" y="1569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3435" name="Google Shape;3435;p130"/>
          <p:cNvCxnSpPr/>
          <p:nvPr/>
        </p:nvCxnSpPr>
        <p:spPr>
          <a:xfrm>
            <a:off x="530900" y="2061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3436" name="Google Shape;3436;p130"/>
          <p:cNvCxnSpPr/>
          <p:nvPr/>
        </p:nvCxnSpPr>
        <p:spPr>
          <a:xfrm rot="10800000">
            <a:off x="1080700" y="2552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3437" name="Google Shape;3437;p130"/>
          <p:cNvCxnSpPr/>
          <p:nvPr/>
        </p:nvCxnSpPr>
        <p:spPr>
          <a:xfrm>
            <a:off x="-1007500" y="27577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3438" name="Google Shape;3438;p130"/>
          <p:cNvCxnSpPr/>
          <p:nvPr/>
        </p:nvCxnSpPr>
        <p:spPr>
          <a:xfrm flipH="1">
            <a:off x="-163175" y="28010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3439" name="Google Shape;3439;p130"/>
          <p:cNvSpPr txBox="1"/>
          <p:nvPr/>
        </p:nvSpPr>
        <p:spPr>
          <a:xfrm>
            <a:off x="-1216851" y="2105625"/>
            <a:ext cx="2147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3440" name="Google Shape;3440;p130"/>
          <p:cNvSpPr/>
          <p:nvPr/>
        </p:nvSpPr>
        <p:spPr>
          <a:xfrm>
            <a:off x="4451374" y="3428513"/>
            <a:ext cx="441300" cy="406200"/>
          </a:xfrm>
          <a:prstGeom prst="ellipse">
            <a:avLst/>
          </a:prstGeom>
          <a:solidFill>
            <a:srgbClr val="00FF00"/>
          </a:solidFill>
          <a:ln cap="flat" cmpd="sng" w="2900">
            <a:solidFill>
              <a:schemeClr val="dk2"/>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cxnSp>
        <p:nvCxnSpPr>
          <p:cNvPr id="3441" name="Google Shape;3441;p130"/>
          <p:cNvCxnSpPr/>
          <p:nvPr/>
        </p:nvCxnSpPr>
        <p:spPr>
          <a:xfrm>
            <a:off x="4566820" y="3678081"/>
            <a:ext cx="210600" cy="92100"/>
          </a:xfrm>
          <a:prstGeom prst="curvedConnector3">
            <a:avLst>
              <a:gd fmla="val 39600" name="adj1"/>
            </a:avLst>
          </a:prstGeom>
          <a:noFill/>
          <a:ln cap="flat" cmpd="sng" w="2900">
            <a:solidFill>
              <a:schemeClr val="dk2"/>
            </a:solidFill>
            <a:prstDash val="solid"/>
            <a:round/>
            <a:headEnd len="med" w="med" type="none"/>
            <a:tailEnd len="med" w="med" type="none"/>
          </a:ln>
        </p:spPr>
      </p:cxnSp>
      <p:sp>
        <p:nvSpPr>
          <p:cNvPr id="3442" name="Google Shape;3442;p130"/>
          <p:cNvSpPr/>
          <p:nvPr/>
        </p:nvSpPr>
        <p:spPr>
          <a:xfrm>
            <a:off x="4651178" y="3560537"/>
            <a:ext cx="57000" cy="92100"/>
          </a:xfrm>
          <a:prstGeom prst="ellipse">
            <a:avLst/>
          </a:prstGeom>
          <a:solidFill>
            <a:schemeClr val="lt2"/>
          </a:solidFill>
          <a:ln cap="flat" cmpd="sng" w="2900">
            <a:solidFill>
              <a:schemeClr val="dk2"/>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sp>
        <p:nvSpPr>
          <p:cNvPr id="3443" name="Google Shape;3443;p130"/>
          <p:cNvSpPr/>
          <p:nvPr/>
        </p:nvSpPr>
        <p:spPr>
          <a:xfrm>
            <a:off x="4734685" y="3557264"/>
            <a:ext cx="57000" cy="92100"/>
          </a:xfrm>
          <a:prstGeom prst="ellipse">
            <a:avLst/>
          </a:prstGeom>
          <a:solidFill>
            <a:schemeClr val="lt2"/>
          </a:solidFill>
          <a:ln cap="flat" cmpd="sng" w="2900">
            <a:solidFill>
              <a:schemeClr val="dk2"/>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sp>
        <p:nvSpPr>
          <p:cNvPr id="3444" name="Google Shape;3444;p130"/>
          <p:cNvSpPr/>
          <p:nvPr/>
        </p:nvSpPr>
        <p:spPr>
          <a:xfrm rot="-1509407">
            <a:off x="4558776" y="3851374"/>
            <a:ext cx="226730" cy="451601"/>
          </a:xfrm>
          <a:prstGeom prst="flowChartProcess">
            <a:avLst/>
          </a:prstGeom>
          <a:solidFill>
            <a:srgbClr val="FF0000"/>
          </a:solidFill>
          <a:ln cap="flat" cmpd="sng" w="2900">
            <a:solidFill>
              <a:srgbClr val="FF0000"/>
            </a:solidFill>
            <a:prstDash val="solid"/>
            <a:round/>
            <a:headEnd len="sm" w="sm" type="none"/>
            <a:tailEnd len="sm" w="sm" type="none"/>
          </a:ln>
        </p:spPr>
        <p:txBody>
          <a:bodyPr anchorCtr="0" anchor="ctr" bIns="27925" lIns="27925" spcFirstLastPara="1" rIns="27925" wrap="square" tIns="27925">
            <a:noAutofit/>
          </a:bodyPr>
          <a:lstStyle/>
          <a:p>
            <a:pPr indent="0" lvl="0" marL="0" rtl="0" algn="ctr">
              <a:spcBef>
                <a:spcPts val="0"/>
              </a:spcBef>
              <a:spcAft>
                <a:spcPts val="0"/>
              </a:spcAft>
              <a:buNone/>
            </a:pPr>
            <a:r>
              <a:t/>
            </a:r>
            <a:endParaRPr sz="428"/>
          </a:p>
        </p:txBody>
      </p:sp>
      <p:cxnSp>
        <p:nvCxnSpPr>
          <p:cNvPr id="3445" name="Google Shape;3445;p130"/>
          <p:cNvCxnSpPr/>
          <p:nvPr/>
        </p:nvCxnSpPr>
        <p:spPr>
          <a:xfrm flipH="1" rot="-5400000">
            <a:off x="4918802" y="4239996"/>
            <a:ext cx="263100" cy="260100"/>
          </a:xfrm>
          <a:prstGeom prst="curvedConnector3">
            <a:avLst>
              <a:gd fmla="val 50000" name="adj1"/>
            </a:avLst>
          </a:prstGeom>
          <a:noFill/>
          <a:ln cap="flat" cmpd="sng" w="2900">
            <a:solidFill>
              <a:schemeClr val="dk2"/>
            </a:solidFill>
            <a:prstDash val="solid"/>
            <a:round/>
            <a:headEnd len="med" w="med" type="none"/>
            <a:tailEnd len="med" w="med" type="none"/>
          </a:ln>
        </p:spPr>
      </p:cxnSp>
      <p:cxnSp>
        <p:nvCxnSpPr>
          <p:cNvPr id="3446" name="Google Shape;3446;p130"/>
          <p:cNvCxnSpPr/>
          <p:nvPr/>
        </p:nvCxnSpPr>
        <p:spPr>
          <a:xfrm flipH="1" rot="-5400000">
            <a:off x="4757019" y="4224116"/>
            <a:ext cx="305400" cy="236100"/>
          </a:xfrm>
          <a:prstGeom prst="curvedConnector3">
            <a:avLst>
              <a:gd fmla="val 50000" name="adj1"/>
            </a:avLst>
          </a:prstGeom>
          <a:noFill/>
          <a:ln cap="flat" cmpd="sng" w="2900">
            <a:solidFill>
              <a:schemeClr val="dk2"/>
            </a:solidFill>
            <a:prstDash val="solid"/>
            <a:round/>
            <a:headEnd len="med" w="med" type="none"/>
            <a:tailEnd len="med" w="med" type="none"/>
          </a:ln>
        </p:spPr>
      </p:cxnSp>
      <p:cxnSp>
        <p:nvCxnSpPr>
          <p:cNvPr id="3447" name="Google Shape;3447;p130"/>
          <p:cNvCxnSpPr>
            <a:stCxn id="3444" idx="3"/>
          </p:cNvCxnSpPr>
          <p:nvPr/>
        </p:nvCxnSpPr>
        <p:spPr>
          <a:xfrm>
            <a:off x="4774753" y="4028984"/>
            <a:ext cx="206400" cy="94500"/>
          </a:xfrm>
          <a:prstGeom prst="straightConnector1">
            <a:avLst/>
          </a:prstGeom>
          <a:noFill/>
          <a:ln cap="flat" cmpd="sng" w="2900">
            <a:solidFill>
              <a:schemeClr val="dk2"/>
            </a:solidFill>
            <a:prstDash val="solid"/>
            <a:round/>
            <a:headEnd len="med" w="med" type="none"/>
            <a:tailEnd len="med" w="med" type="none"/>
          </a:ln>
        </p:spPr>
      </p:cxnSp>
      <p:pic>
        <p:nvPicPr>
          <p:cNvPr descr="cowboy hat icon vector outline illustration (Provided by Getty Images)" id="3448" name="Google Shape;3448;p130"/>
          <p:cNvPicPr preferRelativeResize="0"/>
          <p:nvPr/>
        </p:nvPicPr>
        <p:blipFill rotWithShape="1">
          <a:blip r:embed="rId3">
            <a:alphaModFix/>
          </a:blip>
          <a:srcRect b="28376" l="12375" r="10949" t="24332"/>
          <a:stretch/>
        </p:blipFill>
        <p:spPr>
          <a:xfrm>
            <a:off x="4405627" y="3276811"/>
            <a:ext cx="548091" cy="200212"/>
          </a:xfrm>
          <a:prstGeom prst="rect">
            <a:avLst/>
          </a:prstGeom>
          <a:noFill/>
          <a:ln>
            <a:noFill/>
          </a:ln>
        </p:spPr>
      </p:pic>
      <p:cxnSp>
        <p:nvCxnSpPr>
          <p:cNvPr id="3449" name="Google Shape;3449;p130"/>
          <p:cNvCxnSpPr/>
          <p:nvPr/>
        </p:nvCxnSpPr>
        <p:spPr>
          <a:xfrm>
            <a:off x="4505067" y="4015336"/>
            <a:ext cx="349200" cy="42600"/>
          </a:xfrm>
          <a:prstGeom prst="straightConnector1">
            <a:avLst/>
          </a:prstGeom>
          <a:noFill/>
          <a:ln cap="flat" cmpd="sng" w="2900">
            <a:solidFill>
              <a:schemeClr val="dk2"/>
            </a:solidFill>
            <a:prstDash val="solid"/>
            <a:round/>
            <a:headEnd len="med" w="med" type="none"/>
            <a:tailEnd len="med" w="med" type="none"/>
          </a:ln>
        </p:spPr>
      </p:cxnSp>
      <p:pic>
        <p:nvPicPr>
          <p:cNvPr descr="a blue and grey electric wheelchair with white wheels (Provided by Tenor)" id="3450" name="Google Shape;3450;p130"/>
          <p:cNvPicPr preferRelativeResize="0"/>
          <p:nvPr/>
        </p:nvPicPr>
        <p:blipFill>
          <a:blip r:embed="rId4">
            <a:alphaModFix/>
          </a:blip>
          <a:stretch>
            <a:fillRect/>
          </a:stretch>
        </p:blipFill>
        <p:spPr>
          <a:xfrm flipH="1">
            <a:off x="4313932" y="3703873"/>
            <a:ext cx="958132" cy="990052"/>
          </a:xfrm>
          <a:prstGeom prst="rect">
            <a:avLst/>
          </a:prstGeom>
          <a:noFill/>
          <a:ln>
            <a:noFill/>
          </a:ln>
        </p:spPr>
      </p:pic>
      <p:sp>
        <p:nvSpPr>
          <p:cNvPr id="3451" name="Google Shape;3451;p130"/>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3452" name="Google Shape;3452;p130"/>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3453" name="Google Shape;3453;p130"/>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4" name="Google Shape;3454;p130"/>
          <p:cNvSpPr/>
          <p:nvPr/>
        </p:nvSpPr>
        <p:spPr>
          <a:xfrm>
            <a:off x="1989000" y="611163"/>
            <a:ext cx="4871400" cy="10902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ESCAPED</a:t>
            </a:r>
            <a:endParaRPr b="1" sz="4400">
              <a:solidFill>
                <a:srgbClr val="FFFFFF"/>
              </a:solidFill>
            </a:endParaRPr>
          </a:p>
        </p:txBody>
      </p:sp>
      <p:sp>
        <p:nvSpPr>
          <p:cNvPr id="3455" name="Google Shape;3455;p130"/>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 were released for being sick.</a:t>
            </a:r>
            <a:endParaRPr/>
          </a:p>
        </p:txBody>
      </p:sp>
      <p:sp>
        <p:nvSpPr>
          <p:cNvPr id="3456" name="Google Shape;3456;p130">
            <a:hlinkClick action="ppaction://hlinksldjump" r:id="rId5"/>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60" name="Shape 3460"/>
        <p:cNvGrpSpPr/>
        <p:nvPr/>
      </p:nvGrpSpPr>
      <p:grpSpPr>
        <a:xfrm>
          <a:off x="0" y="0"/>
          <a:ext cx="0" cy="0"/>
          <a:chOff x="0" y="0"/>
          <a:chExt cx="0" cy="0"/>
        </a:xfrm>
      </p:grpSpPr>
      <p:sp>
        <p:nvSpPr>
          <p:cNvPr id="3461" name="Google Shape;3461;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62" name="Google Shape;3462;p131">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463" name="Google Shape;3463;p131"/>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464" name="Google Shape;3464;p131"/>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465" name="Google Shape;3465;p131"/>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466" name="Google Shape;3466;p131"/>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70" name="Shape 3470"/>
        <p:cNvGrpSpPr/>
        <p:nvPr/>
      </p:nvGrpSpPr>
      <p:grpSpPr>
        <a:xfrm>
          <a:off x="0" y="0"/>
          <a:ext cx="0" cy="0"/>
          <a:chOff x="0" y="0"/>
          <a:chExt cx="0" cy="0"/>
        </a:xfrm>
      </p:grpSpPr>
      <p:sp>
        <p:nvSpPr>
          <p:cNvPr id="3471" name="Google Shape;3471;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2" name="Google Shape;3472;p132">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473" name="Google Shape;3473;p13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474" name="Google Shape;3474;p13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475" name="Google Shape;3475;p13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476" name="Google Shape;3476;p132"/>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0" name="Shape 3480"/>
        <p:cNvGrpSpPr/>
        <p:nvPr/>
      </p:nvGrpSpPr>
      <p:grpSpPr>
        <a:xfrm>
          <a:off x="0" y="0"/>
          <a:ext cx="0" cy="0"/>
          <a:chOff x="0" y="0"/>
          <a:chExt cx="0" cy="0"/>
        </a:xfrm>
      </p:grpSpPr>
      <p:pic>
        <p:nvPicPr>
          <p:cNvPr id="3481" name="Google Shape;3481;p133"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482" name="Google Shape;3482;p133" title="images.png"/>
          <p:cNvPicPr preferRelativeResize="0"/>
          <p:nvPr/>
        </p:nvPicPr>
        <p:blipFill rotWithShape="1">
          <a:blip r:embed="rId4">
            <a:alphaModFix/>
          </a:blip>
          <a:srcRect b="9814" l="0" r="0" t="9814"/>
          <a:stretch/>
        </p:blipFill>
        <p:spPr>
          <a:xfrm>
            <a:off x="717225" y="418474"/>
            <a:ext cx="7644000" cy="3170400"/>
          </a:xfrm>
          <a:prstGeom prst="roundRect">
            <a:avLst>
              <a:gd fmla="val 3473"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6" name="Shape 3486"/>
        <p:cNvGrpSpPr/>
        <p:nvPr/>
      </p:nvGrpSpPr>
      <p:grpSpPr>
        <a:xfrm>
          <a:off x="0" y="0"/>
          <a:ext cx="0" cy="0"/>
          <a:chOff x="0" y="0"/>
          <a:chExt cx="0" cy="0"/>
        </a:xfrm>
      </p:grpSpPr>
      <p:pic>
        <p:nvPicPr>
          <p:cNvPr id="3487" name="Google Shape;3487;p134"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488" name="Google Shape;3488;p134" title="images.png"/>
          <p:cNvPicPr preferRelativeResize="0"/>
          <p:nvPr/>
        </p:nvPicPr>
        <p:blipFill rotWithShape="1">
          <a:blip r:embed="rId4">
            <a:alphaModFix/>
          </a:blip>
          <a:srcRect b="9814" l="0" r="0" t="9814"/>
          <a:stretch/>
        </p:blipFill>
        <p:spPr>
          <a:xfrm>
            <a:off x="717225" y="418474"/>
            <a:ext cx="7644000" cy="3170400"/>
          </a:xfrm>
          <a:prstGeom prst="roundRect">
            <a:avLst>
              <a:gd fmla="val 3473" name="adj"/>
            </a:avLst>
          </a:prstGeom>
          <a:noFill/>
          <a:ln>
            <a:noFill/>
          </a:ln>
          <a:effectLst>
            <a:outerShdw blurRad="57150" rotWithShape="0" algn="bl" dir="5400000" dist="19050">
              <a:srgbClr val="000000">
                <a:alpha val="50000"/>
              </a:srgbClr>
            </a:outerShdw>
          </a:effectLst>
        </p:spPr>
      </p:pic>
      <p:sp>
        <p:nvSpPr>
          <p:cNvPr id="3489" name="Google Shape;3489;p134"/>
          <p:cNvSpPr txBox="1"/>
          <p:nvPr/>
        </p:nvSpPr>
        <p:spPr>
          <a:xfrm>
            <a:off x="1317975" y="1083150"/>
            <a:ext cx="5589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rPr>
              <a:t>jailWifi = hacked</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3" name="Shape 3493"/>
        <p:cNvGrpSpPr/>
        <p:nvPr/>
      </p:nvGrpSpPr>
      <p:grpSpPr>
        <a:xfrm>
          <a:off x="0" y="0"/>
          <a:ext cx="0" cy="0"/>
          <a:chOff x="0" y="0"/>
          <a:chExt cx="0" cy="0"/>
        </a:xfrm>
      </p:grpSpPr>
      <p:pic>
        <p:nvPicPr>
          <p:cNvPr id="3494" name="Google Shape;3494;p135"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495" name="Google Shape;3495;p135" title="images.png"/>
          <p:cNvPicPr preferRelativeResize="0"/>
          <p:nvPr/>
        </p:nvPicPr>
        <p:blipFill rotWithShape="1">
          <a:blip r:embed="rId4">
            <a:alphaModFix/>
          </a:blip>
          <a:srcRect b="9814" l="0" r="0" t="9814"/>
          <a:stretch/>
        </p:blipFill>
        <p:spPr>
          <a:xfrm>
            <a:off x="717225" y="418474"/>
            <a:ext cx="7644000" cy="3170400"/>
          </a:xfrm>
          <a:prstGeom prst="roundRect">
            <a:avLst>
              <a:gd fmla="val 3473" name="adj"/>
            </a:avLst>
          </a:prstGeom>
          <a:noFill/>
          <a:ln>
            <a:noFill/>
          </a:ln>
          <a:effectLst>
            <a:outerShdw blurRad="57150" rotWithShape="0" algn="bl" dir="5400000" dist="19050">
              <a:srgbClr val="000000">
                <a:alpha val="50000"/>
              </a:srgbClr>
            </a:outerShdw>
          </a:effectLst>
        </p:spPr>
      </p:pic>
      <p:sp>
        <p:nvSpPr>
          <p:cNvPr id="3496" name="Google Shape;3496;p135"/>
          <p:cNvSpPr txBox="1"/>
          <p:nvPr/>
        </p:nvSpPr>
        <p:spPr>
          <a:xfrm>
            <a:off x="1317975" y="1083150"/>
            <a:ext cx="5589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rPr>
              <a:t>jailWifi = hacked</a:t>
            </a:r>
            <a:endParaRPr sz="1800">
              <a:solidFill>
                <a:srgbClr val="FFFFFF"/>
              </a:solidFill>
            </a:endParaRPr>
          </a:p>
          <a:p>
            <a:pPr indent="0" lvl="0" marL="0" rtl="0" algn="l">
              <a:spcBef>
                <a:spcPts val="0"/>
              </a:spcBef>
              <a:spcAft>
                <a:spcPts val="0"/>
              </a:spcAft>
              <a:buNone/>
            </a:pPr>
            <a:r>
              <a:t/>
            </a:r>
            <a:endParaRPr sz="1800">
              <a:solidFill>
                <a:srgbClr val="FFFFFF"/>
              </a:solidFill>
            </a:endParaRPr>
          </a:p>
          <a:p>
            <a:pPr indent="0" lvl="0" marL="0" rtl="0" algn="l">
              <a:spcBef>
                <a:spcPts val="0"/>
              </a:spcBef>
              <a:spcAft>
                <a:spcPts val="0"/>
              </a:spcAft>
              <a:buNone/>
            </a:pPr>
            <a:r>
              <a:rPr lang="en" sz="1800">
                <a:solidFill>
                  <a:srgbClr val="FFFFFF"/>
                </a:solidFill>
              </a:rPr>
              <a:t>celldoors = open</a:t>
            </a:r>
            <a:endParaRPr sz="1800">
              <a:solidFill>
                <a:srgbClr val="FFFFFF"/>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0" name="Shape 3500"/>
        <p:cNvGrpSpPr/>
        <p:nvPr/>
      </p:nvGrpSpPr>
      <p:grpSpPr>
        <a:xfrm>
          <a:off x="0" y="0"/>
          <a:ext cx="0" cy="0"/>
          <a:chOff x="0" y="0"/>
          <a:chExt cx="0" cy="0"/>
        </a:xfrm>
      </p:grpSpPr>
      <p:sp>
        <p:nvSpPr>
          <p:cNvPr id="3501" name="Google Shape;3501;p1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502" name="Google Shape;3502;p136"/>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503" name="Google Shape;3503;p136"/>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504" name="Google Shape;3504;p136"/>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505" name="Google Shape;3505;p136"/>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506" name="Google Shape;3506;p136"/>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507" name="Google Shape;3507;p136"/>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508" name="Google Shape;3508;p136"/>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509" name="Google Shape;3509;p13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510" name="Google Shape;3510;p136"/>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511" name="Google Shape;3511;p136"/>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512" name="Google Shape;3512;p136"/>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513" name="Google Shape;3513;p136"/>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514" name="Google Shape;3514;p136"/>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515" name="Google Shape;3515;p13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516" name="Google Shape;3516;p13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517" name="Google Shape;3517;p136"/>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518" name="Google Shape;3518;p136"/>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519" name="Google Shape;3519;p136"/>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520" name="Google Shape;3520;p136"/>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521" name="Google Shape;3521;p136"/>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522" name="Google Shape;3522;p136"/>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523" name="Google Shape;3523;p136"/>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524" name="Google Shape;3524;p136"/>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525" name="Google Shape;3525;p136"/>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526" name="Google Shape;3526;p13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527" name="Google Shape;3527;p136"/>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528" name="Google Shape;3528;p136"/>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529" name="Google Shape;3529;p13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530" name="Google Shape;3530;p136"/>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3531" name="Google Shape;3531;p136"/>
          <p:cNvSpPr/>
          <p:nvPr/>
        </p:nvSpPr>
        <p:spPr>
          <a:xfrm>
            <a:off x="5199189" y="22818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532" name="Google Shape;3532;p136"/>
          <p:cNvCxnSpPr/>
          <p:nvPr/>
        </p:nvCxnSpPr>
        <p:spPr>
          <a:xfrm>
            <a:off x="5429091" y="27788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533" name="Google Shape;3533;p136"/>
          <p:cNvSpPr/>
          <p:nvPr/>
        </p:nvSpPr>
        <p:spPr>
          <a:xfrm>
            <a:off x="5353370" y="248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534" name="Google Shape;3534;p136"/>
          <p:cNvSpPr/>
          <p:nvPr/>
        </p:nvSpPr>
        <p:spPr>
          <a:xfrm>
            <a:off x="5582138" y="25295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535" name="Google Shape;3535;p136"/>
          <p:cNvSpPr/>
          <p:nvPr/>
        </p:nvSpPr>
        <p:spPr>
          <a:xfrm>
            <a:off x="5413047" y="3118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536" name="Google Shape;3536;p136"/>
          <p:cNvCxnSpPr>
            <a:endCxn id="3531" idx="5"/>
          </p:cNvCxnSpPr>
          <p:nvPr/>
        </p:nvCxnSpPr>
        <p:spPr>
          <a:xfrm rot="-5400000">
            <a:off x="5620319" y="3099935"/>
            <a:ext cx="456900" cy="201900"/>
          </a:xfrm>
          <a:prstGeom prst="curvedConnector3">
            <a:avLst>
              <a:gd fmla="val 37033" name="adj1"/>
            </a:avLst>
          </a:prstGeom>
          <a:noFill/>
          <a:ln cap="flat" cmpd="sng" w="5800">
            <a:solidFill>
              <a:schemeClr val="dk2"/>
            </a:solidFill>
            <a:prstDash val="solid"/>
            <a:round/>
            <a:headEnd len="med" w="med" type="none"/>
            <a:tailEnd len="med" w="med" type="none"/>
          </a:ln>
        </p:spPr>
      </p:cxnSp>
      <p:cxnSp>
        <p:nvCxnSpPr>
          <p:cNvPr id="3537" name="Google Shape;3537;p136"/>
          <p:cNvCxnSpPr>
            <a:stCxn id="3531" idx="3"/>
          </p:cNvCxnSpPr>
          <p:nvPr/>
        </p:nvCxnSpPr>
        <p:spPr>
          <a:xfrm flipH="1" rot="-5400000">
            <a:off x="5113610" y="3186785"/>
            <a:ext cx="500400" cy="71700"/>
          </a:xfrm>
          <a:prstGeom prst="curvedConnector3">
            <a:avLst>
              <a:gd fmla="val 57182" name="adj1"/>
            </a:avLst>
          </a:prstGeom>
          <a:noFill/>
          <a:ln cap="flat" cmpd="sng" w="5800">
            <a:solidFill>
              <a:schemeClr val="dk2"/>
            </a:solidFill>
            <a:prstDash val="solid"/>
            <a:round/>
            <a:headEnd len="med" w="med" type="none"/>
            <a:tailEnd len="med" w="med" type="none"/>
          </a:ln>
        </p:spPr>
      </p:cxnSp>
      <p:cxnSp>
        <p:nvCxnSpPr>
          <p:cNvPr id="3538" name="Google Shape;3538;p136"/>
          <p:cNvCxnSpPr/>
          <p:nvPr/>
        </p:nvCxnSpPr>
        <p:spPr>
          <a:xfrm rot="10800000">
            <a:off x="5695625" y="40453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539" name="Google Shape;3539;p136"/>
          <p:cNvCxnSpPr/>
          <p:nvPr/>
        </p:nvCxnSpPr>
        <p:spPr>
          <a:xfrm flipH="1" rot="10800000">
            <a:off x="5241075" y="404532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540" name="Google Shape;3540;p136"/>
          <p:cNvPicPr preferRelativeResize="0"/>
          <p:nvPr/>
        </p:nvPicPr>
        <p:blipFill rotWithShape="1">
          <a:blip r:embed="rId7">
            <a:alphaModFix/>
          </a:blip>
          <a:srcRect b="28376" l="12375" r="10949" t="24332"/>
          <a:stretch/>
        </p:blipFill>
        <p:spPr>
          <a:xfrm>
            <a:off x="5016900" y="1979726"/>
            <a:ext cx="1091487" cy="398710"/>
          </a:xfrm>
          <a:prstGeom prst="rect">
            <a:avLst/>
          </a:prstGeom>
          <a:noFill/>
          <a:ln>
            <a:noFill/>
          </a:ln>
        </p:spPr>
      </p:pic>
      <p:pic>
        <p:nvPicPr>
          <p:cNvPr descr="Laptop (Provided by Getty Images)" id="3541" name="Google Shape;3541;p136"/>
          <p:cNvPicPr preferRelativeResize="0"/>
          <p:nvPr/>
        </p:nvPicPr>
        <p:blipFill rotWithShape="1">
          <a:blip r:embed="rId8">
            <a:alphaModFix/>
          </a:blip>
          <a:srcRect b="3573" l="3680" r="3865" t="3144"/>
          <a:stretch/>
        </p:blipFill>
        <p:spPr>
          <a:xfrm rot="3757856">
            <a:off x="6618538" y="3126923"/>
            <a:ext cx="1091475" cy="1343253"/>
          </a:xfrm>
          <a:prstGeom prst="rect">
            <a:avLst/>
          </a:prstGeom>
          <a:noFill/>
          <a:ln>
            <a:noFill/>
          </a:ln>
        </p:spPr>
      </p:pic>
      <p:pic>
        <p:nvPicPr>
          <p:cNvPr descr="Abstract Modern tech of Programming code screen developer. (Provided by Getty Images)" id="3542" name="Google Shape;3542;p136"/>
          <p:cNvPicPr preferRelativeResize="0"/>
          <p:nvPr/>
        </p:nvPicPr>
        <p:blipFill>
          <a:blip r:embed="rId9">
            <a:alphaModFix/>
          </a:blip>
          <a:stretch>
            <a:fillRect/>
          </a:stretch>
        </p:blipFill>
        <p:spPr>
          <a:xfrm rot="3914873">
            <a:off x="7047799" y="3383762"/>
            <a:ext cx="757349" cy="575576"/>
          </a:xfrm>
          <a:prstGeom prst="rect">
            <a:avLst/>
          </a:prstGeom>
          <a:noFill/>
          <a:ln>
            <a:noFill/>
          </a:ln>
        </p:spPr>
      </p:pic>
      <p:sp>
        <p:nvSpPr>
          <p:cNvPr id="3543" name="Google Shape;3543;p136"/>
          <p:cNvSpPr/>
          <p:nvPr/>
        </p:nvSpPr>
        <p:spPr>
          <a:xfrm>
            <a:off x="1796050" y="1317975"/>
            <a:ext cx="195900" cy="19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7" name="Shape 3547"/>
        <p:cNvGrpSpPr/>
        <p:nvPr/>
      </p:nvGrpSpPr>
      <p:grpSpPr>
        <a:xfrm>
          <a:off x="0" y="0"/>
          <a:ext cx="0" cy="0"/>
          <a:chOff x="0" y="0"/>
          <a:chExt cx="0" cy="0"/>
        </a:xfrm>
      </p:grpSpPr>
      <p:sp>
        <p:nvSpPr>
          <p:cNvPr id="3548" name="Google Shape;3548;p1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549" name="Google Shape;3549;p137"/>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550" name="Google Shape;3550;p13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551" name="Google Shape;3551;p13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552" name="Google Shape;3552;p13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553" name="Google Shape;3553;p13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554" name="Google Shape;3554;p137"/>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555" name="Google Shape;3555;p137"/>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556" name="Google Shape;3556;p137"/>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557" name="Google Shape;3557;p137"/>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558" name="Google Shape;3558;p137"/>
          <p:cNvCxnSpPr/>
          <p:nvPr/>
        </p:nvCxnSpPr>
        <p:spPr>
          <a:xfrm rot="10800000">
            <a:off x="1623403" y="20445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3559" name="Google Shape;3559;p137"/>
          <p:cNvCxnSpPr/>
          <p:nvPr/>
        </p:nvCxnSpPr>
        <p:spPr>
          <a:xfrm rot="10800000">
            <a:off x="2137078" y="16739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3560" name="Google Shape;3560;p137"/>
          <p:cNvCxnSpPr/>
          <p:nvPr/>
        </p:nvCxnSpPr>
        <p:spPr>
          <a:xfrm flipH="1" rot="10800000">
            <a:off x="1632853" y="1721275"/>
            <a:ext cx="504000" cy="351900"/>
          </a:xfrm>
          <a:prstGeom prst="straightConnector1">
            <a:avLst/>
          </a:prstGeom>
          <a:noFill/>
          <a:ln cap="flat" cmpd="sng" w="76200">
            <a:solidFill>
              <a:srgbClr val="00FF00"/>
            </a:solidFill>
            <a:prstDash val="solid"/>
            <a:round/>
            <a:headEnd len="med" w="med" type="none"/>
            <a:tailEnd len="med" w="med" type="none"/>
          </a:ln>
        </p:spPr>
      </p:cxnSp>
      <p:cxnSp>
        <p:nvCxnSpPr>
          <p:cNvPr id="3561" name="Google Shape;3561;p137"/>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562" name="Google Shape;3562;p137"/>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563" name="Google Shape;3563;p137"/>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564" name="Google Shape;3564;p13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565" name="Google Shape;3565;p137"/>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566" name="Google Shape;3566;p13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567" name="Google Shape;3567;p137"/>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568" name="Google Shape;3568;p137"/>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569" name="Google Shape;3569;p137"/>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3570" name="Google Shape;3570;p137"/>
          <p:cNvSpPr/>
          <p:nvPr/>
        </p:nvSpPr>
        <p:spPr>
          <a:xfrm>
            <a:off x="5199189" y="22818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571" name="Google Shape;3571;p137"/>
          <p:cNvCxnSpPr/>
          <p:nvPr/>
        </p:nvCxnSpPr>
        <p:spPr>
          <a:xfrm>
            <a:off x="5429091" y="27788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572" name="Google Shape;3572;p137"/>
          <p:cNvSpPr/>
          <p:nvPr/>
        </p:nvSpPr>
        <p:spPr>
          <a:xfrm>
            <a:off x="5353370" y="248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573" name="Google Shape;3573;p137"/>
          <p:cNvSpPr/>
          <p:nvPr/>
        </p:nvSpPr>
        <p:spPr>
          <a:xfrm>
            <a:off x="5582138" y="25295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574" name="Google Shape;3574;p137"/>
          <p:cNvSpPr/>
          <p:nvPr/>
        </p:nvSpPr>
        <p:spPr>
          <a:xfrm>
            <a:off x="5413047" y="31184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575" name="Google Shape;3575;p137"/>
          <p:cNvCxnSpPr>
            <a:endCxn id="3570" idx="5"/>
          </p:cNvCxnSpPr>
          <p:nvPr/>
        </p:nvCxnSpPr>
        <p:spPr>
          <a:xfrm rot="-5400000">
            <a:off x="5620319" y="3099935"/>
            <a:ext cx="456900" cy="201900"/>
          </a:xfrm>
          <a:prstGeom prst="curvedConnector3">
            <a:avLst>
              <a:gd fmla="val 37033" name="adj1"/>
            </a:avLst>
          </a:prstGeom>
          <a:noFill/>
          <a:ln cap="flat" cmpd="sng" w="5800">
            <a:solidFill>
              <a:schemeClr val="dk2"/>
            </a:solidFill>
            <a:prstDash val="solid"/>
            <a:round/>
            <a:headEnd len="med" w="med" type="none"/>
            <a:tailEnd len="med" w="med" type="none"/>
          </a:ln>
        </p:spPr>
      </p:cxnSp>
      <p:cxnSp>
        <p:nvCxnSpPr>
          <p:cNvPr id="3576" name="Google Shape;3576;p137"/>
          <p:cNvCxnSpPr>
            <a:stCxn id="3570" idx="3"/>
          </p:cNvCxnSpPr>
          <p:nvPr/>
        </p:nvCxnSpPr>
        <p:spPr>
          <a:xfrm flipH="1" rot="-5400000">
            <a:off x="5113610" y="3186785"/>
            <a:ext cx="500400" cy="71700"/>
          </a:xfrm>
          <a:prstGeom prst="curvedConnector3">
            <a:avLst>
              <a:gd fmla="val 57182" name="adj1"/>
            </a:avLst>
          </a:prstGeom>
          <a:noFill/>
          <a:ln cap="flat" cmpd="sng" w="5800">
            <a:solidFill>
              <a:schemeClr val="dk2"/>
            </a:solidFill>
            <a:prstDash val="solid"/>
            <a:round/>
            <a:headEnd len="med" w="med" type="none"/>
            <a:tailEnd len="med" w="med" type="none"/>
          </a:ln>
        </p:spPr>
      </p:cxnSp>
      <p:cxnSp>
        <p:nvCxnSpPr>
          <p:cNvPr id="3577" name="Google Shape;3577;p137"/>
          <p:cNvCxnSpPr/>
          <p:nvPr/>
        </p:nvCxnSpPr>
        <p:spPr>
          <a:xfrm rot="10800000">
            <a:off x="5695625" y="4045325"/>
            <a:ext cx="195300" cy="477300"/>
          </a:xfrm>
          <a:prstGeom prst="straightConnector1">
            <a:avLst/>
          </a:prstGeom>
          <a:noFill/>
          <a:ln cap="flat" cmpd="sng" w="5800">
            <a:solidFill>
              <a:schemeClr val="dk2"/>
            </a:solidFill>
            <a:prstDash val="solid"/>
            <a:round/>
            <a:headEnd len="med" w="med" type="none"/>
            <a:tailEnd len="med" w="med" type="none"/>
          </a:ln>
        </p:spPr>
      </p:cxnSp>
      <p:cxnSp>
        <p:nvCxnSpPr>
          <p:cNvPr id="3578" name="Google Shape;3578;p137"/>
          <p:cNvCxnSpPr/>
          <p:nvPr/>
        </p:nvCxnSpPr>
        <p:spPr>
          <a:xfrm flipH="1" rot="10800000">
            <a:off x="5241075" y="4045325"/>
            <a:ext cx="278100" cy="397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579" name="Google Shape;3579;p137"/>
          <p:cNvPicPr preferRelativeResize="0"/>
          <p:nvPr/>
        </p:nvPicPr>
        <p:blipFill rotWithShape="1">
          <a:blip r:embed="rId7">
            <a:alphaModFix/>
          </a:blip>
          <a:srcRect b="28376" l="12375" r="10949" t="24332"/>
          <a:stretch/>
        </p:blipFill>
        <p:spPr>
          <a:xfrm>
            <a:off x="5016900" y="1979726"/>
            <a:ext cx="1091487" cy="398710"/>
          </a:xfrm>
          <a:prstGeom prst="rect">
            <a:avLst/>
          </a:prstGeom>
          <a:noFill/>
          <a:ln>
            <a:noFill/>
          </a:ln>
        </p:spPr>
      </p:pic>
      <p:pic>
        <p:nvPicPr>
          <p:cNvPr descr="Laptop (Provided by Getty Images)" id="3580" name="Google Shape;3580;p137"/>
          <p:cNvPicPr preferRelativeResize="0"/>
          <p:nvPr/>
        </p:nvPicPr>
        <p:blipFill rotWithShape="1">
          <a:blip r:embed="rId8">
            <a:alphaModFix/>
          </a:blip>
          <a:srcRect b="3573" l="3680" r="3865" t="3144"/>
          <a:stretch/>
        </p:blipFill>
        <p:spPr>
          <a:xfrm rot="3757856">
            <a:off x="6618538" y="3126923"/>
            <a:ext cx="1091475" cy="1343253"/>
          </a:xfrm>
          <a:prstGeom prst="rect">
            <a:avLst/>
          </a:prstGeom>
          <a:noFill/>
          <a:ln>
            <a:noFill/>
          </a:ln>
        </p:spPr>
      </p:pic>
      <p:pic>
        <p:nvPicPr>
          <p:cNvPr descr="Abstract Modern tech of Programming code screen developer. (Provided by Getty Images)" id="3581" name="Google Shape;3581;p137"/>
          <p:cNvPicPr preferRelativeResize="0"/>
          <p:nvPr/>
        </p:nvPicPr>
        <p:blipFill>
          <a:blip r:embed="rId9">
            <a:alphaModFix/>
          </a:blip>
          <a:stretch>
            <a:fillRect/>
          </a:stretch>
        </p:blipFill>
        <p:spPr>
          <a:xfrm rot="3914873">
            <a:off x="7047799" y="3383762"/>
            <a:ext cx="757349" cy="575576"/>
          </a:xfrm>
          <a:prstGeom prst="rect">
            <a:avLst/>
          </a:prstGeom>
          <a:noFill/>
          <a:ln>
            <a:noFill/>
          </a:ln>
        </p:spPr>
      </p:pic>
      <p:sp>
        <p:nvSpPr>
          <p:cNvPr id="3582" name="Google Shape;3582;p137"/>
          <p:cNvSpPr/>
          <p:nvPr/>
        </p:nvSpPr>
        <p:spPr>
          <a:xfrm>
            <a:off x="1796050" y="1317975"/>
            <a:ext cx="195900" cy="1959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3" name="Google Shape;3583;p137">
            <a:hlinkClick action="ppaction://hlinksldjump" r:id="rId10"/>
          </p:cNvPr>
          <p:cNvSpPr/>
          <p:nvPr/>
        </p:nvSpPr>
        <p:spPr>
          <a:xfrm>
            <a:off x="1407000" y="1575150"/>
            <a:ext cx="879300" cy="3139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87" name="Shape 3587"/>
        <p:cNvGrpSpPr/>
        <p:nvPr/>
      </p:nvGrpSpPr>
      <p:grpSpPr>
        <a:xfrm>
          <a:off x="0" y="0"/>
          <a:ext cx="0" cy="0"/>
          <a:chOff x="0" y="0"/>
          <a:chExt cx="0" cy="0"/>
        </a:xfrm>
      </p:grpSpPr>
      <p:sp>
        <p:nvSpPr>
          <p:cNvPr id="3588" name="Google Shape;3588;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89" name="Google Shape;3589;p138">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590" name="Google Shape;3590;p13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591" name="Google Shape;3591;p13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592" name="Google Shape;3592;p13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593" name="Google Shape;3593;p138"/>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97" name="Shape 3597"/>
        <p:cNvGrpSpPr/>
        <p:nvPr/>
      </p:nvGrpSpPr>
      <p:grpSpPr>
        <a:xfrm>
          <a:off x="0" y="0"/>
          <a:ext cx="0" cy="0"/>
          <a:chOff x="0" y="0"/>
          <a:chExt cx="0" cy="0"/>
        </a:xfrm>
      </p:grpSpPr>
      <p:sp>
        <p:nvSpPr>
          <p:cNvPr id="3598" name="Google Shape;3598;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99" name="Google Shape;3599;p139">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600" name="Google Shape;3600;p139"/>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601" name="Google Shape;3601;p139"/>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602" name="Google Shape;3602;p139"/>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603" name="Google Shape;3603;p139"/>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7" name="Shape 3607"/>
        <p:cNvGrpSpPr/>
        <p:nvPr/>
      </p:nvGrpSpPr>
      <p:grpSpPr>
        <a:xfrm>
          <a:off x="0" y="0"/>
          <a:ext cx="0" cy="0"/>
          <a:chOff x="0" y="0"/>
          <a:chExt cx="0" cy="0"/>
        </a:xfrm>
      </p:grpSpPr>
      <p:pic>
        <p:nvPicPr>
          <p:cNvPr id="3608" name="Google Shape;3608;p140"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609" name="Google Shape;3609;p140"/>
          <p:cNvPicPr preferRelativeResize="0"/>
          <p:nvPr/>
        </p:nvPicPr>
        <p:blipFill rotWithShape="1">
          <a:blip r:embed="rId4">
            <a:alphaModFix/>
          </a:blip>
          <a:srcRect b="18863" l="0" r="0" t="18863"/>
          <a:stretch/>
        </p:blipFill>
        <p:spPr>
          <a:xfrm>
            <a:off x="717225" y="418474"/>
            <a:ext cx="7644000" cy="3170400"/>
          </a:xfrm>
          <a:prstGeom prst="roundRect">
            <a:avLst>
              <a:gd fmla="val 3473"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3" name="Shape 3613"/>
        <p:cNvGrpSpPr/>
        <p:nvPr/>
      </p:nvGrpSpPr>
      <p:grpSpPr>
        <a:xfrm>
          <a:off x="0" y="0"/>
          <a:ext cx="0" cy="0"/>
          <a:chOff x="0" y="0"/>
          <a:chExt cx="0" cy="0"/>
        </a:xfrm>
      </p:grpSpPr>
      <p:pic>
        <p:nvPicPr>
          <p:cNvPr id="3614" name="Google Shape;3614;p141" title="images.png"/>
          <p:cNvPicPr preferRelativeResize="0"/>
          <p:nvPr/>
        </p:nvPicPr>
        <p:blipFill rotWithShape="1">
          <a:blip r:embed="rId3">
            <a:alphaModFix/>
          </a:blip>
          <a:srcRect b="16294" l="16646" r="15740" t="5219"/>
          <a:stretch/>
        </p:blipFill>
        <p:spPr>
          <a:xfrm>
            <a:off x="68750" y="-49500"/>
            <a:ext cx="9144001" cy="5193000"/>
          </a:xfrm>
          <a:prstGeom prst="rect">
            <a:avLst/>
          </a:prstGeom>
          <a:noFill/>
          <a:ln>
            <a:noFill/>
          </a:ln>
        </p:spPr>
      </p:pic>
      <p:pic>
        <p:nvPicPr>
          <p:cNvPr id="3615" name="Google Shape;3615;p141" title="images.png"/>
          <p:cNvPicPr preferRelativeResize="0"/>
          <p:nvPr/>
        </p:nvPicPr>
        <p:blipFill rotWithShape="1">
          <a:blip r:embed="rId4">
            <a:alphaModFix/>
          </a:blip>
          <a:srcRect b="48051" l="0" r="0" t="3656"/>
          <a:stretch/>
        </p:blipFill>
        <p:spPr>
          <a:xfrm>
            <a:off x="717225" y="418474"/>
            <a:ext cx="7644000" cy="3170400"/>
          </a:xfrm>
          <a:prstGeom prst="roundRect">
            <a:avLst>
              <a:gd fmla="val 3473" name="adj"/>
            </a:avLst>
          </a:prstGeom>
          <a:noFill/>
          <a:ln>
            <a:noFill/>
          </a:ln>
          <a:effectLst>
            <a:outerShdw blurRad="57150" rotWithShape="0" algn="bl" dir="5400000" dist="19050">
              <a:srgbClr val="000000">
                <a:alpha val="50000"/>
              </a:srgbClr>
            </a:outerShdw>
          </a:effectLst>
        </p:spPr>
      </p:pic>
      <p:sp>
        <p:nvSpPr>
          <p:cNvPr id="3616" name="Google Shape;3616;p141"/>
          <p:cNvSpPr txBox="1"/>
          <p:nvPr/>
        </p:nvSpPr>
        <p:spPr>
          <a:xfrm>
            <a:off x="3465148" y="418467"/>
            <a:ext cx="54795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5000">
                <a:solidFill>
                  <a:schemeClr val="dk1"/>
                </a:solidFill>
              </a:rPr>
              <a:t>THE JAIL</a:t>
            </a:r>
            <a:endParaRPr b="1" sz="5000">
              <a:solidFill>
                <a:schemeClr val="dk1"/>
              </a:solidFill>
            </a:endParaRPr>
          </a:p>
        </p:txBody>
      </p:sp>
      <p:sp>
        <p:nvSpPr>
          <p:cNvPr id="3617" name="Google Shape;3617;p141"/>
          <p:cNvSpPr/>
          <p:nvPr/>
        </p:nvSpPr>
        <p:spPr>
          <a:xfrm>
            <a:off x="1426402" y="164890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618" name="Google Shape;3618;p141"/>
          <p:cNvCxnSpPr/>
          <p:nvPr/>
        </p:nvCxnSpPr>
        <p:spPr>
          <a:xfrm>
            <a:off x="1646575" y="2243800"/>
            <a:ext cx="429000" cy="861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619" name="Google Shape;3619;p141"/>
          <p:cNvSpPr/>
          <p:nvPr/>
        </p:nvSpPr>
        <p:spPr>
          <a:xfrm>
            <a:off x="1656307" y="185377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620" name="Google Shape;3620;p141"/>
          <p:cNvSpPr/>
          <p:nvPr/>
        </p:nvSpPr>
        <p:spPr>
          <a:xfrm>
            <a:off x="1912063" y="191172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pic>
        <p:nvPicPr>
          <p:cNvPr descr="cowboy hat icon vector outline illustration (Provided by Getty Images)" id="3621" name="Google Shape;3621;p141"/>
          <p:cNvPicPr preferRelativeResize="0"/>
          <p:nvPr/>
        </p:nvPicPr>
        <p:blipFill rotWithShape="1">
          <a:blip r:embed="rId5">
            <a:alphaModFix/>
          </a:blip>
          <a:srcRect b="28376" l="12375" r="10949" t="24332"/>
          <a:stretch/>
        </p:blipFill>
        <p:spPr>
          <a:xfrm>
            <a:off x="1335300" y="1346791"/>
            <a:ext cx="1091487" cy="398710"/>
          </a:xfrm>
          <a:prstGeom prst="rect">
            <a:avLst/>
          </a:prstGeom>
          <a:noFill/>
          <a:ln>
            <a:noFill/>
          </a:ln>
        </p:spPr>
      </p:pic>
      <p:cxnSp>
        <p:nvCxnSpPr>
          <p:cNvPr id="3622" name="Google Shape;3622;p141"/>
          <p:cNvCxnSpPr/>
          <p:nvPr/>
        </p:nvCxnSpPr>
        <p:spPr>
          <a:xfrm rot="10800000">
            <a:off x="1671500" y="1717503"/>
            <a:ext cx="81600" cy="163200"/>
          </a:xfrm>
          <a:prstGeom prst="straightConnector1">
            <a:avLst/>
          </a:prstGeom>
          <a:noFill/>
          <a:ln cap="flat" cmpd="sng" w="9525">
            <a:solidFill>
              <a:schemeClr val="dk2"/>
            </a:solidFill>
            <a:prstDash val="solid"/>
            <a:round/>
            <a:headEnd len="med" w="med" type="none"/>
            <a:tailEnd len="med" w="med" type="none"/>
          </a:ln>
        </p:spPr>
      </p:cxnSp>
      <p:cxnSp>
        <p:nvCxnSpPr>
          <p:cNvPr id="3623" name="Google Shape;3623;p141"/>
          <p:cNvCxnSpPr/>
          <p:nvPr/>
        </p:nvCxnSpPr>
        <p:spPr>
          <a:xfrm flipH="1" rot="10800000">
            <a:off x="1928670" y="1798853"/>
            <a:ext cx="137700" cy="139800"/>
          </a:xfrm>
          <a:prstGeom prst="straightConnector1">
            <a:avLst/>
          </a:prstGeom>
          <a:noFill/>
          <a:ln cap="flat" cmpd="sng" w="9525">
            <a:solidFill>
              <a:schemeClr val="dk2"/>
            </a:solidFill>
            <a:prstDash val="solid"/>
            <a:round/>
            <a:headEnd len="med" w="med" type="none"/>
            <a:tailEnd len="med" w="med" type="none"/>
          </a:ln>
        </p:spPr>
      </p:cxnSp>
      <p:sp>
        <p:nvSpPr>
          <p:cNvPr id="3624" name="Google Shape;3624;p141"/>
          <p:cNvSpPr/>
          <p:nvPr/>
        </p:nvSpPr>
        <p:spPr>
          <a:xfrm>
            <a:off x="1508725" y="2419275"/>
            <a:ext cx="726900" cy="86100"/>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5" name="Google Shape;3625;p141"/>
          <p:cNvSpPr/>
          <p:nvPr/>
        </p:nvSpPr>
        <p:spPr>
          <a:xfrm>
            <a:off x="2874799" y="1596776"/>
            <a:ext cx="482400" cy="238200"/>
          </a:xfrm>
          <a:prstGeom prst="star5">
            <a:avLst>
              <a:gd fmla="val 19098" name="adj"/>
              <a:gd fmla="val 105146" name="hf"/>
              <a:gd fmla="val 110557" name="vf"/>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6" name="Google Shape;3626;p141"/>
          <p:cNvSpPr txBox="1"/>
          <p:nvPr/>
        </p:nvSpPr>
        <p:spPr>
          <a:xfrm>
            <a:off x="2924925" y="2056000"/>
            <a:ext cx="3609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he jail has terrible food, terrible </a:t>
            </a:r>
            <a:r>
              <a:rPr lang="en" sz="1800">
                <a:solidFill>
                  <a:schemeClr val="dk2"/>
                </a:solidFill>
              </a:rPr>
              <a:t>treatment</a:t>
            </a:r>
            <a:r>
              <a:rPr lang="en" sz="1800">
                <a:solidFill>
                  <a:schemeClr val="dk2"/>
                </a:solidFill>
              </a:rPr>
              <a:t> of prisoners, and terrikible rooms. shut it down!!</a:t>
            </a:r>
            <a:endParaRPr sz="1800">
              <a:solidFill>
                <a:schemeClr val="dk2"/>
              </a:solidFill>
            </a:endParaRPr>
          </a:p>
        </p:txBody>
      </p:sp>
      <p:sp>
        <p:nvSpPr>
          <p:cNvPr id="3627" name="Google Shape;3627;p141"/>
          <p:cNvSpPr/>
          <p:nvPr/>
        </p:nvSpPr>
        <p:spPr>
          <a:xfrm>
            <a:off x="4976925" y="3148075"/>
            <a:ext cx="2537100" cy="346500"/>
          </a:xfrm>
          <a:prstGeom prst="parallelogram">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8" name="Google Shape;3628;p141"/>
          <p:cNvSpPr txBox="1"/>
          <p:nvPr/>
        </p:nvSpPr>
        <p:spPr>
          <a:xfrm>
            <a:off x="5660993" y="3090475"/>
            <a:ext cx="382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SUBMIT</a:t>
            </a:r>
            <a:endParaRPr b="1" sz="1800">
              <a:solidFill>
                <a:schemeClr val="dk2"/>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2" name="Shape 3632"/>
        <p:cNvGrpSpPr/>
        <p:nvPr/>
      </p:nvGrpSpPr>
      <p:grpSpPr>
        <a:xfrm>
          <a:off x="0" y="0"/>
          <a:ext cx="0" cy="0"/>
          <a:chOff x="0" y="0"/>
          <a:chExt cx="0" cy="0"/>
        </a:xfrm>
      </p:grpSpPr>
      <p:sp>
        <p:nvSpPr>
          <p:cNvPr id="3633" name="Google Shape;3633;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634" name="Google Shape;3634;p142"/>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635" name="Google Shape;3635;p142"/>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636" name="Google Shape;3636;p142"/>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637" name="Google Shape;3637;p142"/>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638" name="Google Shape;3638;p142"/>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639" name="Google Shape;3639;p142"/>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640" name="Google Shape;3640;p142"/>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641" name="Google Shape;3641;p142"/>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642" name="Google Shape;3642;p142"/>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643" name="Google Shape;3643;p142"/>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644" name="Google Shape;3644;p142"/>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645" name="Google Shape;3645;p142"/>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646" name="Google Shape;3646;p142"/>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647" name="Google Shape;3647;p142"/>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648" name="Google Shape;3648;p142"/>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649" name="Google Shape;3649;p142"/>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650" name="Google Shape;3650;p142"/>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651" name="Google Shape;3651;p142"/>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652" name="Google Shape;3652;p142"/>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653" name="Google Shape;3653;p142"/>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654" name="Google Shape;3654;p142"/>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655" name="Google Shape;3655;p142"/>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656" name="Google Shape;3656;p142"/>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657" name="Google Shape;3657;p142"/>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658" name="Google Shape;3658;p142"/>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659" name="Google Shape;3659;p142"/>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660" name="Google Shape;3660;p142"/>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661" name="Google Shape;3661;p142"/>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662" name="Google Shape;3662;p142"/>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3663" name="Google Shape;3663;p142"/>
          <p:cNvSpPr/>
          <p:nvPr/>
        </p:nvSpPr>
        <p:spPr>
          <a:xfrm>
            <a:off x="5938039" y="28267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664" name="Google Shape;3664;p142"/>
          <p:cNvCxnSpPr/>
          <p:nvPr/>
        </p:nvCxnSpPr>
        <p:spPr>
          <a:xfrm>
            <a:off x="6167941" y="33237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665" name="Google Shape;3665;p142"/>
          <p:cNvSpPr/>
          <p:nvPr/>
        </p:nvSpPr>
        <p:spPr>
          <a:xfrm>
            <a:off x="6092220" y="30315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666" name="Google Shape;3666;p142"/>
          <p:cNvSpPr/>
          <p:nvPr/>
        </p:nvSpPr>
        <p:spPr>
          <a:xfrm>
            <a:off x="6320988" y="30744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667" name="Google Shape;3667;p142"/>
          <p:cNvSpPr/>
          <p:nvPr/>
        </p:nvSpPr>
        <p:spPr>
          <a:xfrm>
            <a:off x="6151897" y="36633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668" name="Google Shape;3668;p142"/>
          <p:cNvCxnSpPr/>
          <p:nvPr/>
        </p:nvCxnSpPr>
        <p:spPr>
          <a:xfrm>
            <a:off x="6486669" y="3974235"/>
            <a:ext cx="472500" cy="2901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669" name="Google Shape;3669;p142"/>
          <p:cNvCxnSpPr/>
          <p:nvPr/>
        </p:nvCxnSpPr>
        <p:spPr>
          <a:xfrm flipH="1" rot="10800000">
            <a:off x="5819700" y="4017775"/>
            <a:ext cx="318900" cy="2289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670" name="Google Shape;3670;p142"/>
          <p:cNvCxnSpPr/>
          <p:nvPr/>
        </p:nvCxnSpPr>
        <p:spPr>
          <a:xfrm flipH="1" rot="10800000">
            <a:off x="6122375" y="4459325"/>
            <a:ext cx="418800" cy="472800"/>
          </a:xfrm>
          <a:prstGeom prst="straightConnector1">
            <a:avLst/>
          </a:prstGeom>
          <a:noFill/>
          <a:ln cap="flat" cmpd="sng" w="5800">
            <a:solidFill>
              <a:schemeClr val="dk2"/>
            </a:solidFill>
            <a:prstDash val="solid"/>
            <a:round/>
            <a:headEnd len="med" w="med" type="none"/>
            <a:tailEnd len="med" w="med" type="none"/>
          </a:ln>
        </p:spPr>
      </p:cxnSp>
      <p:cxnSp>
        <p:nvCxnSpPr>
          <p:cNvPr id="3671" name="Google Shape;3671;p142"/>
          <p:cNvCxnSpPr/>
          <p:nvPr/>
        </p:nvCxnSpPr>
        <p:spPr>
          <a:xfrm flipH="1" rot="10800000">
            <a:off x="5814125" y="4451575"/>
            <a:ext cx="397200" cy="265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672" name="Google Shape;3672;p142"/>
          <p:cNvPicPr preferRelativeResize="0"/>
          <p:nvPr/>
        </p:nvPicPr>
        <p:blipFill rotWithShape="1">
          <a:blip r:embed="rId7">
            <a:alphaModFix/>
          </a:blip>
          <a:srcRect b="28376" l="12375" r="10949" t="24332"/>
          <a:stretch/>
        </p:blipFill>
        <p:spPr>
          <a:xfrm>
            <a:off x="5755750" y="2524626"/>
            <a:ext cx="1091487" cy="398710"/>
          </a:xfrm>
          <a:prstGeom prst="rect">
            <a:avLst/>
          </a:prstGeom>
          <a:noFill/>
          <a:ln>
            <a:noFill/>
          </a:ln>
        </p:spPr>
      </p:pic>
      <p:pic>
        <p:nvPicPr>
          <p:cNvPr descr="Laptop (Provided by Getty Images)" id="3673" name="Google Shape;3673;p142"/>
          <p:cNvPicPr preferRelativeResize="0"/>
          <p:nvPr/>
        </p:nvPicPr>
        <p:blipFill rotWithShape="1">
          <a:blip r:embed="rId8">
            <a:alphaModFix/>
          </a:blip>
          <a:srcRect b="3573" l="3680" r="3865" t="3144"/>
          <a:stretch/>
        </p:blipFill>
        <p:spPr>
          <a:xfrm rot="-1115121">
            <a:off x="5277068" y="3809642"/>
            <a:ext cx="787816" cy="969548"/>
          </a:xfrm>
          <a:prstGeom prst="rect">
            <a:avLst/>
          </a:prstGeom>
          <a:noFill/>
          <a:ln>
            <a:noFill/>
          </a:ln>
        </p:spPr>
      </p:pic>
      <p:cxnSp>
        <p:nvCxnSpPr>
          <p:cNvPr id="3674" name="Google Shape;3674;p142"/>
          <p:cNvCxnSpPr/>
          <p:nvPr/>
        </p:nvCxnSpPr>
        <p:spPr>
          <a:xfrm flipH="1" rot="10800000">
            <a:off x="6337595" y="2920226"/>
            <a:ext cx="229800" cy="181200"/>
          </a:xfrm>
          <a:prstGeom prst="straightConnector1">
            <a:avLst/>
          </a:prstGeom>
          <a:noFill/>
          <a:ln cap="flat" cmpd="sng" w="9525">
            <a:solidFill>
              <a:schemeClr val="dk2"/>
            </a:solidFill>
            <a:prstDash val="solid"/>
            <a:round/>
            <a:headEnd len="med" w="med" type="none"/>
            <a:tailEnd len="med" w="med" type="none"/>
          </a:ln>
        </p:spPr>
      </p:cxnSp>
      <p:cxnSp>
        <p:nvCxnSpPr>
          <p:cNvPr id="3675" name="Google Shape;3675;p142"/>
          <p:cNvCxnSpPr/>
          <p:nvPr/>
        </p:nvCxnSpPr>
        <p:spPr>
          <a:xfrm>
            <a:off x="5981587" y="2857894"/>
            <a:ext cx="293700" cy="240300"/>
          </a:xfrm>
          <a:prstGeom prst="straightConnector1">
            <a:avLst/>
          </a:prstGeom>
          <a:noFill/>
          <a:ln cap="flat" cmpd="sng" w="9525">
            <a:solidFill>
              <a:schemeClr val="dk2"/>
            </a:solidFill>
            <a:prstDash val="solid"/>
            <a:round/>
            <a:headEnd len="med" w="med" type="none"/>
            <a:tailEnd len="med" w="med" type="none"/>
          </a:ln>
        </p:spPr>
      </p:cxnSp>
      <p:pic>
        <p:nvPicPr>
          <p:cNvPr id="3676" name="Google Shape;3676;p142"/>
          <p:cNvPicPr preferRelativeResize="0"/>
          <p:nvPr/>
        </p:nvPicPr>
        <p:blipFill rotWithShape="1">
          <a:blip r:embed="rId9">
            <a:alphaModFix/>
          </a:blip>
          <a:srcRect b="18863" l="14824" r="11862" t="18863"/>
          <a:stretch/>
        </p:blipFill>
        <p:spPr>
          <a:xfrm rot="-918901">
            <a:off x="5268302" y="3898441"/>
            <a:ext cx="629246" cy="393071"/>
          </a:xfrm>
          <a:prstGeom prst="roundRect">
            <a:avLst>
              <a:gd fmla="val 3473" name="adj"/>
            </a:avLst>
          </a:prstGeom>
          <a:noFill/>
          <a:ln>
            <a:noFill/>
          </a:ln>
          <a:effectLst>
            <a:outerShdw blurRad="57150" rotWithShape="0" algn="bl" dir="5400000" dist="19050">
              <a:srgbClr val="000000">
                <a:alpha val="50000"/>
              </a:srgbClr>
            </a:outerShdw>
          </a:effectLst>
        </p:spPr>
      </p:pic>
      <p:pic>
        <p:nvPicPr>
          <p:cNvPr descr="five stars are lined up in a row with one being yellow (Provided by Tenor)" id="3677" name="Google Shape;3677;p142"/>
          <p:cNvPicPr preferRelativeResize="0"/>
          <p:nvPr/>
        </p:nvPicPr>
        <p:blipFill rotWithShape="1">
          <a:blip r:embed="rId10">
            <a:alphaModFix/>
          </a:blip>
          <a:srcRect b="49443" l="0" r="0" t="33500"/>
          <a:stretch/>
        </p:blipFill>
        <p:spPr>
          <a:xfrm>
            <a:off x="2388950" y="0"/>
            <a:ext cx="4743450" cy="809101"/>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1" name="Shape 3681"/>
        <p:cNvGrpSpPr/>
        <p:nvPr/>
      </p:nvGrpSpPr>
      <p:grpSpPr>
        <a:xfrm>
          <a:off x="0" y="0"/>
          <a:ext cx="0" cy="0"/>
          <a:chOff x="0" y="0"/>
          <a:chExt cx="0" cy="0"/>
        </a:xfrm>
      </p:grpSpPr>
      <p:sp>
        <p:nvSpPr>
          <p:cNvPr id="3682" name="Google Shape;3682;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683" name="Google Shape;3683;p143"/>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684" name="Google Shape;3684;p143"/>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685" name="Google Shape;3685;p143"/>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686" name="Google Shape;3686;p143"/>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687" name="Google Shape;3687;p143"/>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688" name="Google Shape;3688;p143"/>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689" name="Google Shape;3689;p143"/>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690" name="Google Shape;3690;p143"/>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691" name="Google Shape;3691;p143"/>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692" name="Google Shape;3692;p143"/>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693" name="Google Shape;3693;p143"/>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694" name="Google Shape;3694;p143"/>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695" name="Google Shape;3695;p143"/>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696" name="Google Shape;3696;p143"/>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697" name="Google Shape;3697;p143"/>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698" name="Google Shape;3698;p143"/>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699" name="Google Shape;3699;p143"/>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700" name="Google Shape;3700;p143"/>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701" name="Google Shape;3701;p143"/>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702" name="Google Shape;3702;p143"/>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703" name="Google Shape;3703;p143"/>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704" name="Google Shape;3704;p143"/>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705" name="Google Shape;3705;p143"/>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706" name="Google Shape;3706;p143"/>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707" name="Google Shape;3707;p143"/>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708" name="Google Shape;3708;p143"/>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709" name="Google Shape;3709;p143"/>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710" name="Google Shape;3710;p143"/>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711" name="Google Shape;3711;p143"/>
          <p:cNvPicPr preferRelativeResize="0"/>
          <p:nvPr/>
        </p:nvPicPr>
        <p:blipFill>
          <a:blip r:embed="rId6">
            <a:alphaModFix/>
          </a:blip>
          <a:stretch>
            <a:fillRect/>
          </a:stretch>
        </p:blipFill>
        <p:spPr>
          <a:xfrm rot="10226977">
            <a:off x="2440126" y="4496557"/>
            <a:ext cx="912600" cy="569462"/>
          </a:xfrm>
          <a:prstGeom prst="rect">
            <a:avLst/>
          </a:prstGeom>
          <a:noFill/>
          <a:ln>
            <a:noFill/>
          </a:ln>
        </p:spPr>
      </p:pic>
      <p:sp>
        <p:nvSpPr>
          <p:cNvPr id="3712" name="Google Shape;3712;p143"/>
          <p:cNvSpPr/>
          <p:nvPr/>
        </p:nvSpPr>
        <p:spPr>
          <a:xfrm>
            <a:off x="5938039" y="28267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713" name="Google Shape;3713;p143"/>
          <p:cNvCxnSpPr/>
          <p:nvPr/>
        </p:nvCxnSpPr>
        <p:spPr>
          <a:xfrm>
            <a:off x="6167941" y="33237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714" name="Google Shape;3714;p143"/>
          <p:cNvSpPr/>
          <p:nvPr/>
        </p:nvSpPr>
        <p:spPr>
          <a:xfrm>
            <a:off x="6092220" y="30315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715" name="Google Shape;3715;p143"/>
          <p:cNvSpPr/>
          <p:nvPr/>
        </p:nvSpPr>
        <p:spPr>
          <a:xfrm>
            <a:off x="6320988" y="30744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716" name="Google Shape;3716;p143"/>
          <p:cNvSpPr/>
          <p:nvPr/>
        </p:nvSpPr>
        <p:spPr>
          <a:xfrm>
            <a:off x="6151897" y="36633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717" name="Google Shape;3717;p143"/>
          <p:cNvCxnSpPr/>
          <p:nvPr/>
        </p:nvCxnSpPr>
        <p:spPr>
          <a:xfrm>
            <a:off x="6486669" y="3974235"/>
            <a:ext cx="472500" cy="2901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718" name="Google Shape;3718;p143"/>
          <p:cNvCxnSpPr/>
          <p:nvPr/>
        </p:nvCxnSpPr>
        <p:spPr>
          <a:xfrm flipH="1" rot="10800000">
            <a:off x="5819700" y="4017775"/>
            <a:ext cx="318900" cy="2289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719" name="Google Shape;3719;p143"/>
          <p:cNvCxnSpPr/>
          <p:nvPr/>
        </p:nvCxnSpPr>
        <p:spPr>
          <a:xfrm flipH="1" rot="10800000">
            <a:off x="6122375" y="4459325"/>
            <a:ext cx="418800" cy="472800"/>
          </a:xfrm>
          <a:prstGeom prst="straightConnector1">
            <a:avLst/>
          </a:prstGeom>
          <a:noFill/>
          <a:ln cap="flat" cmpd="sng" w="5800">
            <a:solidFill>
              <a:schemeClr val="dk2"/>
            </a:solidFill>
            <a:prstDash val="solid"/>
            <a:round/>
            <a:headEnd len="med" w="med" type="none"/>
            <a:tailEnd len="med" w="med" type="none"/>
          </a:ln>
        </p:spPr>
      </p:cxnSp>
      <p:cxnSp>
        <p:nvCxnSpPr>
          <p:cNvPr id="3720" name="Google Shape;3720;p143"/>
          <p:cNvCxnSpPr/>
          <p:nvPr/>
        </p:nvCxnSpPr>
        <p:spPr>
          <a:xfrm flipH="1" rot="10800000">
            <a:off x="5814125" y="4451575"/>
            <a:ext cx="397200" cy="265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721" name="Google Shape;3721;p143"/>
          <p:cNvPicPr preferRelativeResize="0"/>
          <p:nvPr/>
        </p:nvPicPr>
        <p:blipFill rotWithShape="1">
          <a:blip r:embed="rId7">
            <a:alphaModFix/>
          </a:blip>
          <a:srcRect b="28376" l="12375" r="10949" t="24332"/>
          <a:stretch/>
        </p:blipFill>
        <p:spPr>
          <a:xfrm>
            <a:off x="5755750" y="2524626"/>
            <a:ext cx="1091487" cy="398710"/>
          </a:xfrm>
          <a:prstGeom prst="rect">
            <a:avLst/>
          </a:prstGeom>
          <a:noFill/>
          <a:ln>
            <a:noFill/>
          </a:ln>
        </p:spPr>
      </p:pic>
      <p:pic>
        <p:nvPicPr>
          <p:cNvPr descr="five stars are lined up in a row with one being yellow (Provided by Tenor)" id="3722" name="Google Shape;3722;p143"/>
          <p:cNvPicPr preferRelativeResize="0"/>
          <p:nvPr/>
        </p:nvPicPr>
        <p:blipFill rotWithShape="1">
          <a:blip r:embed="rId8">
            <a:alphaModFix/>
          </a:blip>
          <a:srcRect b="49443" l="0" r="0" t="33500"/>
          <a:stretch/>
        </p:blipFill>
        <p:spPr>
          <a:xfrm>
            <a:off x="2388950" y="0"/>
            <a:ext cx="4743450" cy="809101"/>
          </a:xfrm>
          <a:prstGeom prst="rect">
            <a:avLst/>
          </a:prstGeom>
          <a:noFill/>
          <a:ln>
            <a:noFill/>
          </a:ln>
        </p:spPr>
      </p:pic>
      <p:pic>
        <p:nvPicPr>
          <p:cNvPr descr="a black and white drawing of a light bulb hanging from a rope (Provided by Tenor)" id="3723" name="Google Shape;3723;p143"/>
          <p:cNvPicPr preferRelativeResize="0"/>
          <p:nvPr/>
        </p:nvPicPr>
        <p:blipFill rotWithShape="1">
          <a:blip r:embed="rId9">
            <a:alphaModFix/>
          </a:blip>
          <a:srcRect b="0" l="0" r="0" t="58071"/>
          <a:stretch/>
        </p:blipFill>
        <p:spPr>
          <a:xfrm>
            <a:off x="4221479" y="1726130"/>
            <a:ext cx="622675" cy="808721"/>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7" name="Shape 3727"/>
        <p:cNvGrpSpPr/>
        <p:nvPr/>
      </p:nvGrpSpPr>
      <p:grpSpPr>
        <a:xfrm>
          <a:off x="0" y="0"/>
          <a:ext cx="0" cy="0"/>
          <a:chOff x="0" y="0"/>
          <a:chExt cx="0" cy="0"/>
        </a:xfrm>
      </p:grpSpPr>
      <p:sp>
        <p:nvSpPr>
          <p:cNvPr id="3728" name="Google Shape;3728;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729" name="Google Shape;3729;p144"/>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730" name="Google Shape;3730;p144"/>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731" name="Google Shape;3731;p144"/>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732" name="Google Shape;3732;p144"/>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733" name="Google Shape;3733;p144"/>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734" name="Google Shape;3734;p144"/>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735" name="Google Shape;3735;p144"/>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736" name="Google Shape;3736;p144"/>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737" name="Google Shape;3737;p144"/>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738" name="Google Shape;3738;p144"/>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739" name="Google Shape;3739;p144"/>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740" name="Google Shape;3740;p144"/>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741" name="Google Shape;3741;p144"/>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742" name="Google Shape;3742;p144"/>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743" name="Google Shape;3743;p144"/>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744" name="Google Shape;3744;p144"/>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745" name="Google Shape;3745;p144"/>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746" name="Google Shape;3746;p144"/>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747" name="Google Shape;3747;p144"/>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748" name="Google Shape;3748;p144"/>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749" name="Google Shape;3749;p144"/>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750" name="Google Shape;3750;p144"/>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751" name="Google Shape;3751;p144"/>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752" name="Google Shape;3752;p144"/>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753" name="Google Shape;3753;p144"/>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754" name="Google Shape;3754;p144"/>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755" name="Google Shape;3755;p144"/>
          <p:cNvPicPr preferRelativeResize="0"/>
          <p:nvPr/>
        </p:nvPicPr>
        <p:blipFill>
          <a:blip r:embed="rId4">
            <a:alphaModFix/>
          </a:blip>
          <a:stretch>
            <a:fillRect/>
          </a:stretch>
        </p:blipFill>
        <p:spPr>
          <a:xfrm rot="4619360">
            <a:off x="7688126" y="3323402"/>
            <a:ext cx="383677" cy="1579163"/>
          </a:xfrm>
          <a:prstGeom prst="rect">
            <a:avLst/>
          </a:prstGeom>
          <a:noFill/>
          <a:ln>
            <a:noFill/>
          </a:ln>
        </p:spPr>
      </p:pic>
      <p:pic>
        <p:nvPicPr>
          <p:cNvPr descr="High angle view studio shot of rat (Provided by Getty Images)" id="3756" name="Google Shape;3756;p144"/>
          <p:cNvPicPr preferRelativeResize="0"/>
          <p:nvPr/>
        </p:nvPicPr>
        <p:blipFill rotWithShape="1">
          <a:blip r:embed="rId5">
            <a:alphaModFix/>
          </a:blip>
          <a:srcRect b="18265" l="56267" r="9373" t="3981"/>
          <a:stretch/>
        </p:blipFill>
        <p:spPr>
          <a:xfrm rot="-6044261">
            <a:off x="7529349" y="4385228"/>
            <a:ext cx="522902" cy="792120"/>
          </a:xfrm>
          <a:prstGeom prst="rect">
            <a:avLst/>
          </a:prstGeom>
          <a:noFill/>
          <a:ln>
            <a:noFill/>
          </a:ln>
        </p:spPr>
      </p:pic>
      <p:pic>
        <p:nvPicPr>
          <p:cNvPr descr="LiquidLibrary (Provided by Getty Images)" id="3757" name="Google Shape;3757;p144"/>
          <p:cNvPicPr preferRelativeResize="0"/>
          <p:nvPr/>
        </p:nvPicPr>
        <p:blipFill>
          <a:blip r:embed="rId6">
            <a:alphaModFix/>
          </a:blip>
          <a:stretch>
            <a:fillRect/>
          </a:stretch>
        </p:blipFill>
        <p:spPr>
          <a:xfrm rot="10226977">
            <a:off x="2440126" y="4496557"/>
            <a:ext cx="912600" cy="569462"/>
          </a:xfrm>
          <a:prstGeom prst="rect">
            <a:avLst/>
          </a:prstGeom>
          <a:noFill/>
          <a:ln>
            <a:noFill/>
          </a:ln>
        </p:spPr>
      </p:pic>
      <p:sp>
        <p:nvSpPr>
          <p:cNvPr id="3758" name="Google Shape;3758;p144"/>
          <p:cNvSpPr/>
          <p:nvPr/>
        </p:nvSpPr>
        <p:spPr>
          <a:xfrm>
            <a:off x="5938039" y="2826725"/>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759" name="Google Shape;3759;p144"/>
          <p:cNvCxnSpPr/>
          <p:nvPr/>
        </p:nvCxnSpPr>
        <p:spPr>
          <a:xfrm>
            <a:off x="6167941" y="3323736"/>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760" name="Google Shape;3760;p144"/>
          <p:cNvSpPr/>
          <p:nvPr/>
        </p:nvSpPr>
        <p:spPr>
          <a:xfrm>
            <a:off x="6092220" y="30315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761" name="Google Shape;3761;p144"/>
          <p:cNvSpPr/>
          <p:nvPr/>
        </p:nvSpPr>
        <p:spPr>
          <a:xfrm>
            <a:off x="6320988" y="30744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762" name="Google Shape;3762;p144"/>
          <p:cNvSpPr/>
          <p:nvPr/>
        </p:nvSpPr>
        <p:spPr>
          <a:xfrm>
            <a:off x="6151897" y="366331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763" name="Google Shape;3763;p144"/>
          <p:cNvCxnSpPr/>
          <p:nvPr/>
        </p:nvCxnSpPr>
        <p:spPr>
          <a:xfrm>
            <a:off x="6486669" y="3974235"/>
            <a:ext cx="472500" cy="2901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764" name="Google Shape;3764;p144"/>
          <p:cNvCxnSpPr/>
          <p:nvPr/>
        </p:nvCxnSpPr>
        <p:spPr>
          <a:xfrm flipH="1" rot="10800000">
            <a:off x="5819700" y="4017775"/>
            <a:ext cx="318900" cy="2289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765" name="Google Shape;3765;p144"/>
          <p:cNvCxnSpPr/>
          <p:nvPr/>
        </p:nvCxnSpPr>
        <p:spPr>
          <a:xfrm flipH="1" rot="10800000">
            <a:off x="6122375" y="4459325"/>
            <a:ext cx="418800" cy="472800"/>
          </a:xfrm>
          <a:prstGeom prst="straightConnector1">
            <a:avLst/>
          </a:prstGeom>
          <a:noFill/>
          <a:ln cap="flat" cmpd="sng" w="5800">
            <a:solidFill>
              <a:schemeClr val="dk2"/>
            </a:solidFill>
            <a:prstDash val="solid"/>
            <a:round/>
            <a:headEnd len="med" w="med" type="none"/>
            <a:tailEnd len="med" w="med" type="none"/>
          </a:ln>
        </p:spPr>
      </p:cxnSp>
      <p:cxnSp>
        <p:nvCxnSpPr>
          <p:cNvPr id="3766" name="Google Shape;3766;p144"/>
          <p:cNvCxnSpPr/>
          <p:nvPr/>
        </p:nvCxnSpPr>
        <p:spPr>
          <a:xfrm flipH="1" rot="10800000">
            <a:off x="5814125" y="4451575"/>
            <a:ext cx="397200" cy="2652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767" name="Google Shape;3767;p144"/>
          <p:cNvPicPr preferRelativeResize="0"/>
          <p:nvPr/>
        </p:nvPicPr>
        <p:blipFill rotWithShape="1">
          <a:blip r:embed="rId7">
            <a:alphaModFix/>
          </a:blip>
          <a:srcRect b="28376" l="12375" r="10949" t="24332"/>
          <a:stretch/>
        </p:blipFill>
        <p:spPr>
          <a:xfrm>
            <a:off x="5755750" y="2524626"/>
            <a:ext cx="1091487" cy="398710"/>
          </a:xfrm>
          <a:prstGeom prst="rect">
            <a:avLst/>
          </a:prstGeom>
          <a:noFill/>
          <a:ln>
            <a:noFill/>
          </a:ln>
        </p:spPr>
      </p:pic>
      <p:pic>
        <p:nvPicPr>
          <p:cNvPr descr="five stars are lined up in a row with one being yellow (Provided by Tenor)" id="3768" name="Google Shape;3768;p144"/>
          <p:cNvPicPr preferRelativeResize="0"/>
          <p:nvPr/>
        </p:nvPicPr>
        <p:blipFill rotWithShape="1">
          <a:blip r:embed="rId8">
            <a:alphaModFix/>
          </a:blip>
          <a:srcRect b="49443" l="0" r="0" t="33500"/>
          <a:stretch/>
        </p:blipFill>
        <p:spPr>
          <a:xfrm>
            <a:off x="2388950" y="0"/>
            <a:ext cx="4743450" cy="809101"/>
          </a:xfrm>
          <a:prstGeom prst="rect">
            <a:avLst/>
          </a:prstGeom>
          <a:noFill/>
          <a:ln>
            <a:noFill/>
          </a:ln>
        </p:spPr>
      </p:pic>
      <p:pic>
        <p:nvPicPr>
          <p:cNvPr descr="a black and white drawing of a light bulb hanging from a rope (Provided by Tenor)" id="3769" name="Google Shape;3769;p144"/>
          <p:cNvPicPr preferRelativeResize="0"/>
          <p:nvPr/>
        </p:nvPicPr>
        <p:blipFill rotWithShape="1">
          <a:blip r:embed="rId9">
            <a:alphaModFix/>
          </a:blip>
          <a:srcRect b="0" l="0" r="0" t="58071"/>
          <a:stretch/>
        </p:blipFill>
        <p:spPr>
          <a:xfrm>
            <a:off x="4221479" y="1726130"/>
            <a:ext cx="622675" cy="808721"/>
          </a:xfrm>
          <a:prstGeom prst="rect">
            <a:avLst/>
          </a:prstGeom>
          <a:noFill/>
          <a:ln>
            <a:noFill/>
          </a:ln>
        </p:spPr>
      </p:pic>
      <p:pic>
        <p:nvPicPr>
          <p:cNvPr descr="a maze of black cubes on a white background . (Provided by Tenor)" id="3770" name="Google Shape;3770;p144"/>
          <p:cNvPicPr preferRelativeResize="0"/>
          <p:nvPr/>
        </p:nvPicPr>
        <p:blipFill>
          <a:blip r:embed="rId10">
            <a:alphaModFix/>
          </a:blip>
          <a:stretch>
            <a:fillRect/>
          </a:stretch>
        </p:blipFill>
        <p:spPr>
          <a:xfrm>
            <a:off x="2652425" y="1005197"/>
            <a:ext cx="912600" cy="661543"/>
          </a:xfrm>
          <a:prstGeom prst="rect">
            <a:avLst/>
          </a:prstGeom>
          <a:noFill/>
          <a:ln>
            <a:noFill/>
          </a:ln>
        </p:spPr>
      </p:pic>
      <p:pic>
        <p:nvPicPr>
          <p:cNvPr descr="a maze of black cubes on a white background . (Provided by Tenor)" id="3771" name="Google Shape;3771;p144"/>
          <p:cNvPicPr preferRelativeResize="0"/>
          <p:nvPr/>
        </p:nvPicPr>
        <p:blipFill>
          <a:blip r:embed="rId10">
            <a:alphaModFix/>
          </a:blip>
          <a:stretch>
            <a:fillRect/>
          </a:stretch>
        </p:blipFill>
        <p:spPr>
          <a:xfrm>
            <a:off x="7233050" y="1773672"/>
            <a:ext cx="912600" cy="661543"/>
          </a:xfrm>
          <a:prstGeom prst="rect">
            <a:avLst/>
          </a:prstGeom>
          <a:noFill/>
          <a:ln>
            <a:noFill/>
          </a:ln>
        </p:spPr>
      </p:pic>
      <p:cxnSp>
        <p:nvCxnSpPr>
          <p:cNvPr id="3772" name="Google Shape;3772;p144"/>
          <p:cNvCxnSpPr/>
          <p:nvPr/>
        </p:nvCxnSpPr>
        <p:spPr>
          <a:xfrm flipH="1" rot="10800000">
            <a:off x="5976975" y="2923475"/>
            <a:ext cx="324600" cy="125100"/>
          </a:xfrm>
          <a:prstGeom prst="straightConnector1">
            <a:avLst/>
          </a:prstGeom>
          <a:noFill/>
          <a:ln cap="flat" cmpd="sng" w="9525">
            <a:solidFill>
              <a:schemeClr val="dk2"/>
            </a:solidFill>
            <a:prstDash val="solid"/>
            <a:round/>
            <a:headEnd len="med" w="med" type="none"/>
            <a:tailEnd len="med" w="med" type="none"/>
          </a:ln>
        </p:spPr>
      </p:cxnSp>
      <p:cxnSp>
        <p:nvCxnSpPr>
          <p:cNvPr id="3773" name="Google Shape;3773;p144"/>
          <p:cNvCxnSpPr/>
          <p:nvPr/>
        </p:nvCxnSpPr>
        <p:spPr>
          <a:xfrm rot="10800000">
            <a:off x="6549764" y="2980425"/>
            <a:ext cx="128700" cy="286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7" name="Shape 3777"/>
        <p:cNvGrpSpPr/>
        <p:nvPr/>
      </p:nvGrpSpPr>
      <p:grpSpPr>
        <a:xfrm>
          <a:off x="0" y="0"/>
          <a:ext cx="0" cy="0"/>
          <a:chOff x="0" y="0"/>
          <a:chExt cx="0" cy="0"/>
        </a:xfrm>
      </p:grpSpPr>
      <p:cxnSp>
        <p:nvCxnSpPr>
          <p:cNvPr id="3778" name="Google Shape;3778;p145"/>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779" name="Google Shape;3779;p145"/>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780" name="Google Shape;3780;p145"/>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781" name="Google Shape;3781;p145"/>
          <p:cNvCxnSpPr/>
          <p:nvPr/>
        </p:nvCxnSpPr>
        <p:spPr>
          <a:xfrm flipH="1" rot="10800000">
            <a:off x="1320300" y="1482175"/>
            <a:ext cx="169500" cy="3534900"/>
          </a:xfrm>
          <a:prstGeom prst="straightConnector1">
            <a:avLst/>
          </a:prstGeom>
          <a:noFill/>
          <a:ln cap="flat" cmpd="sng" w="9525">
            <a:solidFill>
              <a:schemeClr val="dk2"/>
            </a:solidFill>
            <a:prstDash val="solid"/>
            <a:round/>
            <a:headEnd len="med" w="med" type="none"/>
            <a:tailEnd len="med" w="med" type="none"/>
          </a:ln>
        </p:spPr>
      </p:cxnSp>
      <p:cxnSp>
        <p:nvCxnSpPr>
          <p:cNvPr id="3782" name="Google Shape;3782;p145"/>
          <p:cNvCxnSpPr/>
          <p:nvPr/>
        </p:nvCxnSpPr>
        <p:spPr>
          <a:xfrm>
            <a:off x="1500225" y="1524575"/>
            <a:ext cx="4931700" cy="31800"/>
          </a:xfrm>
          <a:prstGeom prst="straightConnector1">
            <a:avLst/>
          </a:prstGeom>
          <a:noFill/>
          <a:ln cap="flat" cmpd="sng" w="9525">
            <a:solidFill>
              <a:schemeClr val="dk2"/>
            </a:solidFill>
            <a:prstDash val="solid"/>
            <a:round/>
            <a:headEnd len="med" w="med" type="none"/>
            <a:tailEnd len="med" w="med" type="none"/>
          </a:ln>
        </p:spPr>
      </p:cxnSp>
      <p:cxnSp>
        <p:nvCxnSpPr>
          <p:cNvPr id="3783" name="Google Shape;3783;p145"/>
          <p:cNvCxnSpPr/>
          <p:nvPr/>
        </p:nvCxnSpPr>
        <p:spPr>
          <a:xfrm flipH="1">
            <a:off x="6326250" y="1535150"/>
            <a:ext cx="116400" cy="3460800"/>
          </a:xfrm>
          <a:prstGeom prst="straightConnector1">
            <a:avLst/>
          </a:prstGeom>
          <a:noFill/>
          <a:ln cap="flat" cmpd="sng" w="9525">
            <a:solidFill>
              <a:schemeClr val="dk2"/>
            </a:solidFill>
            <a:prstDash val="solid"/>
            <a:round/>
            <a:headEnd len="med" w="med" type="none"/>
            <a:tailEnd len="med" w="med" type="none"/>
          </a:ln>
        </p:spPr>
      </p:cxnSp>
      <p:cxnSp>
        <p:nvCxnSpPr>
          <p:cNvPr id="3784" name="Google Shape;3784;p145"/>
          <p:cNvCxnSpPr/>
          <p:nvPr/>
        </p:nvCxnSpPr>
        <p:spPr>
          <a:xfrm flipH="1" rot="10800000">
            <a:off x="1843125" y="214727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785" name="Google Shape;3785;p145"/>
          <p:cNvCxnSpPr/>
          <p:nvPr/>
        </p:nvCxnSpPr>
        <p:spPr>
          <a:xfrm rot="10800000">
            <a:off x="1923650"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86" name="Google Shape;3786;p145"/>
          <p:cNvCxnSpPr/>
          <p:nvPr/>
        </p:nvCxnSpPr>
        <p:spPr>
          <a:xfrm rot="10800000">
            <a:off x="2128950"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87" name="Google Shape;3787;p145"/>
          <p:cNvCxnSpPr/>
          <p:nvPr/>
        </p:nvCxnSpPr>
        <p:spPr>
          <a:xfrm rot="10800000">
            <a:off x="2408375"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88" name="Google Shape;3788;p145"/>
          <p:cNvCxnSpPr/>
          <p:nvPr/>
        </p:nvCxnSpPr>
        <p:spPr>
          <a:xfrm rot="10800000">
            <a:off x="2268663"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89" name="Google Shape;3789;p145"/>
          <p:cNvCxnSpPr/>
          <p:nvPr/>
        </p:nvCxnSpPr>
        <p:spPr>
          <a:xfrm flipH="1" rot="10800000">
            <a:off x="1795500" y="293262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790" name="Google Shape;3790;p145"/>
          <p:cNvCxnSpPr/>
          <p:nvPr/>
        </p:nvCxnSpPr>
        <p:spPr>
          <a:xfrm flipH="1" rot="10800000">
            <a:off x="5240788" y="214727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791" name="Google Shape;3791;p145"/>
          <p:cNvCxnSpPr/>
          <p:nvPr/>
        </p:nvCxnSpPr>
        <p:spPr>
          <a:xfrm rot="10800000">
            <a:off x="5321313"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92" name="Google Shape;3792;p145"/>
          <p:cNvCxnSpPr/>
          <p:nvPr/>
        </p:nvCxnSpPr>
        <p:spPr>
          <a:xfrm rot="10800000">
            <a:off x="5526613"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93" name="Google Shape;3793;p145"/>
          <p:cNvCxnSpPr/>
          <p:nvPr/>
        </p:nvCxnSpPr>
        <p:spPr>
          <a:xfrm rot="10800000">
            <a:off x="5806038"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94" name="Google Shape;3794;p145"/>
          <p:cNvCxnSpPr/>
          <p:nvPr/>
        </p:nvCxnSpPr>
        <p:spPr>
          <a:xfrm rot="10800000">
            <a:off x="5666325"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795" name="Google Shape;3795;p145"/>
          <p:cNvCxnSpPr/>
          <p:nvPr/>
        </p:nvCxnSpPr>
        <p:spPr>
          <a:xfrm flipH="1" rot="10800000">
            <a:off x="5193163" y="293262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796" name="Google Shape;3796;p145"/>
          <p:cNvCxnSpPr/>
          <p:nvPr/>
        </p:nvCxnSpPr>
        <p:spPr>
          <a:xfrm flipH="1" rot="10800000">
            <a:off x="3257050" y="3895200"/>
            <a:ext cx="148200" cy="1174800"/>
          </a:xfrm>
          <a:prstGeom prst="straightConnector1">
            <a:avLst/>
          </a:prstGeom>
          <a:noFill/>
          <a:ln cap="flat" cmpd="sng" w="9525">
            <a:solidFill>
              <a:schemeClr val="dk2"/>
            </a:solidFill>
            <a:prstDash val="solid"/>
            <a:round/>
            <a:headEnd len="med" w="med" type="none"/>
            <a:tailEnd len="med" w="med" type="none"/>
          </a:ln>
        </p:spPr>
      </p:cxnSp>
      <p:cxnSp>
        <p:nvCxnSpPr>
          <p:cNvPr id="3797" name="Google Shape;3797;p145"/>
          <p:cNvCxnSpPr/>
          <p:nvPr/>
        </p:nvCxnSpPr>
        <p:spPr>
          <a:xfrm>
            <a:off x="3436975" y="3895250"/>
            <a:ext cx="1248900" cy="137700"/>
          </a:xfrm>
          <a:prstGeom prst="straightConnector1">
            <a:avLst/>
          </a:prstGeom>
          <a:noFill/>
          <a:ln cap="flat" cmpd="sng" w="9525">
            <a:solidFill>
              <a:schemeClr val="dk2"/>
            </a:solidFill>
            <a:prstDash val="solid"/>
            <a:round/>
            <a:headEnd len="med" w="med" type="none"/>
            <a:tailEnd len="med" w="med" type="none"/>
          </a:ln>
        </p:spPr>
      </p:cxnSp>
      <p:cxnSp>
        <p:nvCxnSpPr>
          <p:cNvPr id="3798" name="Google Shape;3798;p145"/>
          <p:cNvCxnSpPr/>
          <p:nvPr/>
        </p:nvCxnSpPr>
        <p:spPr>
          <a:xfrm flipH="1">
            <a:off x="4622200" y="4032825"/>
            <a:ext cx="63600" cy="1058400"/>
          </a:xfrm>
          <a:prstGeom prst="straightConnector1">
            <a:avLst/>
          </a:prstGeom>
          <a:noFill/>
          <a:ln cap="flat" cmpd="sng" w="9525">
            <a:solidFill>
              <a:schemeClr val="dk2"/>
            </a:solidFill>
            <a:prstDash val="solid"/>
            <a:round/>
            <a:headEnd len="med" w="med" type="none"/>
            <a:tailEnd len="med" w="med" type="none"/>
          </a:ln>
        </p:spPr>
      </p:cxnSp>
      <p:pic>
        <p:nvPicPr>
          <p:cNvPr descr="a sign that says sorry we 're closed (Provided by Tenor)" id="3799" name="Google Shape;3799;p145"/>
          <p:cNvPicPr preferRelativeResize="0"/>
          <p:nvPr/>
        </p:nvPicPr>
        <p:blipFill>
          <a:blip r:embed="rId3">
            <a:alphaModFix/>
          </a:blip>
          <a:stretch>
            <a:fillRect/>
          </a:stretch>
        </p:blipFill>
        <p:spPr>
          <a:xfrm>
            <a:off x="4864875" y="3523458"/>
            <a:ext cx="1053325" cy="1027943"/>
          </a:xfrm>
          <a:prstGeom prst="rect">
            <a:avLst/>
          </a:prstGeom>
          <a:noFill/>
          <a:ln>
            <a:noFill/>
          </a:ln>
        </p:spPr>
      </p:pic>
      <p:pic>
        <p:nvPicPr>
          <p:cNvPr descr="a yellow padlock on a white background with a gray handle (Provided by Tenor)" id="3800" name="Google Shape;3800;p145"/>
          <p:cNvPicPr preferRelativeResize="0"/>
          <p:nvPr/>
        </p:nvPicPr>
        <p:blipFill>
          <a:blip r:embed="rId4">
            <a:alphaModFix/>
          </a:blip>
          <a:stretch>
            <a:fillRect/>
          </a:stretch>
        </p:blipFill>
        <p:spPr>
          <a:xfrm>
            <a:off x="4151025" y="4386784"/>
            <a:ext cx="292100" cy="3505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4" name="Shape 3804"/>
        <p:cNvGrpSpPr/>
        <p:nvPr/>
      </p:nvGrpSpPr>
      <p:grpSpPr>
        <a:xfrm>
          <a:off x="0" y="0"/>
          <a:ext cx="0" cy="0"/>
          <a:chOff x="0" y="0"/>
          <a:chExt cx="0" cy="0"/>
        </a:xfrm>
      </p:grpSpPr>
      <p:cxnSp>
        <p:nvCxnSpPr>
          <p:cNvPr id="3805" name="Google Shape;3805;p14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806" name="Google Shape;3806;p14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807" name="Google Shape;3807;p14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808" name="Google Shape;3808;p146"/>
          <p:cNvCxnSpPr/>
          <p:nvPr/>
        </p:nvCxnSpPr>
        <p:spPr>
          <a:xfrm flipH="1" rot="10800000">
            <a:off x="1320300" y="1482175"/>
            <a:ext cx="169500" cy="3534900"/>
          </a:xfrm>
          <a:prstGeom prst="straightConnector1">
            <a:avLst/>
          </a:prstGeom>
          <a:noFill/>
          <a:ln cap="flat" cmpd="sng" w="9525">
            <a:solidFill>
              <a:schemeClr val="dk2"/>
            </a:solidFill>
            <a:prstDash val="solid"/>
            <a:round/>
            <a:headEnd len="med" w="med" type="none"/>
            <a:tailEnd len="med" w="med" type="none"/>
          </a:ln>
        </p:spPr>
      </p:cxnSp>
      <p:cxnSp>
        <p:nvCxnSpPr>
          <p:cNvPr id="3809" name="Google Shape;3809;p146"/>
          <p:cNvCxnSpPr/>
          <p:nvPr/>
        </p:nvCxnSpPr>
        <p:spPr>
          <a:xfrm>
            <a:off x="1500225" y="1524575"/>
            <a:ext cx="4931700" cy="31800"/>
          </a:xfrm>
          <a:prstGeom prst="straightConnector1">
            <a:avLst/>
          </a:prstGeom>
          <a:noFill/>
          <a:ln cap="flat" cmpd="sng" w="9525">
            <a:solidFill>
              <a:schemeClr val="dk2"/>
            </a:solidFill>
            <a:prstDash val="solid"/>
            <a:round/>
            <a:headEnd len="med" w="med" type="none"/>
            <a:tailEnd len="med" w="med" type="none"/>
          </a:ln>
        </p:spPr>
      </p:cxnSp>
      <p:cxnSp>
        <p:nvCxnSpPr>
          <p:cNvPr id="3810" name="Google Shape;3810;p146"/>
          <p:cNvCxnSpPr/>
          <p:nvPr/>
        </p:nvCxnSpPr>
        <p:spPr>
          <a:xfrm flipH="1">
            <a:off x="6326250" y="1535150"/>
            <a:ext cx="116400" cy="3460800"/>
          </a:xfrm>
          <a:prstGeom prst="straightConnector1">
            <a:avLst/>
          </a:prstGeom>
          <a:noFill/>
          <a:ln cap="flat" cmpd="sng" w="9525">
            <a:solidFill>
              <a:schemeClr val="dk2"/>
            </a:solidFill>
            <a:prstDash val="solid"/>
            <a:round/>
            <a:headEnd len="med" w="med" type="none"/>
            <a:tailEnd len="med" w="med" type="none"/>
          </a:ln>
        </p:spPr>
      </p:cxnSp>
      <p:cxnSp>
        <p:nvCxnSpPr>
          <p:cNvPr id="3811" name="Google Shape;3811;p146"/>
          <p:cNvCxnSpPr/>
          <p:nvPr/>
        </p:nvCxnSpPr>
        <p:spPr>
          <a:xfrm flipH="1" rot="10800000">
            <a:off x="1843125" y="214727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812" name="Google Shape;3812;p146"/>
          <p:cNvCxnSpPr/>
          <p:nvPr/>
        </p:nvCxnSpPr>
        <p:spPr>
          <a:xfrm rot="10800000">
            <a:off x="1923650"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13" name="Google Shape;3813;p146"/>
          <p:cNvCxnSpPr/>
          <p:nvPr/>
        </p:nvCxnSpPr>
        <p:spPr>
          <a:xfrm rot="10800000">
            <a:off x="2128950"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14" name="Google Shape;3814;p146"/>
          <p:cNvCxnSpPr/>
          <p:nvPr/>
        </p:nvCxnSpPr>
        <p:spPr>
          <a:xfrm rot="10800000">
            <a:off x="2408375"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15" name="Google Shape;3815;p146"/>
          <p:cNvCxnSpPr/>
          <p:nvPr/>
        </p:nvCxnSpPr>
        <p:spPr>
          <a:xfrm rot="10800000">
            <a:off x="2268663"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16" name="Google Shape;3816;p146"/>
          <p:cNvCxnSpPr/>
          <p:nvPr/>
        </p:nvCxnSpPr>
        <p:spPr>
          <a:xfrm flipH="1" rot="10800000">
            <a:off x="1795500" y="293262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817" name="Google Shape;3817;p146"/>
          <p:cNvCxnSpPr/>
          <p:nvPr/>
        </p:nvCxnSpPr>
        <p:spPr>
          <a:xfrm flipH="1" rot="10800000">
            <a:off x="5240788" y="214727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818" name="Google Shape;3818;p146"/>
          <p:cNvCxnSpPr/>
          <p:nvPr/>
        </p:nvCxnSpPr>
        <p:spPr>
          <a:xfrm rot="10800000">
            <a:off x="5321313"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19" name="Google Shape;3819;p146"/>
          <p:cNvCxnSpPr/>
          <p:nvPr/>
        </p:nvCxnSpPr>
        <p:spPr>
          <a:xfrm rot="10800000">
            <a:off x="5526613"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20" name="Google Shape;3820;p146"/>
          <p:cNvCxnSpPr/>
          <p:nvPr/>
        </p:nvCxnSpPr>
        <p:spPr>
          <a:xfrm rot="10800000">
            <a:off x="5806038" y="2147275"/>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21" name="Google Shape;3821;p146"/>
          <p:cNvCxnSpPr/>
          <p:nvPr/>
        </p:nvCxnSpPr>
        <p:spPr>
          <a:xfrm rot="10800000">
            <a:off x="5666325" y="2227800"/>
            <a:ext cx="10500" cy="687900"/>
          </a:xfrm>
          <a:prstGeom prst="straightConnector1">
            <a:avLst/>
          </a:prstGeom>
          <a:noFill/>
          <a:ln cap="flat" cmpd="sng" w="9525">
            <a:solidFill>
              <a:schemeClr val="dk2"/>
            </a:solidFill>
            <a:prstDash val="solid"/>
            <a:round/>
            <a:headEnd len="med" w="med" type="none"/>
            <a:tailEnd len="med" w="med" type="none"/>
          </a:ln>
        </p:spPr>
      </p:cxnSp>
      <p:cxnSp>
        <p:nvCxnSpPr>
          <p:cNvPr id="3822" name="Google Shape;3822;p146"/>
          <p:cNvCxnSpPr/>
          <p:nvPr/>
        </p:nvCxnSpPr>
        <p:spPr>
          <a:xfrm flipH="1" rot="10800000">
            <a:off x="5193163" y="2932625"/>
            <a:ext cx="677400" cy="63600"/>
          </a:xfrm>
          <a:prstGeom prst="straightConnector1">
            <a:avLst/>
          </a:prstGeom>
          <a:noFill/>
          <a:ln cap="flat" cmpd="sng" w="9525">
            <a:solidFill>
              <a:schemeClr val="dk2"/>
            </a:solidFill>
            <a:prstDash val="solid"/>
            <a:round/>
            <a:headEnd len="med" w="med" type="none"/>
            <a:tailEnd len="med" w="med" type="none"/>
          </a:ln>
        </p:spPr>
      </p:cxnSp>
      <p:cxnSp>
        <p:nvCxnSpPr>
          <p:cNvPr id="3823" name="Google Shape;3823;p146"/>
          <p:cNvCxnSpPr/>
          <p:nvPr/>
        </p:nvCxnSpPr>
        <p:spPr>
          <a:xfrm flipH="1" rot="10800000">
            <a:off x="3257050" y="3895200"/>
            <a:ext cx="148200" cy="1174800"/>
          </a:xfrm>
          <a:prstGeom prst="straightConnector1">
            <a:avLst/>
          </a:prstGeom>
          <a:noFill/>
          <a:ln cap="flat" cmpd="sng" w="9525">
            <a:solidFill>
              <a:schemeClr val="dk2"/>
            </a:solidFill>
            <a:prstDash val="solid"/>
            <a:round/>
            <a:headEnd len="med" w="med" type="none"/>
            <a:tailEnd len="med" w="med" type="none"/>
          </a:ln>
        </p:spPr>
      </p:cxnSp>
      <p:cxnSp>
        <p:nvCxnSpPr>
          <p:cNvPr id="3824" name="Google Shape;3824;p146"/>
          <p:cNvCxnSpPr/>
          <p:nvPr/>
        </p:nvCxnSpPr>
        <p:spPr>
          <a:xfrm>
            <a:off x="3436975" y="3895250"/>
            <a:ext cx="1248900" cy="137700"/>
          </a:xfrm>
          <a:prstGeom prst="straightConnector1">
            <a:avLst/>
          </a:prstGeom>
          <a:noFill/>
          <a:ln cap="flat" cmpd="sng" w="9525">
            <a:solidFill>
              <a:schemeClr val="dk2"/>
            </a:solidFill>
            <a:prstDash val="solid"/>
            <a:round/>
            <a:headEnd len="med" w="med" type="none"/>
            <a:tailEnd len="med" w="med" type="none"/>
          </a:ln>
        </p:spPr>
      </p:cxnSp>
      <p:cxnSp>
        <p:nvCxnSpPr>
          <p:cNvPr id="3825" name="Google Shape;3825;p146"/>
          <p:cNvCxnSpPr/>
          <p:nvPr/>
        </p:nvCxnSpPr>
        <p:spPr>
          <a:xfrm flipH="1">
            <a:off x="4622200" y="4032825"/>
            <a:ext cx="63600" cy="1058400"/>
          </a:xfrm>
          <a:prstGeom prst="straightConnector1">
            <a:avLst/>
          </a:prstGeom>
          <a:noFill/>
          <a:ln cap="flat" cmpd="sng" w="9525">
            <a:solidFill>
              <a:schemeClr val="dk2"/>
            </a:solidFill>
            <a:prstDash val="solid"/>
            <a:round/>
            <a:headEnd len="med" w="med" type="none"/>
            <a:tailEnd len="med" w="med" type="none"/>
          </a:ln>
        </p:spPr>
      </p:cxnSp>
      <p:pic>
        <p:nvPicPr>
          <p:cNvPr descr="a sign that says sorry we 're closed (Provided by Tenor)" id="3826" name="Google Shape;3826;p146"/>
          <p:cNvPicPr preferRelativeResize="0"/>
          <p:nvPr/>
        </p:nvPicPr>
        <p:blipFill>
          <a:blip r:embed="rId3">
            <a:alphaModFix/>
          </a:blip>
          <a:stretch>
            <a:fillRect/>
          </a:stretch>
        </p:blipFill>
        <p:spPr>
          <a:xfrm>
            <a:off x="4864875" y="3523458"/>
            <a:ext cx="1053325" cy="1027943"/>
          </a:xfrm>
          <a:prstGeom prst="rect">
            <a:avLst/>
          </a:prstGeom>
          <a:noFill/>
          <a:ln>
            <a:noFill/>
          </a:ln>
        </p:spPr>
      </p:pic>
      <p:pic>
        <p:nvPicPr>
          <p:cNvPr descr="a yellow padlock on a white background with a gray handle (Provided by Tenor)" id="3827" name="Google Shape;3827;p146"/>
          <p:cNvPicPr preferRelativeResize="0"/>
          <p:nvPr/>
        </p:nvPicPr>
        <p:blipFill>
          <a:blip r:embed="rId4">
            <a:alphaModFix/>
          </a:blip>
          <a:stretch>
            <a:fillRect/>
          </a:stretch>
        </p:blipFill>
        <p:spPr>
          <a:xfrm>
            <a:off x="4151025" y="4386784"/>
            <a:ext cx="292100" cy="350500"/>
          </a:xfrm>
          <a:prstGeom prst="rect">
            <a:avLst/>
          </a:prstGeom>
          <a:noFill/>
          <a:ln>
            <a:noFill/>
          </a:ln>
        </p:spPr>
      </p:pic>
      <p:sp>
        <p:nvSpPr>
          <p:cNvPr id="3828" name="Google Shape;3828;p146"/>
          <p:cNvSpPr/>
          <p:nvPr/>
        </p:nvSpPr>
        <p:spPr>
          <a:xfrm rot="3302521">
            <a:off x="7408490" y="758334"/>
            <a:ext cx="41363" cy="66924"/>
          </a:xfrm>
          <a:prstGeom prst="ellipse">
            <a:avLst/>
          </a:prstGeom>
          <a:solidFill>
            <a:schemeClr val="lt2"/>
          </a:solidFill>
          <a:ln cap="flat" cmpd="sng" w="2125">
            <a:solidFill>
              <a:schemeClr val="dk2"/>
            </a:solidFill>
            <a:prstDash val="solid"/>
            <a:round/>
            <a:headEnd len="sm" w="sm" type="none"/>
            <a:tailEnd len="sm" w="sm" type="none"/>
          </a:ln>
        </p:spPr>
        <p:txBody>
          <a:bodyPr anchorCtr="0" anchor="ctr" bIns="20300" lIns="20300" spcFirstLastPara="1" rIns="20300" wrap="square" tIns="20300">
            <a:noAutofit/>
          </a:bodyPr>
          <a:lstStyle/>
          <a:p>
            <a:pPr indent="0" lvl="0" marL="0" rtl="0" algn="ctr">
              <a:spcBef>
                <a:spcPts val="0"/>
              </a:spcBef>
              <a:spcAft>
                <a:spcPts val="0"/>
              </a:spcAft>
              <a:buNone/>
            </a:pPr>
            <a:r>
              <a:t/>
            </a:r>
            <a:endParaRPr sz="311"/>
          </a:p>
        </p:txBody>
      </p:sp>
      <p:cxnSp>
        <p:nvCxnSpPr>
          <p:cNvPr id="3829" name="Google Shape;3829;p146"/>
          <p:cNvCxnSpPr/>
          <p:nvPr/>
        </p:nvCxnSpPr>
        <p:spPr>
          <a:xfrm rot="3284916">
            <a:off x="7443561" y="623827"/>
            <a:ext cx="48859" cy="34630"/>
          </a:xfrm>
          <a:prstGeom prst="straightConnector1">
            <a:avLst/>
          </a:prstGeom>
          <a:noFill/>
          <a:ln cap="flat" cmpd="sng" w="3475">
            <a:solidFill>
              <a:schemeClr val="dk2"/>
            </a:solidFill>
            <a:prstDash val="solid"/>
            <a:round/>
            <a:headEnd len="med" w="med" type="none"/>
            <a:tailEnd len="med" w="med" type="none"/>
          </a:ln>
        </p:spPr>
      </p:cxnSp>
      <p:sp>
        <p:nvSpPr>
          <p:cNvPr id="3830" name="Google Shape;3830;p146"/>
          <p:cNvSpPr/>
          <p:nvPr/>
        </p:nvSpPr>
        <p:spPr>
          <a:xfrm>
            <a:off x="-66575" y="-238200"/>
            <a:ext cx="9506100" cy="56199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1" name="Google Shape;3831;p146"/>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3832" name="Google Shape;3832;p146"/>
          <p:cNvSpPr/>
          <p:nvPr/>
        </p:nvSpPr>
        <p:spPr>
          <a:xfrm>
            <a:off x="320721" y="2981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 were abandoned after the jail was shut down..</a:t>
            </a:r>
            <a:endParaRPr/>
          </a:p>
        </p:txBody>
      </p:sp>
      <p:sp>
        <p:nvSpPr>
          <p:cNvPr id="3833" name="Google Shape;3833;p146">
            <a:hlinkClick action="ppaction://hlinksldjump" r:id="rId5"/>
          </p:cNvPr>
          <p:cNvSpPr/>
          <p:nvPr/>
        </p:nvSpPr>
        <p:spPr>
          <a:xfrm>
            <a:off x="5836088" y="3454763"/>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37" name="Shape 3837"/>
        <p:cNvGrpSpPr/>
        <p:nvPr/>
      </p:nvGrpSpPr>
      <p:grpSpPr>
        <a:xfrm>
          <a:off x="0" y="0"/>
          <a:ext cx="0" cy="0"/>
          <a:chOff x="0" y="0"/>
          <a:chExt cx="0" cy="0"/>
        </a:xfrm>
      </p:grpSpPr>
      <p:sp>
        <p:nvSpPr>
          <p:cNvPr id="3838" name="Google Shape;3838;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39" name="Google Shape;3839;p147">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840" name="Google Shape;3840;p147"/>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841" name="Google Shape;3841;p147"/>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842" name="Google Shape;3842;p147"/>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843" name="Google Shape;3843;p147"/>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47" name="Shape 3847"/>
        <p:cNvGrpSpPr/>
        <p:nvPr/>
      </p:nvGrpSpPr>
      <p:grpSpPr>
        <a:xfrm>
          <a:off x="0" y="0"/>
          <a:ext cx="0" cy="0"/>
          <a:chOff x="0" y="0"/>
          <a:chExt cx="0" cy="0"/>
        </a:xfrm>
      </p:grpSpPr>
      <p:sp>
        <p:nvSpPr>
          <p:cNvPr id="3848" name="Google Shape;3848;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49" name="Google Shape;3849;p148">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3850" name="Google Shape;3850;p14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3851" name="Google Shape;3851;p14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3852" name="Google Shape;3852;p14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3853" name="Google Shape;3853;p148"/>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7" name="Shape 3857"/>
        <p:cNvGrpSpPr/>
        <p:nvPr/>
      </p:nvGrpSpPr>
      <p:grpSpPr>
        <a:xfrm>
          <a:off x="0" y="0"/>
          <a:ext cx="0" cy="0"/>
          <a:chOff x="0" y="0"/>
          <a:chExt cx="0" cy="0"/>
        </a:xfrm>
      </p:grpSpPr>
      <p:sp>
        <p:nvSpPr>
          <p:cNvPr id="3858" name="Google Shape;3858;p1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859" name="Google Shape;3859;p149"/>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860" name="Google Shape;3860;p14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861" name="Google Shape;3861;p14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862" name="Google Shape;3862;p14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863" name="Google Shape;3863;p14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864" name="Google Shape;3864;p14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865" name="Google Shape;3865;p14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866" name="Google Shape;3866;p14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867" name="Google Shape;3867;p14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868" name="Google Shape;3868;p149"/>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869" name="Google Shape;3869;p149"/>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870" name="Google Shape;3870;p149"/>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871" name="Google Shape;3871;p14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872" name="Google Shape;3872;p14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873" name="Google Shape;3873;p14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874" name="Google Shape;3874;p149"/>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875" name="Google Shape;3875;p149"/>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876" name="Google Shape;3876;p149"/>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877" name="Google Shape;3877;p149"/>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878" name="Google Shape;3878;p14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879" name="Google Shape;3879;p149"/>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880" name="Google Shape;3880;p14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881" name="Google Shape;3881;p14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882" name="Google Shape;3882;p14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883" name="Google Shape;3883;p149"/>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884" name="Google Shape;3884;p14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885" name="Google Shape;3885;p14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886" name="Google Shape;3886;p149"/>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887" name="Google Shape;3887;p149"/>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3888" name="Google Shape;3888;p149"/>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889" name="Google Shape;3889;p149"/>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890" name="Google Shape;3890;p149"/>
          <p:cNvSpPr/>
          <p:nvPr/>
        </p:nvSpPr>
        <p:spPr>
          <a:xfrm>
            <a:off x="6120382" y="2566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891" name="Google Shape;3891;p149"/>
          <p:cNvSpPr/>
          <p:nvPr/>
        </p:nvSpPr>
        <p:spPr>
          <a:xfrm>
            <a:off x="6349150" y="26096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892" name="Google Shape;3892;p149"/>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893" name="Google Shape;3893;p149"/>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894" name="Google Shape;3894;p149"/>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895" name="Google Shape;3895;p149"/>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3896" name="Google Shape;3896;p149"/>
          <p:cNvCxnSpPr>
            <a:stCxn id="3892" idx="3"/>
          </p:cNvCxnSpPr>
          <p:nvPr/>
        </p:nvCxnSpPr>
        <p:spPr>
          <a:xfrm flipH="1" rot="10800000">
            <a:off x="6631602" y="35213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897" name="Google Shape;3897;p149"/>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descr="Clock showing one minute past 12 o'clock (Provided by Getty Images)" id="3898" name="Google Shape;3898;p149"/>
          <p:cNvPicPr preferRelativeResize="0"/>
          <p:nvPr/>
        </p:nvPicPr>
        <p:blipFill rotWithShape="1">
          <a:blip r:embed="rId8">
            <a:alphaModFix/>
          </a:blip>
          <a:srcRect b="0" l="19170" r="16821" t="0"/>
          <a:stretch/>
        </p:blipFill>
        <p:spPr>
          <a:xfrm>
            <a:off x="5343518" y="2709120"/>
            <a:ext cx="622674" cy="648867"/>
          </a:xfrm>
          <a:prstGeom prst="rect">
            <a:avLst/>
          </a:prstGeom>
          <a:noFill/>
          <a:ln>
            <a:noFill/>
          </a:ln>
        </p:spPr>
      </p:pic>
      <p:pic>
        <p:nvPicPr>
          <p:cNvPr id="3899" name="Google Shape;3899;p149" title="istockphoto-181866332-612x612.jpg"/>
          <p:cNvPicPr preferRelativeResize="0"/>
          <p:nvPr/>
        </p:nvPicPr>
        <p:blipFill rotWithShape="1">
          <a:blip r:embed="rId9">
            <a:alphaModFix/>
          </a:blip>
          <a:srcRect b="0" l="0" r="0" t="0"/>
          <a:stretch/>
        </p:blipFill>
        <p:spPr>
          <a:xfrm>
            <a:off x="2642126" y="722776"/>
            <a:ext cx="1579118" cy="1579150"/>
          </a:xfrm>
          <a:prstGeom prst="rect">
            <a:avLst/>
          </a:prstGeom>
          <a:noFill/>
          <a:ln>
            <a:noFill/>
          </a:ln>
        </p:spPr>
      </p:pic>
      <p:sp>
        <p:nvSpPr>
          <p:cNvPr id="3900" name="Google Shape;3900;p149"/>
          <p:cNvSpPr txBox="1"/>
          <p:nvPr/>
        </p:nvSpPr>
        <p:spPr>
          <a:xfrm>
            <a:off x="3491050" y="852325"/>
            <a:ext cx="73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2026</a:t>
            </a:r>
            <a:endParaRPr sz="1100">
              <a:solidFill>
                <a:srgbClr val="FFFFFF"/>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4" name="Shape 3904"/>
        <p:cNvGrpSpPr/>
        <p:nvPr/>
      </p:nvGrpSpPr>
      <p:grpSpPr>
        <a:xfrm>
          <a:off x="0" y="0"/>
          <a:ext cx="0" cy="0"/>
          <a:chOff x="0" y="0"/>
          <a:chExt cx="0" cy="0"/>
        </a:xfrm>
      </p:grpSpPr>
      <p:sp>
        <p:nvSpPr>
          <p:cNvPr id="3905" name="Google Shape;3905;p1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906" name="Google Shape;3906;p150"/>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907" name="Google Shape;3907;p15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908" name="Google Shape;3908;p150"/>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909" name="Google Shape;3909;p15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910" name="Google Shape;3910;p15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911" name="Google Shape;3911;p15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912" name="Google Shape;3912;p15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913" name="Google Shape;3913;p15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914" name="Google Shape;3914;p15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915" name="Google Shape;3915;p150"/>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916" name="Google Shape;3916;p150"/>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917" name="Google Shape;3917;p150"/>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918" name="Google Shape;3918;p15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919" name="Google Shape;3919;p15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920" name="Google Shape;3920;p15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921" name="Google Shape;3921;p150"/>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922" name="Google Shape;3922;p150"/>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923" name="Google Shape;3923;p150"/>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924" name="Google Shape;3924;p150"/>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925" name="Google Shape;3925;p150"/>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926" name="Google Shape;3926;p150"/>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927" name="Google Shape;3927;p150"/>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928" name="Google Shape;3928;p150"/>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929" name="Google Shape;3929;p15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930" name="Google Shape;3930;p150"/>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931" name="Google Shape;3931;p15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932" name="Google Shape;3932;p15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933" name="Google Shape;3933;p150"/>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934" name="Google Shape;3934;p150"/>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3935" name="Google Shape;3935;p150"/>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936" name="Google Shape;3936;p150"/>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937" name="Google Shape;3937;p150"/>
          <p:cNvSpPr/>
          <p:nvPr/>
        </p:nvSpPr>
        <p:spPr>
          <a:xfrm>
            <a:off x="6120382" y="2566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938" name="Google Shape;3938;p150"/>
          <p:cNvSpPr/>
          <p:nvPr/>
        </p:nvSpPr>
        <p:spPr>
          <a:xfrm>
            <a:off x="6349150" y="26096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939" name="Google Shape;3939;p150"/>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940" name="Google Shape;3940;p150"/>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941" name="Google Shape;3941;p150"/>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942" name="Google Shape;3942;p150"/>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3943" name="Google Shape;3943;p150"/>
          <p:cNvCxnSpPr>
            <a:stCxn id="3939" idx="3"/>
          </p:cNvCxnSpPr>
          <p:nvPr/>
        </p:nvCxnSpPr>
        <p:spPr>
          <a:xfrm flipH="1" rot="10800000">
            <a:off x="6631602" y="35213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944" name="Google Shape;3944;p150"/>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descr="Clock showing one minute past 12 o'clock (Provided by Getty Images)" id="3945" name="Google Shape;3945;p150"/>
          <p:cNvPicPr preferRelativeResize="0"/>
          <p:nvPr/>
        </p:nvPicPr>
        <p:blipFill rotWithShape="1">
          <a:blip r:embed="rId8">
            <a:alphaModFix/>
          </a:blip>
          <a:srcRect b="0" l="19170" r="16821" t="0"/>
          <a:stretch/>
        </p:blipFill>
        <p:spPr>
          <a:xfrm>
            <a:off x="5343518" y="2709120"/>
            <a:ext cx="622674" cy="648867"/>
          </a:xfrm>
          <a:prstGeom prst="rect">
            <a:avLst/>
          </a:prstGeom>
          <a:noFill/>
          <a:ln>
            <a:noFill/>
          </a:ln>
        </p:spPr>
      </p:pic>
      <p:pic>
        <p:nvPicPr>
          <p:cNvPr id="3946" name="Google Shape;3946;p150" title="istockphoto-181866332-612x612.jpg"/>
          <p:cNvPicPr preferRelativeResize="0"/>
          <p:nvPr/>
        </p:nvPicPr>
        <p:blipFill rotWithShape="1">
          <a:blip r:embed="rId9">
            <a:alphaModFix/>
          </a:blip>
          <a:srcRect b="0" l="0" r="0" t="0"/>
          <a:stretch/>
        </p:blipFill>
        <p:spPr>
          <a:xfrm>
            <a:off x="2642126" y="722776"/>
            <a:ext cx="1579118" cy="1579150"/>
          </a:xfrm>
          <a:prstGeom prst="rect">
            <a:avLst/>
          </a:prstGeom>
          <a:noFill/>
          <a:ln>
            <a:noFill/>
          </a:ln>
        </p:spPr>
      </p:pic>
      <p:sp>
        <p:nvSpPr>
          <p:cNvPr id="3947" name="Google Shape;3947;p150"/>
          <p:cNvSpPr txBox="1"/>
          <p:nvPr/>
        </p:nvSpPr>
        <p:spPr>
          <a:xfrm>
            <a:off x="3491050" y="852325"/>
            <a:ext cx="73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2028</a:t>
            </a:r>
            <a:endParaRPr sz="1100">
              <a:solidFill>
                <a:srgbClr val="FFFFFF"/>
              </a:solidFill>
            </a:endParaRPr>
          </a:p>
        </p:txBody>
      </p:sp>
      <p:pic>
        <p:nvPicPr>
          <p:cNvPr descr="a black and white drawing of a man 's beard and mustache on a white background (Provided by Tenor)" id="3948" name="Google Shape;3948;p150"/>
          <p:cNvPicPr preferRelativeResize="0"/>
          <p:nvPr/>
        </p:nvPicPr>
        <p:blipFill>
          <a:blip r:embed="rId10">
            <a:alphaModFix/>
          </a:blip>
          <a:stretch>
            <a:fillRect/>
          </a:stretch>
        </p:blipFill>
        <p:spPr>
          <a:xfrm>
            <a:off x="6040700" y="2560698"/>
            <a:ext cx="730200" cy="69647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2" name="Shape 3952"/>
        <p:cNvGrpSpPr/>
        <p:nvPr/>
      </p:nvGrpSpPr>
      <p:grpSpPr>
        <a:xfrm>
          <a:off x="0" y="0"/>
          <a:ext cx="0" cy="0"/>
          <a:chOff x="0" y="0"/>
          <a:chExt cx="0" cy="0"/>
        </a:xfrm>
      </p:grpSpPr>
      <p:sp>
        <p:nvSpPr>
          <p:cNvPr id="3953" name="Google Shape;3953;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954" name="Google Shape;3954;p151"/>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3955" name="Google Shape;3955;p151"/>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3956" name="Google Shape;3956;p151"/>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3957" name="Google Shape;3957;p151"/>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3958" name="Google Shape;3958;p151"/>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3959" name="Google Shape;3959;p151"/>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960" name="Google Shape;3960;p151"/>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3961" name="Google Shape;3961;p151"/>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3962" name="Google Shape;3962;p151"/>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3963" name="Google Shape;3963;p151"/>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964" name="Google Shape;3964;p151"/>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3965" name="Google Shape;3965;p151"/>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3966" name="Google Shape;3966;p151"/>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967" name="Google Shape;3967;p151"/>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968" name="Google Shape;3968;p151"/>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3969" name="Google Shape;3969;p151"/>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970" name="Google Shape;3970;p151"/>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3971" name="Google Shape;3971;p151"/>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972" name="Google Shape;3972;p151"/>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3973" name="Google Shape;3973;p151"/>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3974" name="Google Shape;3974;p151"/>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3975" name="Google Shape;3975;p151"/>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3976" name="Google Shape;3976;p151"/>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3977" name="Google Shape;3977;p151"/>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3978" name="Google Shape;3978;p151"/>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3979" name="Google Shape;3979;p151"/>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3980" name="Google Shape;3980;p151"/>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3981" name="Google Shape;3981;p151"/>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3982" name="Google Shape;3982;p151"/>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3983" name="Google Shape;3983;p151"/>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984" name="Google Shape;3984;p151"/>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3985" name="Google Shape;3985;p151"/>
          <p:cNvSpPr/>
          <p:nvPr/>
        </p:nvSpPr>
        <p:spPr>
          <a:xfrm>
            <a:off x="6120382" y="2566694"/>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986" name="Google Shape;3986;p151"/>
          <p:cNvSpPr/>
          <p:nvPr/>
        </p:nvSpPr>
        <p:spPr>
          <a:xfrm>
            <a:off x="6349150" y="26096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3987" name="Google Shape;3987;p151"/>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3988" name="Google Shape;3988;p151"/>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989" name="Google Shape;3989;p151"/>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3990" name="Google Shape;3990;p151"/>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3991" name="Google Shape;3991;p151"/>
          <p:cNvCxnSpPr>
            <a:stCxn id="3987" idx="3"/>
          </p:cNvCxnSpPr>
          <p:nvPr/>
        </p:nvCxnSpPr>
        <p:spPr>
          <a:xfrm flipH="1" rot="10800000">
            <a:off x="6631602" y="35213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3992" name="Google Shape;3992;p151"/>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descr="Clock showing one minute past 12 o'clock (Provided by Getty Images)" id="3993" name="Google Shape;3993;p151"/>
          <p:cNvPicPr preferRelativeResize="0"/>
          <p:nvPr/>
        </p:nvPicPr>
        <p:blipFill rotWithShape="1">
          <a:blip r:embed="rId8">
            <a:alphaModFix/>
          </a:blip>
          <a:srcRect b="0" l="19170" r="16821" t="0"/>
          <a:stretch/>
        </p:blipFill>
        <p:spPr>
          <a:xfrm>
            <a:off x="5343518" y="2709120"/>
            <a:ext cx="622674" cy="648867"/>
          </a:xfrm>
          <a:prstGeom prst="rect">
            <a:avLst/>
          </a:prstGeom>
          <a:noFill/>
          <a:ln>
            <a:noFill/>
          </a:ln>
        </p:spPr>
      </p:pic>
      <p:pic>
        <p:nvPicPr>
          <p:cNvPr id="3994" name="Google Shape;3994;p151" title="istockphoto-181866332-612x612.jpg"/>
          <p:cNvPicPr preferRelativeResize="0"/>
          <p:nvPr/>
        </p:nvPicPr>
        <p:blipFill rotWithShape="1">
          <a:blip r:embed="rId9">
            <a:alphaModFix/>
          </a:blip>
          <a:srcRect b="0" l="0" r="0" t="0"/>
          <a:stretch/>
        </p:blipFill>
        <p:spPr>
          <a:xfrm>
            <a:off x="2642126" y="722776"/>
            <a:ext cx="1579118" cy="1579150"/>
          </a:xfrm>
          <a:prstGeom prst="rect">
            <a:avLst/>
          </a:prstGeom>
          <a:noFill/>
          <a:ln>
            <a:noFill/>
          </a:ln>
        </p:spPr>
      </p:pic>
      <p:sp>
        <p:nvSpPr>
          <p:cNvPr id="3995" name="Google Shape;3995;p151"/>
          <p:cNvSpPr txBox="1"/>
          <p:nvPr/>
        </p:nvSpPr>
        <p:spPr>
          <a:xfrm>
            <a:off x="3491050" y="852325"/>
            <a:ext cx="73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2032</a:t>
            </a:r>
            <a:endParaRPr sz="1100">
              <a:solidFill>
                <a:srgbClr val="FFFFFF"/>
              </a:solidFill>
            </a:endParaRPr>
          </a:p>
        </p:txBody>
      </p:sp>
      <p:pic>
        <p:nvPicPr>
          <p:cNvPr id="3996" name="Google Shape;3996;p151"/>
          <p:cNvPicPr preferRelativeResize="0"/>
          <p:nvPr/>
        </p:nvPicPr>
        <p:blipFill rotWithShape="1">
          <a:blip r:embed="rId10">
            <a:alphaModFix/>
          </a:blip>
          <a:srcRect b="12360" l="0" r="0" t="12367"/>
          <a:stretch/>
        </p:blipFill>
        <p:spPr>
          <a:xfrm>
            <a:off x="5704650" y="2790575"/>
            <a:ext cx="1091475" cy="894401"/>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0" name="Shape 4000"/>
        <p:cNvGrpSpPr/>
        <p:nvPr/>
      </p:nvGrpSpPr>
      <p:grpSpPr>
        <a:xfrm>
          <a:off x="0" y="0"/>
          <a:ext cx="0" cy="0"/>
          <a:chOff x="0" y="0"/>
          <a:chExt cx="0" cy="0"/>
        </a:xfrm>
      </p:grpSpPr>
      <p:sp>
        <p:nvSpPr>
          <p:cNvPr id="4001" name="Google Shape;4001;p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002" name="Google Shape;4002;p152"/>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003" name="Google Shape;4003;p152"/>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004" name="Google Shape;4004;p152"/>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005" name="Google Shape;4005;p152"/>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006" name="Google Shape;4006;p152"/>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007" name="Google Shape;4007;p152"/>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008" name="Google Shape;4008;p152"/>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009" name="Google Shape;4009;p152"/>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010" name="Google Shape;4010;p152"/>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011" name="Google Shape;4011;p152"/>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012" name="Google Shape;4012;p152"/>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013" name="Google Shape;4013;p152"/>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014" name="Google Shape;4014;p152"/>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015" name="Google Shape;4015;p152"/>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016" name="Google Shape;4016;p152"/>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017" name="Google Shape;4017;p152"/>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018" name="Google Shape;4018;p152"/>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019" name="Google Shape;4019;p152"/>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020" name="Google Shape;4020;p152"/>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021" name="Google Shape;4021;p152"/>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022" name="Google Shape;4022;p152"/>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4023" name="Google Shape;4023;p152"/>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024" name="Google Shape;4024;p152"/>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025" name="Google Shape;4025;p152"/>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026" name="Google Shape;4026;p152"/>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027" name="Google Shape;4027;p152"/>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028" name="Google Shape;4028;p152"/>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029" name="Google Shape;4029;p152"/>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030" name="Google Shape;4030;p152"/>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031" name="Google Shape;4031;p152"/>
          <p:cNvSpPr/>
          <p:nvPr/>
        </p:nvSpPr>
        <p:spPr>
          <a:xfrm rot="-651227">
            <a:off x="5806705" y="2562781"/>
            <a:ext cx="879432" cy="809181"/>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032" name="Google Shape;4032;p152"/>
          <p:cNvCxnSpPr/>
          <p:nvPr/>
        </p:nvCxnSpPr>
        <p:spPr>
          <a:xfrm rot="-650624">
            <a:off x="6071200" y="3056607"/>
            <a:ext cx="419389" cy="183866"/>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033" name="Google Shape;4033;p152"/>
          <p:cNvSpPr/>
          <p:nvPr/>
        </p:nvSpPr>
        <p:spPr>
          <a:xfrm rot="-650038">
            <a:off x="5944588" y="2812721"/>
            <a:ext cx="113320" cy="183866"/>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034" name="Google Shape;4034;p152"/>
          <p:cNvSpPr/>
          <p:nvPr/>
        </p:nvSpPr>
        <p:spPr>
          <a:xfrm rot="-650038">
            <a:off x="6177344" y="2811817"/>
            <a:ext cx="113320" cy="183866"/>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035" name="Google Shape;4035;p152"/>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036" name="Google Shape;4036;p152"/>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037" name="Google Shape;4037;p152"/>
          <p:cNvCxnSpPr/>
          <p:nvPr/>
        </p:nvCxnSpPr>
        <p:spPr>
          <a:xfrm rot="10800000">
            <a:off x="5707285" y="3457138"/>
            <a:ext cx="472800" cy="196500"/>
          </a:xfrm>
          <a:prstGeom prst="straightConnector1">
            <a:avLst/>
          </a:prstGeom>
          <a:noFill/>
          <a:ln cap="flat" cmpd="sng" w="5800">
            <a:solidFill>
              <a:schemeClr val="dk2"/>
            </a:solidFill>
            <a:prstDash val="solid"/>
            <a:round/>
            <a:headEnd len="med" w="med" type="none"/>
            <a:tailEnd len="med" w="med" type="none"/>
          </a:ln>
        </p:spPr>
      </p:cxnSp>
      <p:cxnSp>
        <p:nvCxnSpPr>
          <p:cNvPr id="4038" name="Google Shape;4038;p152"/>
          <p:cNvCxnSpPr>
            <a:stCxn id="4039" idx="3"/>
          </p:cNvCxnSpPr>
          <p:nvPr/>
        </p:nvCxnSpPr>
        <p:spPr>
          <a:xfrm>
            <a:off x="6631602" y="3653638"/>
            <a:ext cx="233100" cy="3669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040" name="Google Shape;4040;p152"/>
          <p:cNvPicPr preferRelativeResize="0"/>
          <p:nvPr/>
        </p:nvPicPr>
        <p:blipFill rotWithShape="1">
          <a:blip r:embed="rId7">
            <a:alphaModFix/>
          </a:blip>
          <a:srcRect b="28376" l="12375" r="10949" t="24332"/>
          <a:stretch/>
        </p:blipFill>
        <p:spPr>
          <a:xfrm rot="-650806">
            <a:off x="5619810" y="2266990"/>
            <a:ext cx="1091485" cy="398711"/>
          </a:xfrm>
          <a:prstGeom prst="rect">
            <a:avLst/>
          </a:prstGeom>
          <a:noFill/>
          <a:ln>
            <a:noFill/>
          </a:ln>
        </p:spPr>
      </p:pic>
      <p:pic>
        <p:nvPicPr>
          <p:cNvPr descr="Clock showing one minute past 12 o'clock (Provided by Getty Images)" id="4041" name="Google Shape;4041;p152"/>
          <p:cNvPicPr preferRelativeResize="0"/>
          <p:nvPr/>
        </p:nvPicPr>
        <p:blipFill rotWithShape="1">
          <a:blip r:embed="rId8">
            <a:alphaModFix/>
          </a:blip>
          <a:srcRect b="0" l="19170" r="16821" t="0"/>
          <a:stretch/>
        </p:blipFill>
        <p:spPr>
          <a:xfrm rot="-1349501">
            <a:off x="4329568" y="3926545"/>
            <a:ext cx="622672" cy="648866"/>
          </a:xfrm>
          <a:prstGeom prst="rect">
            <a:avLst/>
          </a:prstGeom>
          <a:noFill/>
          <a:ln>
            <a:noFill/>
          </a:ln>
        </p:spPr>
      </p:pic>
      <p:pic>
        <p:nvPicPr>
          <p:cNvPr id="4042" name="Google Shape;4042;p152" title="istockphoto-181866332-612x612.jpg"/>
          <p:cNvPicPr preferRelativeResize="0"/>
          <p:nvPr/>
        </p:nvPicPr>
        <p:blipFill rotWithShape="1">
          <a:blip r:embed="rId9">
            <a:alphaModFix/>
          </a:blip>
          <a:srcRect b="0" l="0" r="0" t="0"/>
          <a:stretch/>
        </p:blipFill>
        <p:spPr>
          <a:xfrm>
            <a:off x="2642126" y="722776"/>
            <a:ext cx="1579118" cy="1579150"/>
          </a:xfrm>
          <a:prstGeom prst="rect">
            <a:avLst/>
          </a:prstGeom>
          <a:noFill/>
          <a:ln>
            <a:noFill/>
          </a:ln>
        </p:spPr>
      </p:pic>
      <p:sp>
        <p:nvSpPr>
          <p:cNvPr id="4043" name="Google Shape;4043;p152"/>
          <p:cNvSpPr txBox="1"/>
          <p:nvPr/>
        </p:nvSpPr>
        <p:spPr>
          <a:xfrm>
            <a:off x="3491050" y="852325"/>
            <a:ext cx="73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2045</a:t>
            </a:r>
            <a:endParaRPr sz="1100">
              <a:solidFill>
                <a:srgbClr val="FFFFFF"/>
              </a:solidFill>
            </a:endParaRPr>
          </a:p>
        </p:txBody>
      </p:sp>
      <p:sp>
        <p:nvSpPr>
          <p:cNvPr id="4044" name="Google Shape;4044;p152"/>
          <p:cNvSpPr/>
          <p:nvPr/>
        </p:nvSpPr>
        <p:spPr>
          <a:xfrm flipH="1">
            <a:off x="6131450" y="3272663"/>
            <a:ext cx="548700" cy="876000"/>
          </a:xfrm>
          <a:prstGeom prst="parallelogram">
            <a:avLst>
              <a:gd fmla="val 25000" name="adj"/>
            </a:avLst>
          </a:prstGeom>
          <a:solidFill>
            <a:srgbClr val="FF0000"/>
          </a:solidFill>
          <a:ln cap="flat" cmpd="sng" w="58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45" name="Google Shape;4045;p152"/>
          <p:cNvPicPr preferRelativeResize="0"/>
          <p:nvPr/>
        </p:nvPicPr>
        <p:blipFill rotWithShape="1">
          <a:blip r:embed="rId10">
            <a:alphaModFix/>
          </a:blip>
          <a:srcRect b="0" l="34878" r="35929" t="0"/>
          <a:stretch/>
        </p:blipFill>
        <p:spPr>
          <a:xfrm flipH="1">
            <a:off x="5477762" y="3278300"/>
            <a:ext cx="332700" cy="1430975"/>
          </a:xfrm>
          <a:prstGeom prst="rect">
            <a:avLst/>
          </a:prstGeom>
          <a:noFill/>
          <a:ln>
            <a:noFill/>
          </a:ln>
        </p:spPr>
      </p:pic>
      <p:pic>
        <p:nvPicPr>
          <p:cNvPr id="4046" name="Google Shape;4046;p152"/>
          <p:cNvPicPr preferRelativeResize="0"/>
          <p:nvPr/>
        </p:nvPicPr>
        <p:blipFill rotWithShape="1">
          <a:blip r:embed="rId11">
            <a:alphaModFix/>
          </a:blip>
          <a:srcRect b="12360" l="0" r="0" t="12367"/>
          <a:stretch/>
        </p:blipFill>
        <p:spPr>
          <a:xfrm>
            <a:off x="5520344" y="2904946"/>
            <a:ext cx="1091475" cy="894401"/>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0" name="Shape 4050"/>
        <p:cNvGrpSpPr/>
        <p:nvPr/>
      </p:nvGrpSpPr>
      <p:grpSpPr>
        <a:xfrm>
          <a:off x="0" y="0"/>
          <a:ext cx="0" cy="0"/>
          <a:chOff x="0" y="0"/>
          <a:chExt cx="0" cy="0"/>
        </a:xfrm>
      </p:grpSpPr>
      <p:sp>
        <p:nvSpPr>
          <p:cNvPr id="4051" name="Google Shape;4051;p1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052" name="Google Shape;4052;p153"/>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053" name="Google Shape;4053;p153"/>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054" name="Google Shape;4054;p153"/>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055" name="Google Shape;4055;p153"/>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056" name="Google Shape;4056;p153"/>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057" name="Google Shape;4057;p153"/>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058" name="Google Shape;4058;p153"/>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059" name="Google Shape;4059;p153"/>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060" name="Google Shape;4060;p153"/>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061" name="Google Shape;4061;p153"/>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062" name="Google Shape;4062;p153"/>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063" name="Google Shape;4063;p153"/>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064" name="Google Shape;4064;p153"/>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065" name="Google Shape;4065;p153"/>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066" name="Google Shape;4066;p153"/>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067" name="Google Shape;4067;p153"/>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068" name="Google Shape;4068;p153"/>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069" name="Google Shape;4069;p153"/>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070" name="Google Shape;4070;p153"/>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071" name="Google Shape;4071;p153"/>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072" name="Google Shape;4072;p153"/>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4073" name="Google Shape;4073;p153"/>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074" name="Google Shape;4074;p153"/>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075" name="Google Shape;4075;p153"/>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076" name="Google Shape;4076;p153"/>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077" name="Google Shape;4077;p153"/>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078" name="Google Shape;4078;p153"/>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079" name="Google Shape;4079;p153"/>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080" name="Google Shape;4080;p153"/>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081" name="Google Shape;4081;p153"/>
          <p:cNvSpPr/>
          <p:nvPr/>
        </p:nvSpPr>
        <p:spPr>
          <a:xfrm rot="-651227">
            <a:off x="5806705" y="2562781"/>
            <a:ext cx="879432" cy="809181"/>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082" name="Google Shape;4082;p153"/>
          <p:cNvCxnSpPr/>
          <p:nvPr/>
        </p:nvCxnSpPr>
        <p:spPr>
          <a:xfrm rot="-650624">
            <a:off x="6071200" y="3056607"/>
            <a:ext cx="419389" cy="183866"/>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083" name="Google Shape;4083;p153"/>
          <p:cNvSpPr/>
          <p:nvPr/>
        </p:nvSpPr>
        <p:spPr>
          <a:xfrm rot="-650038">
            <a:off x="5953313" y="2799896"/>
            <a:ext cx="113320" cy="183866"/>
          </a:xfrm>
          <a:prstGeom prst="ellipse">
            <a:avLst/>
          </a:prstGeom>
          <a:solidFill>
            <a:srgbClr val="000000"/>
          </a:solidFill>
          <a:ln cap="flat" cmpd="sng" w="5800">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084" name="Google Shape;4084;p153"/>
          <p:cNvSpPr/>
          <p:nvPr/>
        </p:nvSpPr>
        <p:spPr>
          <a:xfrm rot="-650038">
            <a:off x="6177344" y="2811817"/>
            <a:ext cx="113320" cy="183866"/>
          </a:xfrm>
          <a:prstGeom prst="ellipse">
            <a:avLst/>
          </a:prstGeom>
          <a:solidFill>
            <a:srgbClr val="000000"/>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085" name="Google Shape;4085;p153"/>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086" name="Google Shape;4086;p153"/>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087" name="Google Shape;4087;p153"/>
          <p:cNvCxnSpPr/>
          <p:nvPr/>
        </p:nvCxnSpPr>
        <p:spPr>
          <a:xfrm rot="10800000">
            <a:off x="5707285" y="3457138"/>
            <a:ext cx="472800" cy="196500"/>
          </a:xfrm>
          <a:prstGeom prst="straightConnector1">
            <a:avLst/>
          </a:prstGeom>
          <a:noFill/>
          <a:ln cap="flat" cmpd="sng" w="5800">
            <a:solidFill>
              <a:schemeClr val="dk2"/>
            </a:solidFill>
            <a:prstDash val="solid"/>
            <a:round/>
            <a:headEnd len="med" w="med" type="none"/>
            <a:tailEnd len="med" w="med" type="none"/>
          </a:ln>
        </p:spPr>
      </p:cxnSp>
      <p:cxnSp>
        <p:nvCxnSpPr>
          <p:cNvPr id="4088" name="Google Shape;4088;p153"/>
          <p:cNvCxnSpPr>
            <a:stCxn id="4089" idx="3"/>
          </p:cNvCxnSpPr>
          <p:nvPr/>
        </p:nvCxnSpPr>
        <p:spPr>
          <a:xfrm>
            <a:off x="6631602" y="3653638"/>
            <a:ext cx="233100" cy="3669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090" name="Google Shape;4090;p153"/>
          <p:cNvPicPr preferRelativeResize="0"/>
          <p:nvPr/>
        </p:nvPicPr>
        <p:blipFill rotWithShape="1">
          <a:blip r:embed="rId7">
            <a:alphaModFix/>
          </a:blip>
          <a:srcRect b="28376" l="12375" r="10949" t="24332"/>
          <a:stretch/>
        </p:blipFill>
        <p:spPr>
          <a:xfrm rot="-650806">
            <a:off x="5619810" y="2266990"/>
            <a:ext cx="1091485" cy="398711"/>
          </a:xfrm>
          <a:prstGeom prst="rect">
            <a:avLst/>
          </a:prstGeom>
          <a:noFill/>
          <a:ln>
            <a:noFill/>
          </a:ln>
        </p:spPr>
      </p:pic>
      <p:pic>
        <p:nvPicPr>
          <p:cNvPr descr="Clock showing one minute past 12 o'clock (Provided by Getty Images)" id="4091" name="Google Shape;4091;p153"/>
          <p:cNvPicPr preferRelativeResize="0"/>
          <p:nvPr/>
        </p:nvPicPr>
        <p:blipFill rotWithShape="1">
          <a:blip r:embed="rId8">
            <a:alphaModFix/>
          </a:blip>
          <a:srcRect b="0" l="19170" r="16821" t="0"/>
          <a:stretch/>
        </p:blipFill>
        <p:spPr>
          <a:xfrm rot="-1349501">
            <a:off x="4329568" y="3926545"/>
            <a:ext cx="622672" cy="648866"/>
          </a:xfrm>
          <a:prstGeom prst="rect">
            <a:avLst/>
          </a:prstGeom>
          <a:noFill/>
          <a:ln>
            <a:noFill/>
          </a:ln>
        </p:spPr>
      </p:pic>
      <p:pic>
        <p:nvPicPr>
          <p:cNvPr id="4092" name="Google Shape;4092;p153" title="istockphoto-181866332-612x612.jpg"/>
          <p:cNvPicPr preferRelativeResize="0"/>
          <p:nvPr/>
        </p:nvPicPr>
        <p:blipFill rotWithShape="1">
          <a:blip r:embed="rId9">
            <a:alphaModFix/>
          </a:blip>
          <a:srcRect b="0" l="0" r="0" t="0"/>
          <a:stretch/>
        </p:blipFill>
        <p:spPr>
          <a:xfrm>
            <a:off x="2642126" y="722776"/>
            <a:ext cx="1579118" cy="1579150"/>
          </a:xfrm>
          <a:prstGeom prst="rect">
            <a:avLst/>
          </a:prstGeom>
          <a:noFill/>
          <a:ln>
            <a:noFill/>
          </a:ln>
        </p:spPr>
      </p:pic>
      <p:sp>
        <p:nvSpPr>
          <p:cNvPr id="4093" name="Google Shape;4093;p153"/>
          <p:cNvSpPr txBox="1"/>
          <p:nvPr/>
        </p:nvSpPr>
        <p:spPr>
          <a:xfrm>
            <a:off x="3491050" y="852325"/>
            <a:ext cx="73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2060</a:t>
            </a:r>
            <a:endParaRPr sz="1100">
              <a:solidFill>
                <a:srgbClr val="FFFFFF"/>
              </a:solidFill>
            </a:endParaRPr>
          </a:p>
        </p:txBody>
      </p:sp>
      <p:sp>
        <p:nvSpPr>
          <p:cNvPr id="4094" name="Google Shape;4094;p153"/>
          <p:cNvSpPr/>
          <p:nvPr/>
        </p:nvSpPr>
        <p:spPr>
          <a:xfrm flipH="1">
            <a:off x="6131450" y="3272663"/>
            <a:ext cx="548700" cy="876000"/>
          </a:xfrm>
          <a:prstGeom prst="parallelogram">
            <a:avLst>
              <a:gd fmla="val 25000" name="adj"/>
            </a:avLst>
          </a:prstGeom>
          <a:solidFill>
            <a:srgbClr val="FF0000"/>
          </a:solidFill>
          <a:ln cap="flat" cmpd="sng" w="58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95" name="Google Shape;4095;p153"/>
          <p:cNvPicPr preferRelativeResize="0"/>
          <p:nvPr/>
        </p:nvPicPr>
        <p:blipFill rotWithShape="1">
          <a:blip r:embed="rId10">
            <a:alphaModFix/>
          </a:blip>
          <a:srcRect b="0" l="34878" r="35929" t="0"/>
          <a:stretch/>
        </p:blipFill>
        <p:spPr>
          <a:xfrm flipH="1">
            <a:off x="5477762" y="3278300"/>
            <a:ext cx="332700" cy="1430975"/>
          </a:xfrm>
          <a:prstGeom prst="rect">
            <a:avLst/>
          </a:prstGeom>
          <a:noFill/>
          <a:ln>
            <a:noFill/>
          </a:ln>
        </p:spPr>
      </p:pic>
      <p:pic>
        <p:nvPicPr>
          <p:cNvPr id="4096" name="Google Shape;4096;p153"/>
          <p:cNvPicPr preferRelativeResize="0"/>
          <p:nvPr/>
        </p:nvPicPr>
        <p:blipFill rotWithShape="1">
          <a:blip r:embed="rId11">
            <a:alphaModFix/>
          </a:blip>
          <a:srcRect b="12360" l="0" r="0" t="12367"/>
          <a:stretch/>
        </p:blipFill>
        <p:spPr>
          <a:xfrm>
            <a:off x="5520344" y="2904946"/>
            <a:ext cx="1091475" cy="894401"/>
          </a:xfrm>
          <a:prstGeom prst="rect">
            <a:avLst/>
          </a:prstGeom>
          <a:noFill/>
          <a:ln>
            <a:noFill/>
          </a:ln>
        </p:spPr>
      </p:pic>
      <p:cxnSp>
        <p:nvCxnSpPr>
          <p:cNvPr id="4097" name="Google Shape;4097;p153"/>
          <p:cNvCxnSpPr/>
          <p:nvPr/>
        </p:nvCxnSpPr>
        <p:spPr>
          <a:xfrm>
            <a:off x="5860925" y="2760375"/>
            <a:ext cx="98700" cy="130800"/>
          </a:xfrm>
          <a:prstGeom prst="straightConnector1">
            <a:avLst/>
          </a:prstGeom>
          <a:noFill/>
          <a:ln cap="flat" cmpd="sng" w="9525">
            <a:solidFill>
              <a:schemeClr val="dk2"/>
            </a:solidFill>
            <a:prstDash val="solid"/>
            <a:round/>
            <a:headEnd len="med" w="med" type="none"/>
            <a:tailEnd len="med" w="med" type="none"/>
          </a:ln>
        </p:spPr>
      </p:cxnSp>
      <p:cxnSp>
        <p:nvCxnSpPr>
          <p:cNvPr id="4098" name="Google Shape;4098;p153"/>
          <p:cNvCxnSpPr>
            <a:stCxn id="4096" idx="0"/>
          </p:cNvCxnSpPr>
          <p:nvPr/>
        </p:nvCxnSpPr>
        <p:spPr>
          <a:xfrm>
            <a:off x="6066081" y="2904946"/>
            <a:ext cx="102600" cy="3600"/>
          </a:xfrm>
          <a:prstGeom prst="straightConnector1">
            <a:avLst/>
          </a:prstGeom>
          <a:noFill/>
          <a:ln cap="flat" cmpd="sng" w="9525">
            <a:solidFill>
              <a:schemeClr val="dk2"/>
            </a:solidFill>
            <a:prstDash val="solid"/>
            <a:round/>
            <a:headEnd len="med" w="med" type="none"/>
            <a:tailEnd len="med" w="med" type="none"/>
          </a:ln>
        </p:spPr>
      </p:cxnSp>
      <p:cxnSp>
        <p:nvCxnSpPr>
          <p:cNvPr id="4099" name="Google Shape;4099;p153"/>
          <p:cNvCxnSpPr/>
          <p:nvPr/>
        </p:nvCxnSpPr>
        <p:spPr>
          <a:xfrm flipH="1" rot="10800000">
            <a:off x="6287825" y="2714075"/>
            <a:ext cx="310800" cy="177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105" name="Google Shape;4105;p154"/>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106" name="Google Shape;4106;p154"/>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107" name="Google Shape;4107;p154"/>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108" name="Google Shape;4108;p154"/>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109" name="Google Shape;4109;p154"/>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110" name="Google Shape;4110;p154"/>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111" name="Google Shape;4111;p154"/>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112" name="Google Shape;4112;p154"/>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113" name="Google Shape;4113;p154"/>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114" name="Google Shape;4114;p154"/>
          <p:cNvCxnSpPr/>
          <p:nvPr/>
        </p:nvCxnSpPr>
        <p:spPr>
          <a:xfrm rot="10800000">
            <a:off x="1630303" y="1768850"/>
            <a:ext cx="78600" cy="2994900"/>
          </a:xfrm>
          <a:prstGeom prst="straightConnector1">
            <a:avLst/>
          </a:prstGeom>
          <a:noFill/>
          <a:ln cap="flat" cmpd="sng" w="9525">
            <a:solidFill>
              <a:schemeClr val="dk2"/>
            </a:solidFill>
            <a:prstDash val="solid"/>
            <a:round/>
            <a:headEnd len="med" w="med" type="none"/>
            <a:tailEnd len="med" w="med" type="none"/>
          </a:ln>
        </p:spPr>
      </p:cxnSp>
      <p:cxnSp>
        <p:nvCxnSpPr>
          <p:cNvPr id="4115" name="Google Shape;4115;p154"/>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116" name="Google Shape;4116;p154"/>
          <p:cNvCxnSpPr/>
          <p:nvPr/>
        </p:nvCxnSpPr>
        <p:spPr>
          <a:xfrm rot="10800000">
            <a:off x="2136975" y="1721400"/>
            <a:ext cx="332100" cy="417600"/>
          </a:xfrm>
          <a:prstGeom prst="straightConnector1">
            <a:avLst/>
          </a:prstGeom>
          <a:noFill/>
          <a:ln cap="flat" cmpd="sng" w="9525">
            <a:solidFill>
              <a:schemeClr val="dk2"/>
            </a:solidFill>
            <a:prstDash val="solid"/>
            <a:round/>
            <a:headEnd len="med" w="med" type="none"/>
            <a:tailEnd len="med" w="med" type="none"/>
          </a:ln>
        </p:spPr>
      </p:cxnSp>
      <p:cxnSp>
        <p:nvCxnSpPr>
          <p:cNvPr id="4117" name="Google Shape;4117;p154"/>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118" name="Google Shape;4118;p154"/>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119" name="Google Shape;4119;p154"/>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120" name="Google Shape;4120;p154"/>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121" name="Google Shape;4121;p154"/>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122" name="Google Shape;4122;p154"/>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123" name="Google Shape;4123;p154"/>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124" name="Google Shape;4124;p154"/>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125" name="Google Shape;4125;p154"/>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126" name="Google Shape;4126;p154"/>
          <p:cNvSpPr/>
          <p:nvPr/>
        </p:nvSpPr>
        <p:spPr>
          <a:xfrm rot="-651227">
            <a:off x="5806705" y="2562781"/>
            <a:ext cx="879432" cy="809181"/>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127" name="Google Shape;4127;p154"/>
          <p:cNvCxnSpPr/>
          <p:nvPr/>
        </p:nvCxnSpPr>
        <p:spPr>
          <a:xfrm rot="-650624">
            <a:off x="6071200" y="3056607"/>
            <a:ext cx="419389" cy="183866"/>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128" name="Google Shape;4128;p154"/>
          <p:cNvSpPr/>
          <p:nvPr/>
        </p:nvSpPr>
        <p:spPr>
          <a:xfrm rot="-650038">
            <a:off x="5953313" y="2799896"/>
            <a:ext cx="113320" cy="183866"/>
          </a:xfrm>
          <a:prstGeom prst="ellipse">
            <a:avLst/>
          </a:prstGeom>
          <a:solidFill>
            <a:srgbClr val="000000"/>
          </a:solidFill>
          <a:ln cap="flat" cmpd="sng" w="5800">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129" name="Google Shape;4129;p154"/>
          <p:cNvSpPr/>
          <p:nvPr/>
        </p:nvSpPr>
        <p:spPr>
          <a:xfrm rot="-650038">
            <a:off x="6177344" y="2811817"/>
            <a:ext cx="113320" cy="183866"/>
          </a:xfrm>
          <a:prstGeom prst="ellipse">
            <a:avLst/>
          </a:prstGeom>
          <a:solidFill>
            <a:srgbClr val="000000"/>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130" name="Google Shape;4130;p154"/>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131" name="Google Shape;4131;p154"/>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132" name="Google Shape;4132;p154"/>
          <p:cNvCxnSpPr/>
          <p:nvPr/>
        </p:nvCxnSpPr>
        <p:spPr>
          <a:xfrm rot="10800000">
            <a:off x="5707285" y="3457138"/>
            <a:ext cx="472800" cy="196500"/>
          </a:xfrm>
          <a:prstGeom prst="straightConnector1">
            <a:avLst/>
          </a:prstGeom>
          <a:noFill/>
          <a:ln cap="flat" cmpd="sng" w="5800">
            <a:solidFill>
              <a:schemeClr val="dk2"/>
            </a:solidFill>
            <a:prstDash val="solid"/>
            <a:round/>
            <a:headEnd len="med" w="med" type="none"/>
            <a:tailEnd len="med" w="med" type="none"/>
          </a:ln>
        </p:spPr>
      </p:cxnSp>
      <p:cxnSp>
        <p:nvCxnSpPr>
          <p:cNvPr id="4133" name="Google Shape;4133;p154"/>
          <p:cNvCxnSpPr>
            <a:stCxn id="4134" idx="3"/>
          </p:cNvCxnSpPr>
          <p:nvPr/>
        </p:nvCxnSpPr>
        <p:spPr>
          <a:xfrm>
            <a:off x="6631602" y="3653638"/>
            <a:ext cx="233100" cy="3669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135" name="Google Shape;4135;p154"/>
          <p:cNvPicPr preferRelativeResize="0"/>
          <p:nvPr/>
        </p:nvPicPr>
        <p:blipFill rotWithShape="1">
          <a:blip r:embed="rId7">
            <a:alphaModFix/>
          </a:blip>
          <a:srcRect b="28376" l="12375" r="10949" t="24332"/>
          <a:stretch/>
        </p:blipFill>
        <p:spPr>
          <a:xfrm rot="-650806">
            <a:off x="5619810" y="2266990"/>
            <a:ext cx="1091485" cy="398711"/>
          </a:xfrm>
          <a:prstGeom prst="rect">
            <a:avLst/>
          </a:prstGeom>
          <a:noFill/>
          <a:ln>
            <a:noFill/>
          </a:ln>
        </p:spPr>
      </p:pic>
      <p:pic>
        <p:nvPicPr>
          <p:cNvPr descr="Clock showing one minute past 12 o'clock (Provided by Getty Images)" id="4136" name="Google Shape;4136;p154"/>
          <p:cNvPicPr preferRelativeResize="0"/>
          <p:nvPr/>
        </p:nvPicPr>
        <p:blipFill rotWithShape="1">
          <a:blip r:embed="rId8">
            <a:alphaModFix/>
          </a:blip>
          <a:srcRect b="0" l="19170" r="16821" t="0"/>
          <a:stretch/>
        </p:blipFill>
        <p:spPr>
          <a:xfrm rot="-1349501">
            <a:off x="4329568" y="3926545"/>
            <a:ext cx="622672" cy="648866"/>
          </a:xfrm>
          <a:prstGeom prst="rect">
            <a:avLst/>
          </a:prstGeom>
          <a:noFill/>
          <a:ln>
            <a:noFill/>
          </a:ln>
        </p:spPr>
      </p:pic>
      <p:pic>
        <p:nvPicPr>
          <p:cNvPr id="4137" name="Google Shape;4137;p154" title="istockphoto-181866332-612x612.jpg"/>
          <p:cNvPicPr preferRelativeResize="0"/>
          <p:nvPr/>
        </p:nvPicPr>
        <p:blipFill rotWithShape="1">
          <a:blip r:embed="rId9">
            <a:alphaModFix/>
          </a:blip>
          <a:srcRect b="0" l="0" r="0" t="0"/>
          <a:stretch/>
        </p:blipFill>
        <p:spPr>
          <a:xfrm>
            <a:off x="2642126" y="722776"/>
            <a:ext cx="1579118" cy="1579150"/>
          </a:xfrm>
          <a:prstGeom prst="rect">
            <a:avLst/>
          </a:prstGeom>
          <a:noFill/>
          <a:ln>
            <a:noFill/>
          </a:ln>
        </p:spPr>
      </p:pic>
      <p:sp>
        <p:nvSpPr>
          <p:cNvPr id="4138" name="Google Shape;4138;p154"/>
          <p:cNvSpPr txBox="1"/>
          <p:nvPr/>
        </p:nvSpPr>
        <p:spPr>
          <a:xfrm>
            <a:off x="3491050" y="852325"/>
            <a:ext cx="730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2060</a:t>
            </a:r>
            <a:endParaRPr sz="1100">
              <a:solidFill>
                <a:srgbClr val="FFFFFF"/>
              </a:solidFill>
            </a:endParaRPr>
          </a:p>
        </p:txBody>
      </p:sp>
      <p:sp>
        <p:nvSpPr>
          <p:cNvPr id="4139" name="Google Shape;4139;p154"/>
          <p:cNvSpPr/>
          <p:nvPr/>
        </p:nvSpPr>
        <p:spPr>
          <a:xfrm flipH="1">
            <a:off x="6131450" y="3272663"/>
            <a:ext cx="548700" cy="876000"/>
          </a:xfrm>
          <a:prstGeom prst="parallelogram">
            <a:avLst>
              <a:gd fmla="val 25000" name="adj"/>
            </a:avLst>
          </a:prstGeom>
          <a:solidFill>
            <a:srgbClr val="FF0000"/>
          </a:solidFill>
          <a:ln cap="flat" cmpd="sng" w="58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40" name="Google Shape;4140;p154"/>
          <p:cNvPicPr preferRelativeResize="0"/>
          <p:nvPr/>
        </p:nvPicPr>
        <p:blipFill rotWithShape="1">
          <a:blip r:embed="rId10">
            <a:alphaModFix/>
          </a:blip>
          <a:srcRect b="0" l="34878" r="35929" t="0"/>
          <a:stretch/>
        </p:blipFill>
        <p:spPr>
          <a:xfrm flipH="1">
            <a:off x="5477762" y="3278300"/>
            <a:ext cx="332700" cy="1430975"/>
          </a:xfrm>
          <a:prstGeom prst="rect">
            <a:avLst/>
          </a:prstGeom>
          <a:noFill/>
          <a:ln>
            <a:noFill/>
          </a:ln>
        </p:spPr>
      </p:pic>
      <p:pic>
        <p:nvPicPr>
          <p:cNvPr id="4141" name="Google Shape;4141;p154"/>
          <p:cNvPicPr preferRelativeResize="0"/>
          <p:nvPr/>
        </p:nvPicPr>
        <p:blipFill rotWithShape="1">
          <a:blip r:embed="rId11">
            <a:alphaModFix/>
          </a:blip>
          <a:srcRect b="12360" l="0" r="0" t="12367"/>
          <a:stretch/>
        </p:blipFill>
        <p:spPr>
          <a:xfrm>
            <a:off x="5520344" y="2904946"/>
            <a:ext cx="1091475" cy="894401"/>
          </a:xfrm>
          <a:prstGeom prst="rect">
            <a:avLst/>
          </a:prstGeom>
          <a:noFill/>
          <a:ln>
            <a:noFill/>
          </a:ln>
        </p:spPr>
      </p:pic>
      <p:cxnSp>
        <p:nvCxnSpPr>
          <p:cNvPr id="4142" name="Google Shape;4142;p154"/>
          <p:cNvCxnSpPr/>
          <p:nvPr/>
        </p:nvCxnSpPr>
        <p:spPr>
          <a:xfrm>
            <a:off x="5860925" y="2760375"/>
            <a:ext cx="98700" cy="130800"/>
          </a:xfrm>
          <a:prstGeom prst="straightConnector1">
            <a:avLst/>
          </a:prstGeom>
          <a:noFill/>
          <a:ln cap="flat" cmpd="sng" w="9525">
            <a:solidFill>
              <a:schemeClr val="dk2"/>
            </a:solidFill>
            <a:prstDash val="solid"/>
            <a:round/>
            <a:headEnd len="med" w="med" type="none"/>
            <a:tailEnd len="med" w="med" type="none"/>
          </a:ln>
        </p:spPr>
      </p:cxnSp>
      <p:cxnSp>
        <p:nvCxnSpPr>
          <p:cNvPr id="4143" name="Google Shape;4143;p154"/>
          <p:cNvCxnSpPr>
            <a:stCxn id="4141" idx="0"/>
          </p:cNvCxnSpPr>
          <p:nvPr/>
        </p:nvCxnSpPr>
        <p:spPr>
          <a:xfrm>
            <a:off x="6066081" y="2904946"/>
            <a:ext cx="102600" cy="3600"/>
          </a:xfrm>
          <a:prstGeom prst="straightConnector1">
            <a:avLst/>
          </a:prstGeom>
          <a:noFill/>
          <a:ln cap="flat" cmpd="sng" w="9525">
            <a:solidFill>
              <a:schemeClr val="dk2"/>
            </a:solidFill>
            <a:prstDash val="solid"/>
            <a:round/>
            <a:headEnd len="med" w="med" type="none"/>
            <a:tailEnd len="med" w="med" type="none"/>
          </a:ln>
        </p:spPr>
      </p:cxnSp>
      <p:cxnSp>
        <p:nvCxnSpPr>
          <p:cNvPr id="4144" name="Google Shape;4144;p154"/>
          <p:cNvCxnSpPr/>
          <p:nvPr/>
        </p:nvCxnSpPr>
        <p:spPr>
          <a:xfrm flipH="1" rot="10800000">
            <a:off x="6287825" y="2714075"/>
            <a:ext cx="310800" cy="177000"/>
          </a:xfrm>
          <a:prstGeom prst="straightConnector1">
            <a:avLst/>
          </a:prstGeom>
          <a:noFill/>
          <a:ln cap="flat" cmpd="sng" w="9525">
            <a:solidFill>
              <a:schemeClr val="dk2"/>
            </a:solidFill>
            <a:prstDash val="solid"/>
            <a:round/>
            <a:headEnd len="med" w="med" type="none"/>
            <a:tailEnd len="med" w="med" type="none"/>
          </a:ln>
        </p:spPr>
      </p:cxnSp>
      <p:cxnSp>
        <p:nvCxnSpPr>
          <p:cNvPr id="4145" name="Google Shape;4145;p154"/>
          <p:cNvCxnSpPr/>
          <p:nvPr/>
        </p:nvCxnSpPr>
        <p:spPr>
          <a:xfrm>
            <a:off x="2242225" y="4357175"/>
            <a:ext cx="342900" cy="15300"/>
          </a:xfrm>
          <a:prstGeom prst="straightConnector1">
            <a:avLst/>
          </a:prstGeom>
          <a:noFill/>
          <a:ln cap="flat" cmpd="sng" w="9525">
            <a:solidFill>
              <a:schemeClr val="dk2"/>
            </a:solidFill>
            <a:prstDash val="solid"/>
            <a:round/>
            <a:headEnd len="med" w="med" type="none"/>
            <a:tailEnd len="med" w="med" type="none"/>
          </a:ln>
        </p:spPr>
      </p:cxnSp>
      <p:cxnSp>
        <p:nvCxnSpPr>
          <p:cNvPr id="4146" name="Google Shape;4146;p154"/>
          <p:cNvCxnSpPr/>
          <p:nvPr/>
        </p:nvCxnSpPr>
        <p:spPr>
          <a:xfrm rot="10800000">
            <a:off x="2470750" y="2116775"/>
            <a:ext cx="91500" cy="2278500"/>
          </a:xfrm>
          <a:prstGeom prst="straightConnector1">
            <a:avLst/>
          </a:prstGeom>
          <a:noFill/>
          <a:ln cap="flat" cmpd="sng" w="9525">
            <a:solidFill>
              <a:schemeClr val="dk2"/>
            </a:solidFill>
            <a:prstDash val="solid"/>
            <a:round/>
            <a:headEnd len="med" w="med" type="none"/>
            <a:tailEnd len="med" w="med" type="none"/>
          </a:ln>
        </p:spPr>
      </p:cxnSp>
      <p:cxnSp>
        <p:nvCxnSpPr>
          <p:cNvPr id="4147" name="Google Shape;4147;p154"/>
          <p:cNvCxnSpPr/>
          <p:nvPr/>
        </p:nvCxnSpPr>
        <p:spPr>
          <a:xfrm flipH="1" rot="10800000">
            <a:off x="1617375" y="1659700"/>
            <a:ext cx="502800" cy="114300"/>
          </a:xfrm>
          <a:prstGeom prst="straightConnector1">
            <a:avLst/>
          </a:prstGeom>
          <a:noFill/>
          <a:ln cap="flat" cmpd="sng" w="9525">
            <a:solidFill>
              <a:schemeClr val="dk2"/>
            </a:solidFill>
            <a:prstDash val="solid"/>
            <a:round/>
            <a:headEnd len="med" w="med" type="none"/>
            <a:tailEnd len="med" w="med" type="none"/>
          </a:ln>
        </p:spPr>
      </p:cxnSp>
      <p:sp>
        <p:nvSpPr>
          <p:cNvPr id="4148" name="Google Shape;4148;p154"/>
          <p:cNvSpPr/>
          <p:nvPr/>
        </p:nvSpPr>
        <p:spPr>
          <a:xfrm>
            <a:off x="2915829" y="2067238"/>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9" name="Google Shape;4149;p154"/>
          <p:cNvSpPr/>
          <p:nvPr/>
        </p:nvSpPr>
        <p:spPr>
          <a:xfrm>
            <a:off x="3161429" y="2321838"/>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0" name="Google Shape;4150;p154"/>
          <p:cNvSpPr/>
          <p:nvPr/>
        </p:nvSpPr>
        <p:spPr>
          <a:xfrm>
            <a:off x="3462779" y="2321838"/>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151" name="Google Shape;4151;p154"/>
          <p:cNvCxnSpPr/>
          <p:nvPr/>
        </p:nvCxnSpPr>
        <p:spPr>
          <a:xfrm flipH="1" rot="10800000">
            <a:off x="3241329" y="2743288"/>
            <a:ext cx="198000" cy="99000"/>
          </a:xfrm>
          <a:prstGeom prst="straightConnector1">
            <a:avLst/>
          </a:prstGeom>
          <a:noFill/>
          <a:ln cap="flat" cmpd="sng" w="9525">
            <a:solidFill>
              <a:schemeClr val="dk2"/>
            </a:solidFill>
            <a:prstDash val="solid"/>
            <a:round/>
            <a:headEnd len="med" w="med" type="none"/>
            <a:tailEnd len="med" w="med" type="none"/>
          </a:ln>
        </p:spPr>
      </p:cxnSp>
      <p:cxnSp>
        <p:nvCxnSpPr>
          <p:cNvPr id="4152" name="Google Shape;4152;p154"/>
          <p:cNvCxnSpPr/>
          <p:nvPr/>
        </p:nvCxnSpPr>
        <p:spPr>
          <a:xfrm flipH="1">
            <a:off x="3408204" y="2774238"/>
            <a:ext cx="6300" cy="99000"/>
          </a:xfrm>
          <a:prstGeom prst="straightConnector1">
            <a:avLst/>
          </a:prstGeom>
          <a:noFill/>
          <a:ln cap="flat" cmpd="sng" w="9525">
            <a:solidFill>
              <a:schemeClr val="dk2"/>
            </a:solidFill>
            <a:prstDash val="solid"/>
            <a:round/>
            <a:headEnd len="med" w="med" type="none"/>
            <a:tailEnd len="med" w="med" type="none"/>
          </a:ln>
        </p:spPr>
      </p:cxnSp>
      <p:cxnSp>
        <p:nvCxnSpPr>
          <p:cNvPr id="4153" name="Google Shape;4153;p154"/>
          <p:cNvCxnSpPr>
            <a:endCxn id="4149" idx="7"/>
          </p:cNvCxnSpPr>
          <p:nvPr/>
        </p:nvCxnSpPr>
        <p:spPr>
          <a:xfrm>
            <a:off x="3161022" y="2155592"/>
            <a:ext cx="97200" cy="194100"/>
          </a:xfrm>
          <a:prstGeom prst="straightConnector1">
            <a:avLst/>
          </a:prstGeom>
          <a:noFill/>
          <a:ln cap="flat" cmpd="sng" w="9525">
            <a:solidFill>
              <a:schemeClr val="dk2"/>
            </a:solidFill>
            <a:prstDash val="solid"/>
            <a:round/>
            <a:headEnd len="med" w="med" type="none"/>
            <a:tailEnd len="med" w="med" type="none"/>
          </a:ln>
        </p:spPr>
      </p:cxnSp>
      <p:cxnSp>
        <p:nvCxnSpPr>
          <p:cNvPr id="4154" name="Google Shape;4154;p154"/>
          <p:cNvCxnSpPr/>
          <p:nvPr/>
        </p:nvCxnSpPr>
        <p:spPr>
          <a:xfrm flipH="1" rot="10800000">
            <a:off x="3420679" y="2202163"/>
            <a:ext cx="245700" cy="71100"/>
          </a:xfrm>
          <a:prstGeom prst="straightConnector1">
            <a:avLst/>
          </a:prstGeom>
          <a:noFill/>
          <a:ln cap="flat" cmpd="sng" w="9525">
            <a:solidFill>
              <a:schemeClr val="dk2"/>
            </a:solidFill>
            <a:prstDash val="solid"/>
            <a:round/>
            <a:headEnd len="med" w="med" type="none"/>
            <a:tailEnd len="med" w="med" type="none"/>
          </a:ln>
        </p:spPr>
      </p:cxnSp>
      <p:pic>
        <p:nvPicPr>
          <p:cNvPr descr="Police hat icon / vector graphics (Provided by Getty Images)" id="4155" name="Google Shape;4155;p154"/>
          <p:cNvPicPr preferRelativeResize="0"/>
          <p:nvPr/>
        </p:nvPicPr>
        <p:blipFill rotWithShape="1">
          <a:blip r:embed="rId12">
            <a:alphaModFix/>
          </a:blip>
          <a:srcRect b="14259" l="13020" r="8215" t="12238"/>
          <a:stretch/>
        </p:blipFill>
        <p:spPr>
          <a:xfrm>
            <a:off x="2990430" y="1402638"/>
            <a:ext cx="804700" cy="750950"/>
          </a:xfrm>
          <a:prstGeom prst="rect">
            <a:avLst/>
          </a:prstGeom>
          <a:noFill/>
          <a:ln>
            <a:noFill/>
          </a:ln>
        </p:spPr>
      </p:pic>
      <p:sp>
        <p:nvSpPr>
          <p:cNvPr id="4156" name="Google Shape;4156;p154"/>
          <p:cNvSpPr/>
          <p:nvPr/>
        </p:nvSpPr>
        <p:spPr>
          <a:xfrm>
            <a:off x="3086778" y="3040312"/>
            <a:ext cx="548700" cy="1037050"/>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157" name="Google Shape;4157;p154"/>
          <p:cNvCxnSpPr/>
          <p:nvPr/>
        </p:nvCxnSpPr>
        <p:spPr>
          <a:xfrm flipH="1">
            <a:off x="3035728" y="4077362"/>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4158" name="Google Shape;4158;p154"/>
          <p:cNvCxnSpPr/>
          <p:nvPr/>
        </p:nvCxnSpPr>
        <p:spPr>
          <a:xfrm>
            <a:off x="3509328" y="4077362"/>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4159" name="Google Shape;4159;p154"/>
          <p:cNvCxnSpPr/>
          <p:nvPr/>
        </p:nvCxnSpPr>
        <p:spPr>
          <a:xfrm flipH="1">
            <a:off x="2756704" y="3268838"/>
            <a:ext cx="376500" cy="376500"/>
          </a:xfrm>
          <a:prstGeom prst="straightConnector1">
            <a:avLst/>
          </a:prstGeom>
          <a:noFill/>
          <a:ln cap="flat" cmpd="sng" w="9525">
            <a:solidFill>
              <a:schemeClr val="dk2"/>
            </a:solidFill>
            <a:prstDash val="solid"/>
            <a:round/>
            <a:headEnd len="med" w="med" type="none"/>
            <a:tailEnd len="med" w="med" type="none"/>
          </a:ln>
        </p:spPr>
      </p:cxnSp>
      <p:cxnSp>
        <p:nvCxnSpPr>
          <p:cNvPr id="4160" name="Google Shape;4160;p154"/>
          <p:cNvCxnSpPr/>
          <p:nvPr/>
        </p:nvCxnSpPr>
        <p:spPr>
          <a:xfrm>
            <a:off x="3576229" y="3235613"/>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4161" name="Google Shape;4161;p154"/>
          <p:cNvPicPr preferRelativeResize="0"/>
          <p:nvPr/>
        </p:nvPicPr>
        <p:blipFill>
          <a:blip r:embed="rId13">
            <a:alphaModFix/>
          </a:blip>
          <a:stretch>
            <a:fillRect/>
          </a:stretch>
        </p:blipFill>
        <p:spPr>
          <a:xfrm>
            <a:off x="3267407" y="3084299"/>
            <a:ext cx="376500" cy="376500"/>
          </a:xfrm>
          <a:prstGeom prst="rect">
            <a:avLst/>
          </a:prstGeom>
          <a:noFill/>
          <a:ln>
            <a:noFill/>
          </a:ln>
        </p:spPr>
      </p:pic>
      <p:sp>
        <p:nvSpPr>
          <p:cNvPr id="4162" name="Google Shape;4162;p154"/>
          <p:cNvSpPr/>
          <p:nvPr/>
        </p:nvSpPr>
        <p:spPr>
          <a:xfrm>
            <a:off x="2990425" y="627400"/>
            <a:ext cx="1887000" cy="8376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t>Your times up.</a:t>
            </a:r>
            <a:endParaRPr b="1" sz="1900"/>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6" name="Shape 4166"/>
        <p:cNvGrpSpPr/>
        <p:nvPr/>
      </p:nvGrpSpPr>
      <p:grpSpPr>
        <a:xfrm>
          <a:off x="0" y="0"/>
          <a:ext cx="0" cy="0"/>
          <a:chOff x="0" y="0"/>
          <a:chExt cx="0" cy="0"/>
        </a:xfrm>
      </p:grpSpPr>
      <p:sp>
        <p:nvSpPr>
          <p:cNvPr id="4167" name="Google Shape;4167;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168" name="Google Shape;4168;p155"/>
          <p:cNvCxnSpPr/>
          <p:nvPr/>
        </p:nvCxnSpPr>
        <p:spPr>
          <a:xfrm flipH="1">
            <a:off x="977200" y="1380275"/>
            <a:ext cx="44400" cy="3089100"/>
          </a:xfrm>
          <a:prstGeom prst="straightConnector1">
            <a:avLst/>
          </a:prstGeom>
          <a:noFill/>
          <a:ln cap="flat" cmpd="sng" w="9525">
            <a:solidFill>
              <a:schemeClr val="dk2"/>
            </a:solidFill>
            <a:prstDash val="solid"/>
            <a:round/>
            <a:headEnd len="med" w="med" type="none"/>
            <a:tailEnd len="med" w="med" type="none"/>
          </a:ln>
        </p:spPr>
      </p:cxnSp>
      <p:cxnSp>
        <p:nvCxnSpPr>
          <p:cNvPr id="4169" name="Google Shape;4169;p155"/>
          <p:cNvCxnSpPr/>
          <p:nvPr/>
        </p:nvCxnSpPr>
        <p:spPr>
          <a:xfrm flipH="1" rot="10800000">
            <a:off x="994900" y="1317975"/>
            <a:ext cx="2252100" cy="106800"/>
          </a:xfrm>
          <a:prstGeom prst="straightConnector1">
            <a:avLst/>
          </a:prstGeom>
          <a:noFill/>
          <a:ln cap="flat" cmpd="sng" w="9525">
            <a:solidFill>
              <a:schemeClr val="dk2"/>
            </a:solidFill>
            <a:prstDash val="solid"/>
            <a:round/>
            <a:headEnd len="med" w="med" type="none"/>
            <a:tailEnd len="med" w="med" type="none"/>
          </a:ln>
        </p:spPr>
      </p:cxnSp>
      <p:cxnSp>
        <p:nvCxnSpPr>
          <p:cNvPr id="4170" name="Google Shape;4170;p155"/>
          <p:cNvCxnSpPr/>
          <p:nvPr/>
        </p:nvCxnSpPr>
        <p:spPr>
          <a:xfrm>
            <a:off x="3238150" y="1344675"/>
            <a:ext cx="35700" cy="2839800"/>
          </a:xfrm>
          <a:prstGeom prst="straightConnector1">
            <a:avLst/>
          </a:prstGeom>
          <a:noFill/>
          <a:ln cap="flat" cmpd="sng" w="9525">
            <a:solidFill>
              <a:schemeClr val="dk2"/>
            </a:solidFill>
            <a:prstDash val="solid"/>
            <a:round/>
            <a:headEnd len="med" w="med" type="none"/>
            <a:tailEnd len="med" w="med" type="none"/>
          </a:ln>
        </p:spPr>
      </p:cxnSp>
      <p:cxnSp>
        <p:nvCxnSpPr>
          <p:cNvPr id="4171" name="Google Shape;4171;p155"/>
          <p:cNvCxnSpPr/>
          <p:nvPr/>
        </p:nvCxnSpPr>
        <p:spPr>
          <a:xfrm flipH="1" rot="10800000">
            <a:off x="-2125" y="3525751"/>
            <a:ext cx="9231300" cy="1050300"/>
          </a:xfrm>
          <a:prstGeom prst="straightConnector1">
            <a:avLst/>
          </a:prstGeom>
          <a:noFill/>
          <a:ln cap="flat" cmpd="sng" w="9525">
            <a:solidFill>
              <a:schemeClr val="dk2"/>
            </a:solidFill>
            <a:prstDash val="solid"/>
            <a:round/>
            <a:headEnd len="med" w="med" type="none"/>
            <a:tailEnd len="med" w="med" type="none"/>
          </a:ln>
        </p:spPr>
      </p:cxnSp>
      <p:pic>
        <p:nvPicPr>
          <p:cNvPr descr="a neon sign that says exit is lit up in red on a black background . (Provided by Tenor)" id="4172" name="Google Shape;4172;p155"/>
          <p:cNvPicPr preferRelativeResize="0"/>
          <p:nvPr/>
        </p:nvPicPr>
        <p:blipFill>
          <a:blip r:embed="rId3">
            <a:alphaModFix/>
          </a:blip>
          <a:stretch>
            <a:fillRect/>
          </a:stretch>
        </p:blipFill>
        <p:spPr>
          <a:xfrm>
            <a:off x="1406575" y="401975"/>
            <a:ext cx="1428750" cy="666750"/>
          </a:xfrm>
          <a:prstGeom prst="rect">
            <a:avLst/>
          </a:prstGeom>
          <a:noFill/>
          <a:ln>
            <a:noFill/>
          </a:ln>
        </p:spPr>
      </p:pic>
      <p:sp>
        <p:nvSpPr>
          <p:cNvPr id="4173" name="Google Shape;4173;p155"/>
          <p:cNvSpPr/>
          <p:nvPr/>
        </p:nvSpPr>
        <p:spPr>
          <a:xfrm flipH="1" rot="652737">
            <a:off x="2294675" y="2768510"/>
            <a:ext cx="789998" cy="726749"/>
          </a:xfrm>
          <a:prstGeom prst="ellipse">
            <a:avLst/>
          </a:prstGeom>
          <a:noFill/>
          <a:ln cap="flat" cmpd="sng" w="5200">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ctr">
              <a:spcBef>
                <a:spcPts val="0"/>
              </a:spcBef>
              <a:spcAft>
                <a:spcPts val="0"/>
              </a:spcAft>
              <a:buNone/>
            </a:pPr>
            <a:r>
              <a:t/>
            </a:r>
            <a:endParaRPr sz="765"/>
          </a:p>
        </p:txBody>
      </p:sp>
      <p:cxnSp>
        <p:nvCxnSpPr>
          <p:cNvPr id="4174" name="Google Shape;4174;p155"/>
          <p:cNvCxnSpPr/>
          <p:nvPr/>
        </p:nvCxnSpPr>
        <p:spPr>
          <a:xfrm flipH="1" rot="650132">
            <a:off x="2470574" y="3212339"/>
            <a:ext cx="376615" cy="164921"/>
          </a:xfrm>
          <a:prstGeom prst="curvedConnector3">
            <a:avLst>
              <a:gd fmla="val 50000" name="adj1"/>
            </a:avLst>
          </a:prstGeom>
          <a:noFill/>
          <a:ln cap="flat" cmpd="sng" w="5200">
            <a:solidFill>
              <a:schemeClr val="dk2"/>
            </a:solidFill>
            <a:prstDash val="solid"/>
            <a:round/>
            <a:headEnd len="med" w="med" type="none"/>
            <a:tailEnd len="med" w="med" type="none"/>
          </a:ln>
        </p:spPr>
      </p:cxnSp>
      <p:sp>
        <p:nvSpPr>
          <p:cNvPr id="4175" name="Google Shape;4175;p155"/>
          <p:cNvSpPr/>
          <p:nvPr/>
        </p:nvSpPr>
        <p:spPr>
          <a:xfrm flipH="1" rot="640907">
            <a:off x="2851100" y="2981821"/>
            <a:ext cx="101967" cy="164921"/>
          </a:xfrm>
          <a:prstGeom prst="ellipse">
            <a:avLst/>
          </a:prstGeom>
          <a:solidFill>
            <a:srgbClr val="000000"/>
          </a:solidFill>
          <a:ln cap="flat" cmpd="sng" w="5200">
            <a:solidFill>
              <a:srgbClr val="000000"/>
            </a:solidFill>
            <a:prstDash val="solid"/>
            <a:round/>
            <a:headEnd len="sm" w="sm" type="none"/>
            <a:tailEnd len="sm" w="sm" type="none"/>
          </a:ln>
        </p:spPr>
        <p:txBody>
          <a:bodyPr anchorCtr="0" anchor="ctr" bIns="49950" lIns="49950" spcFirstLastPara="1" rIns="49950" wrap="square" tIns="49950">
            <a:noAutofit/>
          </a:bodyPr>
          <a:lstStyle/>
          <a:p>
            <a:pPr indent="0" lvl="0" marL="0" rtl="0" algn="ctr">
              <a:spcBef>
                <a:spcPts val="0"/>
              </a:spcBef>
              <a:spcAft>
                <a:spcPts val="0"/>
              </a:spcAft>
              <a:buNone/>
            </a:pPr>
            <a:r>
              <a:t/>
            </a:r>
            <a:endParaRPr sz="765"/>
          </a:p>
        </p:txBody>
      </p:sp>
      <p:sp>
        <p:nvSpPr>
          <p:cNvPr id="4176" name="Google Shape;4176;p155"/>
          <p:cNvSpPr/>
          <p:nvPr/>
        </p:nvSpPr>
        <p:spPr>
          <a:xfrm flipH="1" rot="640907">
            <a:off x="2649856" y="2992530"/>
            <a:ext cx="101967" cy="164921"/>
          </a:xfrm>
          <a:prstGeom prst="ellipse">
            <a:avLst/>
          </a:prstGeom>
          <a:solidFill>
            <a:srgbClr val="000000"/>
          </a:solidFill>
          <a:ln cap="flat" cmpd="sng" w="5200">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ctr">
              <a:spcBef>
                <a:spcPts val="0"/>
              </a:spcBef>
              <a:spcAft>
                <a:spcPts val="0"/>
              </a:spcAft>
              <a:buNone/>
            </a:pPr>
            <a:r>
              <a:t/>
            </a:r>
            <a:endParaRPr sz="765"/>
          </a:p>
        </p:txBody>
      </p:sp>
      <p:cxnSp>
        <p:nvCxnSpPr>
          <p:cNvPr id="4177" name="Google Shape;4177;p155"/>
          <p:cNvCxnSpPr/>
          <p:nvPr/>
        </p:nvCxnSpPr>
        <p:spPr>
          <a:xfrm flipH="1" rot="-5400000">
            <a:off x="2494822" y="4310030"/>
            <a:ext cx="465600" cy="150600"/>
          </a:xfrm>
          <a:prstGeom prst="curvedConnector3">
            <a:avLst>
              <a:gd fmla="val 50000" name="adj1"/>
            </a:avLst>
          </a:prstGeom>
          <a:noFill/>
          <a:ln cap="flat" cmpd="sng" w="5200">
            <a:solidFill>
              <a:schemeClr val="dk2"/>
            </a:solidFill>
            <a:prstDash val="solid"/>
            <a:round/>
            <a:headEnd len="med" w="med" type="none"/>
            <a:tailEnd len="med" w="med" type="none"/>
          </a:ln>
        </p:spPr>
      </p:cxnSp>
      <p:cxnSp>
        <p:nvCxnSpPr>
          <p:cNvPr id="4178" name="Google Shape;4178;p155"/>
          <p:cNvCxnSpPr/>
          <p:nvPr/>
        </p:nvCxnSpPr>
        <p:spPr>
          <a:xfrm rot="5400000">
            <a:off x="2187960" y="4273880"/>
            <a:ext cx="429000" cy="186300"/>
          </a:xfrm>
          <a:prstGeom prst="curvedConnector3">
            <a:avLst>
              <a:gd fmla="val 50000" name="adj1"/>
            </a:avLst>
          </a:prstGeom>
          <a:noFill/>
          <a:ln cap="flat" cmpd="sng" w="5200">
            <a:solidFill>
              <a:schemeClr val="dk2"/>
            </a:solidFill>
            <a:prstDash val="solid"/>
            <a:round/>
            <a:headEnd len="med" w="med" type="none"/>
            <a:tailEnd len="med" w="med" type="none"/>
          </a:ln>
        </p:spPr>
      </p:cxnSp>
      <p:cxnSp>
        <p:nvCxnSpPr>
          <p:cNvPr id="4179" name="Google Shape;4179;p155"/>
          <p:cNvCxnSpPr/>
          <p:nvPr/>
        </p:nvCxnSpPr>
        <p:spPr>
          <a:xfrm flipH="1" rot="10800000">
            <a:off x="2749339" y="3572195"/>
            <a:ext cx="424800" cy="176400"/>
          </a:xfrm>
          <a:prstGeom prst="straightConnector1">
            <a:avLst/>
          </a:prstGeom>
          <a:noFill/>
          <a:ln cap="flat" cmpd="sng" w="5200">
            <a:solidFill>
              <a:schemeClr val="dk2"/>
            </a:solidFill>
            <a:prstDash val="solid"/>
            <a:round/>
            <a:headEnd len="med" w="med" type="none"/>
            <a:tailEnd len="med" w="med" type="none"/>
          </a:ln>
        </p:spPr>
      </p:cxnSp>
      <p:pic>
        <p:nvPicPr>
          <p:cNvPr descr="cowboy hat icon vector outline illustration (Provided by Getty Images)" id="4180" name="Google Shape;4180;p155"/>
          <p:cNvPicPr preferRelativeResize="0"/>
          <p:nvPr/>
        </p:nvPicPr>
        <p:blipFill rotWithShape="1">
          <a:blip r:embed="rId4">
            <a:alphaModFix/>
          </a:blip>
          <a:srcRect b="28376" l="12375" r="10949" t="24332"/>
          <a:stretch/>
        </p:blipFill>
        <p:spPr>
          <a:xfrm flipH="1" rot="650800">
            <a:off x="2272166" y="2503001"/>
            <a:ext cx="980461" cy="358157"/>
          </a:xfrm>
          <a:prstGeom prst="rect">
            <a:avLst/>
          </a:prstGeom>
          <a:noFill/>
          <a:ln>
            <a:noFill/>
          </a:ln>
        </p:spPr>
      </p:pic>
      <p:sp>
        <p:nvSpPr>
          <p:cNvPr id="4181" name="Google Shape;4181;p155"/>
          <p:cNvSpPr/>
          <p:nvPr/>
        </p:nvSpPr>
        <p:spPr>
          <a:xfrm>
            <a:off x="2300137" y="3406373"/>
            <a:ext cx="492900" cy="786900"/>
          </a:xfrm>
          <a:prstGeom prst="parallelogram">
            <a:avLst>
              <a:gd fmla="val 25000" name="adj"/>
            </a:avLst>
          </a:prstGeom>
          <a:solidFill>
            <a:srgbClr val="FF0000"/>
          </a:solidFill>
          <a:ln cap="flat" cmpd="sng" w="5200">
            <a:solidFill>
              <a:srgbClr val="FF0000"/>
            </a:solidFill>
            <a:prstDash val="solid"/>
            <a:round/>
            <a:headEnd len="sm" w="sm" type="none"/>
            <a:tailEnd len="sm" w="sm" type="none"/>
          </a:ln>
        </p:spPr>
        <p:txBody>
          <a:bodyPr anchorCtr="0" anchor="ctr" bIns="82150" lIns="82150" spcFirstLastPara="1" rIns="82150" wrap="square" tIns="82150">
            <a:noAutofit/>
          </a:bodyPr>
          <a:lstStyle/>
          <a:p>
            <a:pPr indent="0" lvl="0" marL="0" rtl="0" algn="ctr">
              <a:spcBef>
                <a:spcPts val="0"/>
              </a:spcBef>
              <a:spcAft>
                <a:spcPts val="0"/>
              </a:spcAft>
              <a:buNone/>
            </a:pPr>
            <a:r>
              <a:t/>
            </a:r>
            <a:endParaRPr sz="1258"/>
          </a:p>
        </p:txBody>
      </p:sp>
      <p:pic>
        <p:nvPicPr>
          <p:cNvPr id="4182" name="Google Shape;4182;p155"/>
          <p:cNvPicPr preferRelativeResize="0"/>
          <p:nvPr/>
        </p:nvPicPr>
        <p:blipFill rotWithShape="1">
          <a:blip r:embed="rId5">
            <a:alphaModFix/>
          </a:blip>
          <a:srcRect b="0" l="34878" r="35929" t="0"/>
          <a:stretch/>
        </p:blipFill>
        <p:spPr>
          <a:xfrm>
            <a:off x="3081365" y="3411437"/>
            <a:ext cx="298859" cy="1285413"/>
          </a:xfrm>
          <a:prstGeom prst="rect">
            <a:avLst/>
          </a:prstGeom>
          <a:noFill/>
          <a:ln>
            <a:noFill/>
          </a:ln>
        </p:spPr>
      </p:pic>
      <p:pic>
        <p:nvPicPr>
          <p:cNvPr id="4183" name="Google Shape;4183;p155"/>
          <p:cNvPicPr preferRelativeResize="0"/>
          <p:nvPr/>
        </p:nvPicPr>
        <p:blipFill rotWithShape="1">
          <a:blip r:embed="rId6">
            <a:alphaModFix/>
          </a:blip>
          <a:srcRect b="12360" l="0" r="0" t="12367"/>
          <a:stretch/>
        </p:blipFill>
        <p:spPr>
          <a:xfrm flipH="1">
            <a:off x="2361518" y="3076062"/>
            <a:ext cx="980456" cy="803421"/>
          </a:xfrm>
          <a:prstGeom prst="rect">
            <a:avLst/>
          </a:prstGeom>
          <a:noFill/>
          <a:ln>
            <a:noFill/>
          </a:ln>
        </p:spPr>
      </p:pic>
      <p:cxnSp>
        <p:nvCxnSpPr>
          <p:cNvPr id="4184" name="Google Shape;4184;p155"/>
          <p:cNvCxnSpPr/>
          <p:nvPr/>
        </p:nvCxnSpPr>
        <p:spPr>
          <a:xfrm flipH="1">
            <a:off x="2946936" y="2946197"/>
            <a:ext cx="89100" cy="117300"/>
          </a:xfrm>
          <a:prstGeom prst="straightConnector1">
            <a:avLst/>
          </a:prstGeom>
          <a:noFill/>
          <a:ln cap="flat" cmpd="sng" w="8550">
            <a:solidFill>
              <a:schemeClr val="dk2"/>
            </a:solidFill>
            <a:prstDash val="solid"/>
            <a:round/>
            <a:headEnd len="med" w="med" type="none"/>
            <a:tailEnd len="med" w="med" type="none"/>
          </a:ln>
        </p:spPr>
      </p:cxnSp>
      <p:cxnSp>
        <p:nvCxnSpPr>
          <p:cNvPr id="4185" name="Google Shape;4185;p155"/>
          <p:cNvCxnSpPr>
            <a:stCxn id="4183" idx="0"/>
          </p:cNvCxnSpPr>
          <p:nvPr/>
        </p:nvCxnSpPr>
        <p:spPr>
          <a:xfrm flipH="1">
            <a:off x="2759647" y="3076062"/>
            <a:ext cx="92100" cy="3000"/>
          </a:xfrm>
          <a:prstGeom prst="straightConnector1">
            <a:avLst/>
          </a:prstGeom>
          <a:noFill/>
          <a:ln cap="flat" cmpd="sng" w="8550">
            <a:solidFill>
              <a:schemeClr val="dk2"/>
            </a:solidFill>
            <a:prstDash val="solid"/>
            <a:round/>
            <a:headEnd len="med" w="med" type="none"/>
            <a:tailEnd len="med" w="med" type="none"/>
          </a:ln>
        </p:spPr>
      </p:cxnSp>
      <p:cxnSp>
        <p:nvCxnSpPr>
          <p:cNvPr id="4186" name="Google Shape;4186;p155"/>
          <p:cNvCxnSpPr/>
          <p:nvPr/>
        </p:nvCxnSpPr>
        <p:spPr>
          <a:xfrm rot="10800000">
            <a:off x="2373257" y="2904602"/>
            <a:ext cx="279300" cy="159000"/>
          </a:xfrm>
          <a:prstGeom prst="straightConnector1">
            <a:avLst/>
          </a:prstGeom>
          <a:noFill/>
          <a:ln cap="flat" cmpd="sng" w="8550">
            <a:solidFill>
              <a:schemeClr val="dk2"/>
            </a:solidFill>
            <a:prstDash val="solid"/>
            <a:round/>
            <a:headEnd len="med" w="med" type="none"/>
            <a:tailEnd len="med" w="med" type="none"/>
          </a:ln>
        </p:spPr>
      </p:cxn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0" name="Shape 4190"/>
        <p:cNvGrpSpPr/>
        <p:nvPr/>
      </p:nvGrpSpPr>
      <p:grpSpPr>
        <a:xfrm>
          <a:off x="0" y="0"/>
          <a:ext cx="0" cy="0"/>
          <a:chOff x="0" y="0"/>
          <a:chExt cx="0" cy="0"/>
        </a:xfrm>
      </p:grpSpPr>
      <p:sp>
        <p:nvSpPr>
          <p:cNvPr id="4191" name="Google Shape;4191;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192" name="Google Shape;4192;p156"/>
          <p:cNvCxnSpPr/>
          <p:nvPr/>
        </p:nvCxnSpPr>
        <p:spPr>
          <a:xfrm flipH="1">
            <a:off x="977200" y="1380275"/>
            <a:ext cx="44400" cy="3089100"/>
          </a:xfrm>
          <a:prstGeom prst="straightConnector1">
            <a:avLst/>
          </a:prstGeom>
          <a:noFill/>
          <a:ln cap="flat" cmpd="sng" w="9525">
            <a:solidFill>
              <a:schemeClr val="dk2"/>
            </a:solidFill>
            <a:prstDash val="solid"/>
            <a:round/>
            <a:headEnd len="med" w="med" type="none"/>
            <a:tailEnd len="med" w="med" type="none"/>
          </a:ln>
        </p:spPr>
      </p:cxnSp>
      <p:cxnSp>
        <p:nvCxnSpPr>
          <p:cNvPr id="4193" name="Google Shape;4193;p156"/>
          <p:cNvCxnSpPr/>
          <p:nvPr/>
        </p:nvCxnSpPr>
        <p:spPr>
          <a:xfrm flipH="1" rot="10800000">
            <a:off x="994900" y="1317975"/>
            <a:ext cx="2252100" cy="106800"/>
          </a:xfrm>
          <a:prstGeom prst="straightConnector1">
            <a:avLst/>
          </a:prstGeom>
          <a:noFill/>
          <a:ln cap="flat" cmpd="sng" w="9525">
            <a:solidFill>
              <a:schemeClr val="dk2"/>
            </a:solidFill>
            <a:prstDash val="solid"/>
            <a:round/>
            <a:headEnd len="med" w="med" type="none"/>
            <a:tailEnd len="med" w="med" type="none"/>
          </a:ln>
        </p:spPr>
      </p:cxnSp>
      <p:cxnSp>
        <p:nvCxnSpPr>
          <p:cNvPr id="4194" name="Google Shape;4194;p156"/>
          <p:cNvCxnSpPr/>
          <p:nvPr/>
        </p:nvCxnSpPr>
        <p:spPr>
          <a:xfrm>
            <a:off x="3238150" y="1344675"/>
            <a:ext cx="35700" cy="2839800"/>
          </a:xfrm>
          <a:prstGeom prst="straightConnector1">
            <a:avLst/>
          </a:prstGeom>
          <a:noFill/>
          <a:ln cap="flat" cmpd="sng" w="9525">
            <a:solidFill>
              <a:schemeClr val="dk2"/>
            </a:solidFill>
            <a:prstDash val="solid"/>
            <a:round/>
            <a:headEnd len="med" w="med" type="none"/>
            <a:tailEnd len="med" w="med" type="none"/>
          </a:ln>
        </p:spPr>
      </p:cxnSp>
      <p:cxnSp>
        <p:nvCxnSpPr>
          <p:cNvPr id="4195" name="Google Shape;4195;p156"/>
          <p:cNvCxnSpPr/>
          <p:nvPr/>
        </p:nvCxnSpPr>
        <p:spPr>
          <a:xfrm flipH="1" rot="10800000">
            <a:off x="-43650" y="3521801"/>
            <a:ext cx="9231300" cy="1050300"/>
          </a:xfrm>
          <a:prstGeom prst="straightConnector1">
            <a:avLst/>
          </a:prstGeom>
          <a:noFill/>
          <a:ln cap="flat" cmpd="sng" w="9525">
            <a:solidFill>
              <a:schemeClr val="dk2"/>
            </a:solidFill>
            <a:prstDash val="solid"/>
            <a:round/>
            <a:headEnd len="med" w="med" type="none"/>
            <a:tailEnd len="med" w="med" type="none"/>
          </a:ln>
        </p:spPr>
      </p:cxnSp>
      <p:pic>
        <p:nvPicPr>
          <p:cNvPr descr="a neon sign that says exit is lit up in red on a black background . (Provided by Tenor)" id="4196" name="Google Shape;4196;p156"/>
          <p:cNvPicPr preferRelativeResize="0"/>
          <p:nvPr/>
        </p:nvPicPr>
        <p:blipFill>
          <a:blip r:embed="rId3">
            <a:alphaModFix/>
          </a:blip>
          <a:stretch>
            <a:fillRect/>
          </a:stretch>
        </p:blipFill>
        <p:spPr>
          <a:xfrm>
            <a:off x="1406575" y="401975"/>
            <a:ext cx="1428750" cy="666750"/>
          </a:xfrm>
          <a:prstGeom prst="rect">
            <a:avLst/>
          </a:prstGeom>
          <a:noFill/>
          <a:ln>
            <a:noFill/>
          </a:ln>
        </p:spPr>
      </p:pic>
      <p:sp>
        <p:nvSpPr>
          <p:cNvPr id="4197" name="Google Shape;4197;p156"/>
          <p:cNvSpPr/>
          <p:nvPr/>
        </p:nvSpPr>
        <p:spPr>
          <a:xfrm flipH="1" rot="652737">
            <a:off x="4386600" y="3044485"/>
            <a:ext cx="789998" cy="726749"/>
          </a:xfrm>
          <a:prstGeom prst="ellipse">
            <a:avLst/>
          </a:prstGeom>
          <a:noFill/>
          <a:ln cap="flat" cmpd="sng" w="5200">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ctr">
              <a:spcBef>
                <a:spcPts val="0"/>
              </a:spcBef>
              <a:spcAft>
                <a:spcPts val="0"/>
              </a:spcAft>
              <a:buNone/>
            </a:pPr>
            <a:r>
              <a:t/>
            </a:r>
            <a:endParaRPr sz="765"/>
          </a:p>
        </p:txBody>
      </p:sp>
      <p:cxnSp>
        <p:nvCxnSpPr>
          <p:cNvPr id="4198" name="Google Shape;4198;p156"/>
          <p:cNvCxnSpPr/>
          <p:nvPr/>
        </p:nvCxnSpPr>
        <p:spPr>
          <a:xfrm flipH="1" rot="650132">
            <a:off x="4562499" y="3488314"/>
            <a:ext cx="376615" cy="164921"/>
          </a:xfrm>
          <a:prstGeom prst="curvedConnector3">
            <a:avLst>
              <a:gd fmla="val 50000" name="adj1"/>
            </a:avLst>
          </a:prstGeom>
          <a:noFill/>
          <a:ln cap="flat" cmpd="sng" w="5200">
            <a:solidFill>
              <a:schemeClr val="dk2"/>
            </a:solidFill>
            <a:prstDash val="solid"/>
            <a:round/>
            <a:headEnd len="med" w="med" type="none"/>
            <a:tailEnd len="med" w="med" type="none"/>
          </a:ln>
        </p:spPr>
      </p:cxnSp>
      <p:sp>
        <p:nvSpPr>
          <p:cNvPr id="4199" name="Google Shape;4199;p156"/>
          <p:cNvSpPr/>
          <p:nvPr/>
        </p:nvSpPr>
        <p:spPr>
          <a:xfrm flipH="1" rot="640907">
            <a:off x="4943025" y="3257796"/>
            <a:ext cx="101967" cy="164921"/>
          </a:xfrm>
          <a:prstGeom prst="ellipse">
            <a:avLst/>
          </a:prstGeom>
          <a:solidFill>
            <a:srgbClr val="000000"/>
          </a:solidFill>
          <a:ln cap="flat" cmpd="sng" w="5200">
            <a:solidFill>
              <a:srgbClr val="000000"/>
            </a:solidFill>
            <a:prstDash val="solid"/>
            <a:round/>
            <a:headEnd len="sm" w="sm" type="none"/>
            <a:tailEnd len="sm" w="sm" type="none"/>
          </a:ln>
        </p:spPr>
        <p:txBody>
          <a:bodyPr anchorCtr="0" anchor="ctr" bIns="49950" lIns="49950" spcFirstLastPara="1" rIns="49950" wrap="square" tIns="49950">
            <a:noAutofit/>
          </a:bodyPr>
          <a:lstStyle/>
          <a:p>
            <a:pPr indent="0" lvl="0" marL="0" rtl="0" algn="ctr">
              <a:spcBef>
                <a:spcPts val="0"/>
              </a:spcBef>
              <a:spcAft>
                <a:spcPts val="0"/>
              </a:spcAft>
              <a:buNone/>
            </a:pPr>
            <a:r>
              <a:t/>
            </a:r>
            <a:endParaRPr sz="765"/>
          </a:p>
        </p:txBody>
      </p:sp>
      <p:sp>
        <p:nvSpPr>
          <p:cNvPr id="4200" name="Google Shape;4200;p156"/>
          <p:cNvSpPr/>
          <p:nvPr/>
        </p:nvSpPr>
        <p:spPr>
          <a:xfrm flipH="1" rot="640907">
            <a:off x="4741781" y="3268505"/>
            <a:ext cx="101967" cy="164921"/>
          </a:xfrm>
          <a:prstGeom prst="ellipse">
            <a:avLst/>
          </a:prstGeom>
          <a:solidFill>
            <a:srgbClr val="000000"/>
          </a:solidFill>
          <a:ln cap="flat" cmpd="sng" w="5200">
            <a:solidFill>
              <a:schemeClr val="dk2"/>
            </a:solidFill>
            <a:prstDash val="solid"/>
            <a:round/>
            <a:headEnd len="sm" w="sm" type="none"/>
            <a:tailEnd len="sm" w="sm" type="none"/>
          </a:ln>
        </p:spPr>
        <p:txBody>
          <a:bodyPr anchorCtr="0" anchor="ctr" bIns="49950" lIns="49950" spcFirstLastPara="1" rIns="49950" wrap="square" tIns="49950">
            <a:noAutofit/>
          </a:bodyPr>
          <a:lstStyle/>
          <a:p>
            <a:pPr indent="0" lvl="0" marL="0" rtl="0" algn="ctr">
              <a:spcBef>
                <a:spcPts val="0"/>
              </a:spcBef>
              <a:spcAft>
                <a:spcPts val="0"/>
              </a:spcAft>
              <a:buNone/>
            </a:pPr>
            <a:r>
              <a:t/>
            </a:r>
            <a:endParaRPr sz="765"/>
          </a:p>
        </p:txBody>
      </p:sp>
      <p:cxnSp>
        <p:nvCxnSpPr>
          <p:cNvPr id="4201" name="Google Shape;4201;p156"/>
          <p:cNvCxnSpPr/>
          <p:nvPr/>
        </p:nvCxnSpPr>
        <p:spPr>
          <a:xfrm flipH="1" rot="-5400000">
            <a:off x="4586747" y="4586005"/>
            <a:ext cx="465600" cy="150600"/>
          </a:xfrm>
          <a:prstGeom prst="curvedConnector3">
            <a:avLst>
              <a:gd fmla="val 50000" name="adj1"/>
            </a:avLst>
          </a:prstGeom>
          <a:noFill/>
          <a:ln cap="flat" cmpd="sng" w="5200">
            <a:solidFill>
              <a:schemeClr val="dk2"/>
            </a:solidFill>
            <a:prstDash val="solid"/>
            <a:round/>
            <a:headEnd len="med" w="med" type="none"/>
            <a:tailEnd len="med" w="med" type="none"/>
          </a:ln>
        </p:spPr>
      </p:cxnSp>
      <p:cxnSp>
        <p:nvCxnSpPr>
          <p:cNvPr id="4202" name="Google Shape;4202;p156"/>
          <p:cNvCxnSpPr/>
          <p:nvPr/>
        </p:nvCxnSpPr>
        <p:spPr>
          <a:xfrm rot="5400000">
            <a:off x="4279885" y="4549855"/>
            <a:ext cx="429000" cy="186300"/>
          </a:xfrm>
          <a:prstGeom prst="curvedConnector3">
            <a:avLst>
              <a:gd fmla="val 50000" name="adj1"/>
            </a:avLst>
          </a:prstGeom>
          <a:noFill/>
          <a:ln cap="flat" cmpd="sng" w="5200">
            <a:solidFill>
              <a:schemeClr val="dk2"/>
            </a:solidFill>
            <a:prstDash val="solid"/>
            <a:round/>
            <a:headEnd len="med" w="med" type="none"/>
            <a:tailEnd len="med" w="med" type="none"/>
          </a:ln>
        </p:spPr>
      </p:cxnSp>
      <p:cxnSp>
        <p:nvCxnSpPr>
          <p:cNvPr id="4203" name="Google Shape;4203;p156"/>
          <p:cNvCxnSpPr/>
          <p:nvPr/>
        </p:nvCxnSpPr>
        <p:spPr>
          <a:xfrm flipH="1" rot="10800000">
            <a:off x="4841264" y="3848170"/>
            <a:ext cx="424800" cy="176400"/>
          </a:xfrm>
          <a:prstGeom prst="straightConnector1">
            <a:avLst/>
          </a:prstGeom>
          <a:noFill/>
          <a:ln cap="flat" cmpd="sng" w="5200">
            <a:solidFill>
              <a:schemeClr val="dk2"/>
            </a:solidFill>
            <a:prstDash val="solid"/>
            <a:round/>
            <a:headEnd len="med" w="med" type="none"/>
            <a:tailEnd len="med" w="med" type="none"/>
          </a:ln>
        </p:spPr>
      </p:cxnSp>
      <p:pic>
        <p:nvPicPr>
          <p:cNvPr descr="cowboy hat icon vector outline illustration (Provided by Getty Images)" id="4204" name="Google Shape;4204;p156"/>
          <p:cNvPicPr preferRelativeResize="0"/>
          <p:nvPr/>
        </p:nvPicPr>
        <p:blipFill rotWithShape="1">
          <a:blip r:embed="rId4">
            <a:alphaModFix/>
          </a:blip>
          <a:srcRect b="28376" l="12375" r="10949" t="24332"/>
          <a:stretch/>
        </p:blipFill>
        <p:spPr>
          <a:xfrm flipH="1" rot="650800">
            <a:off x="4364091" y="2778976"/>
            <a:ext cx="980461" cy="358157"/>
          </a:xfrm>
          <a:prstGeom prst="rect">
            <a:avLst/>
          </a:prstGeom>
          <a:noFill/>
          <a:ln>
            <a:noFill/>
          </a:ln>
        </p:spPr>
      </p:pic>
      <p:sp>
        <p:nvSpPr>
          <p:cNvPr id="4205" name="Google Shape;4205;p156"/>
          <p:cNvSpPr/>
          <p:nvPr/>
        </p:nvSpPr>
        <p:spPr>
          <a:xfrm>
            <a:off x="4392062" y="3682348"/>
            <a:ext cx="492900" cy="786900"/>
          </a:xfrm>
          <a:prstGeom prst="parallelogram">
            <a:avLst>
              <a:gd fmla="val 25000" name="adj"/>
            </a:avLst>
          </a:prstGeom>
          <a:solidFill>
            <a:srgbClr val="FF0000"/>
          </a:solidFill>
          <a:ln cap="flat" cmpd="sng" w="5200">
            <a:solidFill>
              <a:srgbClr val="FF0000"/>
            </a:solidFill>
            <a:prstDash val="solid"/>
            <a:round/>
            <a:headEnd len="sm" w="sm" type="none"/>
            <a:tailEnd len="sm" w="sm" type="none"/>
          </a:ln>
        </p:spPr>
        <p:txBody>
          <a:bodyPr anchorCtr="0" anchor="ctr" bIns="82150" lIns="82150" spcFirstLastPara="1" rIns="82150" wrap="square" tIns="82150">
            <a:noAutofit/>
          </a:bodyPr>
          <a:lstStyle/>
          <a:p>
            <a:pPr indent="0" lvl="0" marL="0" rtl="0" algn="ctr">
              <a:spcBef>
                <a:spcPts val="0"/>
              </a:spcBef>
              <a:spcAft>
                <a:spcPts val="0"/>
              </a:spcAft>
              <a:buNone/>
            </a:pPr>
            <a:r>
              <a:t/>
            </a:r>
            <a:endParaRPr sz="1258"/>
          </a:p>
        </p:txBody>
      </p:sp>
      <p:pic>
        <p:nvPicPr>
          <p:cNvPr id="4206" name="Google Shape;4206;p156"/>
          <p:cNvPicPr preferRelativeResize="0"/>
          <p:nvPr/>
        </p:nvPicPr>
        <p:blipFill rotWithShape="1">
          <a:blip r:embed="rId5">
            <a:alphaModFix/>
          </a:blip>
          <a:srcRect b="0" l="34878" r="35929" t="0"/>
          <a:stretch/>
        </p:blipFill>
        <p:spPr>
          <a:xfrm>
            <a:off x="5266065" y="3518262"/>
            <a:ext cx="298859" cy="1285413"/>
          </a:xfrm>
          <a:prstGeom prst="rect">
            <a:avLst/>
          </a:prstGeom>
          <a:noFill/>
          <a:ln>
            <a:noFill/>
          </a:ln>
        </p:spPr>
      </p:pic>
      <p:pic>
        <p:nvPicPr>
          <p:cNvPr id="4207" name="Google Shape;4207;p156"/>
          <p:cNvPicPr preferRelativeResize="0"/>
          <p:nvPr/>
        </p:nvPicPr>
        <p:blipFill rotWithShape="1">
          <a:blip r:embed="rId6">
            <a:alphaModFix/>
          </a:blip>
          <a:srcRect b="12360" l="0" r="0" t="12367"/>
          <a:stretch/>
        </p:blipFill>
        <p:spPr>
          <a:xfrm flipH="1">
            <a:off x="4453443" y="3352037"/>
            <a:ext cx="980456" cy="803421"/>
          </a:xfrm>
          <a:prstGeom prst="rect">
            <a:avLst/>
          </a:prstGeom>
          <a:noFill/>
          <a:ln>
            <a:noFill/>
          </a:ln>
        </p:spPr>
      </p:pic>
      <p:cxnSp>
        <p:nvCxnSpPr>
          <p:cNvPr id="4208" name="Google Shape;4208;p156"/>
          <p:cNvCxnSpPr/>
          <p:nvPr/>
        </p:nvCxnSpPr>
        <p:spPr>
          <a:xfrm flipH="1">
            <a:off x="5038861" y="3222172"/>
            <a:ext cx="89100" cy="117300"/>
          </a:xfrm>
          <a:prstGeom prst="straightConnector1">
            <a:avLst/>
          </a:prstGeom>
          <a:noFill/>
          <a:ln cap="flat" cmpd="sng" w="8550">
            <a:solidFill>
              <a:schemeClr val="dk2"/>
            </a:solidFill>
            <a:prstDash val="solid"/>
            <a:round/>
            <a:headEnd len="med" w="med" type="none"/>
            <a:tailEnd len="med" w="med" type="none"/>
          </a:ln>
        </p:spPr>
      </p:cxnSp>
      <p:cxnSp>
        <p:nvCxnSpPr>
          <p:cNvPr id="4209" name="Google Shape;4209;p156"/>
          <p:cNvCxnSpPr>
            <a:stCxn id="4207" idx="0"/>
          </p:cNvCxnSpPr>
          <p:nvPr/>
        </p:nvCxnSpPr>
        <p:spPr>
          <a:xfrm flipH="1">
            <a:off x="4851572" y="3352037"/>
            <a:ext cx="92100" cy="3000"/>
          </a:xfrm>
          <a:prstGeom prst="straightConnector1">
            <a:avLst/>
          </a:prstGeom>
          <a:noFill/>
          <a:ln cap="flat" cmpd="sng" w="8550">
            <a:solidFill>
              <a:schemeClr val="dk2"/>
            </a:solidFill>
            <a:prstDash val="solid"/>
            <a:round/>
            <a:headEnd len="med" w="med" type="none"/>
            <a:tailEnd len="med" w="med" type="none"/>
          </a:ln>
        </p:spPr>
      </p:cxnSp>
      <p:cxnSp>
        <p:nvCxnSpPr>
          <p:cNvPr id="4210" name="Google Shape;4210;p156"/>
          <p:cNvCxnSpPr/>
          <p:nvPr/>
        </p:nvCxnSpPr>
        <p:spPr>
          <a:xfrm rot="10800000">
            <a:off x="4465182" y="3180577"/>
            <a:ext cx="279300" cy="159000"/>
          </a:xfrm>
          <a:prstGeom prst="straightConnector1">
            <a:avLst/>
          </a:prstGeom>
          <a:noFill/>
          <a:ln cap="flat" cmpd="sng" w="8550">
            <a:solidFill>
              <a:schemeClr val="dk2"/>
            </a:solidFill>
            <a:prstDash val="solid"/>
            <a:round/>
            <a:headEnd len="med" w="med" type="none"/>
            <a:tailEnd len="med" w="med" type="none"/>
          </a:ln>
        </p:spPr>
      </p:cxn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4" name="Shape 4214"/>
        <p:cNvGrpSpPr/>
        <p:nvPr/>
      </p:nvGrpSpPr>
      <p:grpSpPr>
        <a:xfrm>
          <a:off x="0" y="0"/>
          <a:ext cx="0" cy="0"/>
          <a:chOff x="0" y="0"/>
          <a:chExt cx="0" cy="0"/>
        </a:xfrm>
      </p:grpSpPr>
      <p:sp>
        <p:nvSpPr>
          <p:cNvPr id="4215" name="Google Shape;4215;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216" name="Google Shape;4216;p157"/>
          <p:cNvCxnSpPr/>
          <p:nvPr/>
        </p:nvCxnSpPr>
        <p:spPr>
          <a:xfrm flipH="1">
            <a:off x="977200" y="1380275"/>
            <a:ext cx="44400" cy="3089100"/>
          </a:xfrm>
          <a:prstGeom prst="straightConnector1">
            <a:avLst/>
          </a:prstGeom>
          <a:noFill/>
          <a:ln cap="flat" cmpd="sng" w="9525">
            <a:solidFill>
              <a:schemeClr val="dk2"/>
            </a:solidFill>
            <a:prstDash val="solid"/>
            <a:round/>
            <a:headEnd len="med" w="med" type="none"/>
            <a:tailEnd len="med" w="med" type="none"/>
          </a:ln>
        </p:spPr>
      </p:cxnSp>
      <p:cxnSp>
        <p:nvCxnSpPr>
          <p:cNvPr id="4217" name="Google Shape;4217;p157"/>
          <p:cNvCxnSpPr/>
          <p:nvPr/>
        </p:nvCxnSpPr>
        <p:spPr>
          <a:xfrm flipH="1" rot="10800000">
            <a:off x="994900" y="1317975"/>
            <a:ext cx="2252100" cy="106800"/>
          </a:xfrm>
          <a:prstGeom prst="straightConnector1">
            <a:avLst/>
          </a:prstGeom>
          <a:noFill/>
          <a:ln cap="flat" cmpd="sng" w="9525">
            <a:solidFill>
              <a:schemeClr val="dk2"/>
            </a:solidFill>
            <a:prstDash val="solid"/>
            <a:round/>
            <a:headEnd len="med" w="med" type="none"/>
            <a:tailEnd len="med" w="med" type="none"/>
          </a:ln>
        </p:spPr>
      </p:cxnSp>
      <p:cxnSp>
        <p:nvCxnSpPr>
          <p:cNvPr id="4218" name="Google Shape;4218;p157"/>
          <p:cNvCxnSpPr/>
          <p:nvPr/>
        </p:nvCxnSpPr>
        <p:spPr>
          <a:xfrm>
            <a:off x="3238150" y="1344675"/>
            <a:ext cx="35700" cy="2839800"/>
          </a:xfrm>
          <a:prstGeom prst="straightConnector1">
            <a:avLst/>
          </a:prstGeom>
          <a:noFill/>
          <a:ln cap="flat" cmpd="sng" w="9525">
            <a:solidFill>
              <a:schemeClr val="dk2"/>
            </a:solidFill>
            <a:prstDash val="solid"/>
            <a:round/>
            <a:headEnd len="med" w="med" type="none"/>
            <a:tailEnd len="med" w="med" type="none"/>
          </a:ln>
        </p:spPr>
      </p:cxnSp>
      <p:pic>
        <p:nvPicPr>
          <p:cNvPr descr="a neon sign that says exit is lit up in red on a black background . (Provided by Tenor)" id="4219" name="Google Shape;4219;p157"/>
          <p:cNvPicPr preferRelativeResize="0"/>
          <p:nvPr/>
        </p:nvPicPr>
        <p:blipFill>
          <a:blip r:embed="rId3">
            <a:alphaModFix/>
          </a:blip>
          <a:stretch>
            <a:fillRect/>
          </a:stretch>
        </p:blipFill>
        <p:spPr>
          <a:xfrm>
            <a:off x="1406575" y="401975"/>
            <a:ext cx="1428750" cy="666750"/>
          </a:xfrm>
          <a:prstGeom prst="rect">
            <a:avLst/>
          </a:prstGeom>
          <a:noFill/>
          <a:ln>
            <a:noFill/>
          </a:ln>
        </p:spPr>
      </p:pic>
      <p:cxnSp>
        <p:nvCxnSpPr>
          <p:cNvPr id="4220" name="Google Shape;4220;p157"/>
          <p:cNvCxnSpPr/>
          <p:nvPr/>
        </p:nvCxnSpPr>
        <p:spPr>
          <a:xfrm flipH="1" rot="10800000">
            <a:off x="-43650" y="3521801"/>
            <a:ext cx="9231300" cy="10503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drawing of a gravestone with the word rip on it (Provided by Tenor)" id="4221" name="Google Shape;4221;p157"/>
          <p:cNvPicPr preferRelativeResize="0"/>
          <p:nvPr/>
        </p:nvPicPr>
        <p:blipFill>
          <a:blip r:embed="rId4">
            <a:alphaModFix/>
          </a:blip>
          <a:stretch>
            <a:fillRect/>
          </a:stretch>
        </p:blipFill>
        <p:spPr>
          <a:xfrm>
            <a:off x="4289725" y="3113675"/>
            <a:ext cx="1151525" cy="1355700"/>
          </a:xfrm>
          <a:prstGeom prst="rect">
            <a:avLst/>
          </a:prstGeom>
          <a:noFill/>
          <a:ln>
            <a:noFill/>
          </a:ln>
        </p:spPr>
      </p:pic>
      <p:sp>
        <p:nvSpPr>
          <p:cNvPr id="4222" name="Google Shape;4222;p157"/>
          <p:cNvSpPr/>
          <p:nvPr/>
        </p:nvSpPr>
        <p:spPr>
          <a:xfrm>
            <a:off x="-60100" y="-346675"/>
            <a:ext cx="9302400" cy="55992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3" name="Google Shape;4223;p157"/>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4224" name="Google Shape;4224;p157"/>
          <p:cNvSpPr/>
          <p:nvPr/>
        </p:nvSpPr>
        <p:spPr>
          <a:xfrm>
            <a:off x="254825" y="3000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 died of old age.</a:t>
            </a:r>
            <a:endParaRPr/>
          </a:p>
        </p:txBody>
      </p:sp>
      <p:sp>
        <p:nvSpPr>
          <p:cNvPr id="4225" name="Google Shape;4225;p157">
            <a:hlinkClick action="ppaction://hlinksldjump" r:id="rId5"/>
          </p:cNvPr>
          <p:cNvSpPr/>
          <p:nvPr/>
        </p:nvSpPr>
        <p:spPr>
          <a:xfrm>
            <a:off x="5912675" y="3677000"/>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29" name="Shape 4229"/>
        <p:cNvGrpSpPr/>
        <p:nvPr/>
      </p:nvGrpSpPr>
      <p:grpSpPr>
        <a:xfrm>
          <a:off x="0" y="0"/>
          <a:ext cx="0" cy="0"/>
          <a:chOff x="0" y="0"/>
          <a:chExt cx="0" cy="0"/>
        </a:xfrm>
      </p:grpSpPr>
      <p:sp>
        <p:nvSpPr>
          <p:cNvPr id="4230" name="Google Shape;4230;p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31" name="Google Shape;4231;p158">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232" name="Google Shape;4232;p15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233" name="Google Shape;4233;p15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234" name="Google Shape;4234;p15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235" name="Google Shape;4235;p158"/>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39" name="Shape 4239"/>
        <p:cNvGrpSpPr/>
        <p:nvPr/>
      </p:nvGrpSpPr>
      <p:grpSpPr>
        <a:xfrm>
          <a:off x="0" y="0"/>
          <a:ext cx="0" cy="0"/>
          <a:chOff x="0" y="0"/>
          <a:chExt cx="0" cy="0"/>
        </a:xfrm>
      </p:grpSpPr>
      <p:sp>
        <p:nvSpPr>
          <p:cNvPr id="4240" name="Google Shape;4240;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41" name="Google Shape;4241;p159">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242" name="Google Shape;4242;p159"/>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243" name="Google Shape;4243;p159"/>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244" name="Google Shape;4244;p159"/>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245" name="Google Shape;4245;p159"/>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9" name="Shape 4249"/>
        <p:cNvGrpSpPr/>
        <p:nvPr/>
      </p:nvGrpSpPr>
      <p:grpSpPr>
        <a:xfrm>
          <a:off x="0" y="0"/>
          <a:ext cx="0" cy="0"/>
          <a:chOff x="0" y="0"/>
          <a:chExt cx="0" cy="0"/>
        </a:xfrm>
      </p:grpSpPr>
      <p:sp>
        <p:nvSpPr>
          <p:cNvPr id="4250" name="Google Shape;4250;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251" name="Google Shape;4251;p160"/>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252" name="Google Shape;4252;p16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253" name="Google Shape;4253;p160"/>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254" name="Google Shape;4254;p16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255" name="Google Shape;4255;p16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256" name="Google Shape;4256;p16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257" name="Google Shape;4257;p16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258" name="Google Shape;4258;p16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259" name="Google Shape;4259;p16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260" name="Google Shape;4260;p160"/>
          <p:cNvCxnSpPr/>
          <p:nvPr/>
        </p:nvCxnSpPr>
        <p:spPr>
          <a:xfrm rot="10800000">
            <a:off x="1623403" y="20445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4261" name="Google Shape;4261;p160"/>
          <p:cNvCxnSpPr/>
          <p:nvPr/>
        </p:nvCxnSpPr>
        <p:spPr>
          <a:xfrm rot="10800000">
            <a:off x="2137078" y="16739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4262" name="Google Shape;4262;p160"/>
          <p:cNvCxnSpPr/>
          <p:nvPr/>
        </p:nvCxnSpPr>
        <p:spPr>
          <a:xfrm flipH="1" rot="10800000">
            <a:off x="1632853" y="1721275"/>
            <a:ext cx="504000" cy="351900"/>
          </a:xfrm>
          <a:prstGeom prst="straightConnector1">
            <a:avLst/>
          </a:prstGeom>
          <a:noFill/>
          <a:ln cap="flat" cmpd="sng" w="76200">
            <a:solidFill>
              <a:srgbClr val="00FF00"/>
            </a:solidFill>
            <a:prstDash val="solid"/>
            <a:round/>
            <a:headEnd len="med" w="med" type="none"/>
            <a:tailEnd len="med" w="med" type="none"/>
          </a:ln>
        </p:spPr>
      </p:cxnSp>
      <p:cxnSp>
        <p:nvCxnSpPr>
          <p:cNvPr id="4263" name="Google Shape;4263;p16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264" name="Google Shape;4264;p16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265" name="Google Shape;4265;p16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266" name="Google Shape;4266;p160"/>
          <p:cNvCxnSpPr/>
          <p:nvPr/>
        </p:nvCxnSpPr>
        <p:spPr>
          <a:xfrm flipH="1" rot="10800000">
            <a:off x="1813503" y="2995525"/>
            <a:ext cx="294600" cy="171000"/>
          </a:xfrm>
          <a:prstGeom prst="straightConnector1">
            <a:avLst/>
          </a:prstGeom>
          <a:noFill/>
          <a:ln cap="flat" cmpd="sng" w="76200">
            <a:solidFill>
              <a:srgbClr val="00FF00"/>
            </a:solidFill>
            <a:prstDash val="solid"/>
            <a:round/>
            <a:headEnd len="med" w="med" type="none"/>
            <a:tailEnd len="med" w="med" type="none"/>
          </a:ln>
        </p:spPr>
      </p:cxnSp>
      <p:cxnSp>
        <p:nvCxnSpPr>
          <p:cNvPr id="4267" name="Google Shape;4267;p160"/>
          <p:cNvCxnSpPr/>
          <p:nvPr/>
        </p:nvCxnSpPr>
        <p:spPr>
          <a:xfrm flipH="1" rot="10800000">
            <a:off x="1775690" y="2045000"/>
            <a:ext cx="294600" cy="171000"/>
          </a:xfrm>
          <a:prstGeom prst="straightConnector1">
            <a:avLst/>
          </a:prstGeom>
          <a:noFill/>
          <a:ln cap="flat" cmpd="sng" w="76200">
            <a:solidFill>
              <a:srgbClr val="00FF00"/>
            </a:solidFill>
            <a:prstDash val="solid"/>
            <a:round/>
            <a:headEnd len="med" w="med" type="none"/>
            <a:tailEnd len="med" w="med" type="none"/>
          </a:ln>
        </p:spPr>
      </p:cxnSp>
      <p:cxnSp>
        <p:nvCxnSpPr>
          <p:cNvPr id="4268" name="Google Shape;4268;p160"/>
          <p:cNvCxnSpPr/>
          <p:nvPr/>
        </p:nvCxnSpPr>
        <p:spPr>
          <a:xfrm>
            <a:off x="1794478" y="2225275"/>
            <a:ext cx="38100" cy="922200"/>
          </a:xfrm>
          <a:prstGeom prst="straightConnector1">
            <a:avLst/>
          </a:prstGeom>
          <a:noFill/>
          <a:ln cap="flat" cmpd="sng" w="76200">
            <a:solidFill>
              <a:srgbClr val="00FF00"/>
            </a:solidFill>
            <a:prstDash val="solid"/>
            <a:round/>
            <a:headEnd len="med" w="med" type="none"/>
            <a:tailEnd len="med" w="med" type="none"/>
          </a:ln>
        </p:spPr>
      </p:cxnSp>
      <p:cxnSp>
        <p:nvCxnSpPr>
          <p:cNvPr id="4269" name="Google Shape;4269;p160"/>
          <p:cNvCxnSpPr/>
          <p:nvPr/>
        </p:nvCxnSpPr>
        <p:spPr>
          <a:xfrm>
            <a:off x="2060966" y="2082946"/>
            <a:ext cx="38100" cy="922200"/>
          </a:xfrm>
          <a:prstGeom prst="straightConnector1">
            <a:avLst/>
          </a:prstGeom>
          <a:noFill/>
          <a:ln cap="flat" cmpd="sng" w="76200">
            <a:solidFill>
              <a:srgbClr val="00FF00"/>
            </a:solidFill>
            <a:prstDash val="solid"/>
            <a:round/>
            <a:headEnd len="med" w="med" type="none"/>
            <a:tailEnd len="med" w="med" type="none"/>
          </a:ln>
        </p:spPr>
      </p:cxnSp>
      <p:cxnSp>
        <p:nvCxnSpPr>
          <p:cNvPr id="4270" name="Google Shape;4270;p160"/>
          <p:cNvCxnSpPr/>
          <p:nvPr/>
        </p:nvCxnSpPr>
        <p:spPr>
          <a:xfrm>
            <a:off x="1803994" y="3299625"/>
            <a:ext cx="38100" cy="180600"/>
          </a:xfrm>
          <a:prstGeom prst="straightConnector1">
            <a:avLst/>
          </a:prstGeom>
          <a:noFill/>
          <a:ln cap="flat" cmpd="sng" w="76200">
            <a:solidFill>
              <a:srgbClr val="00FF00"/>
            </a:solidFill>
            <a:prstDash val="solid"/>
            <a:round/>
            <a:headEnd len="med" w="med" type="none"/>
            <a:tailEnd len="med" w="med" type="none"/>
          </a:ln>
        </p:spPr>
      </p:cxnSp>
      <p:cxnSp>
        <p:nvCxnSpPr>
          <p:cNvPr id="4271" name="Google Shape;4271;p160"/>
          <p:cNvCxnSpPr/>
          <p:nvPr/>
        </p:nvCxnSpPr>
        <p:spPr>
          <a:xfrm>
            <a:off x="2108256" y="3147475"/>
            <a:ext cx="38100" cy="180600"/>
          </a:xfrm>
          <a:prstGeom prst="straightConnector1">
            <a:avLst/>
          </a:prstGeom>
          <a:noFill/>
          <a:ln cap="flat" cmpd="sng" w="76200">
            <a:solidFill>
              <a:srgbClr val="00FF00"/>
            </a:solidFill>
            <a:prstDash val="solid"/>
            <a:round/>
            <a:headEnd len="med" w="med" type="none"/>
            <a:tailEnd len="med" w="med" type="none"/>
          </a:ln>
        </p:spPr>
      </p:cxnSp>
      <p:cxnSp>
        <p:nvCxnSpPr>
          <p:cNvPr id="4272" name="Google Shape;4272;p160"/>
          <p:cNvCxnSpPr/>
          <p:nvPr/>
        </p:nvCxnSpPr>
        <p:spPr>
          <a:xfrm flipH="1" rot="10800000">
            <a:off x="1813503" y="3147650"/>
            <a:ext cx="332700" cy="199500"/>
          </a:xfrm>
          <a:prstGeom prst="straightConnector1">
            <a:avLst/>
          </a:prstGeom>
          <a:noFill/>
          <a:ln cap="flat" cmpd="sng" w="76200">
            <a:solidFill>
              <a:srgbClr val="00FF00"/>
            </a:solidFill>
            <a:prstDash val="solid"/>
            <a:round/>
            <a:headEnd len="med" w="med" type="none"/>
            <a:tailEnd len="med" w="med" type="none"/>
          </a:ln>
        </p:spPr>
      </p:cxnSp>
      <p:cxnSp>
        <p:nvCxnSpPr>
          <p:cNvPr id="4273" name="Google Shape;4273;p160"/>
          <p:cNvCxnSpPr/>
          <p:nvPr/>
        </p:nvCxnSpPr>
        <p:spPr>
          <a:xfrm flipH="1" rot="10800000">
            <a:off x="1823003" y="3299575"/>
            <a:ext cx="323400" cy="190200"/>
          </a:xfrm>
          <a:prstGeom prst="straightConnector1">
            <a:avLst/>
          </a:prstGeom>
          <a:noFill/>
          <a:ln cap="flat" cmpd="sng" w="76200">
            <a:solidFill>
              <a:srgbClr val="00FF00"/>
            </a:solidFill>
            <a:prstDash val="solid"/>
            <a:round/>
            <a:headEnd len="med" w="med" type="none"/>
            <a:tailEnd len="med" w="med" type="none"/>
          </a:ln>
        </p:spPr>
      </p:cxnSp>
      <p:cxnSp>
        <p:nvCxnSpPr>
          <p:cNvPr id="4274" name="Google Shape;4274;p16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275" name="Google Shape;4275;p160"/>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276" name="Google Shape;4276;p16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277" name="Google Shape;4277;p16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278" name="Google Shape;4278;p160"/>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279" name="Google Shape;4279;p160"/>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280" name="Google Shape;4280;p160"/>
          <p:cNvSpPr/>
          <p:nvPr/>
        </p:nvSpPr>
        <p:spPr>
          <a:xfrm>
            <a:off x="5966202" y="2361838"/>
            <a:ext cx="879300" cy="809100"/>
          </a:xfrm>
          <a:prstGeom prst="ellipse">
            <a:avLst/>
          </a:prstGeom>
          <a:noFill/>
          <a:ln cap="flat" cmpd="sng" w="76200">
            <a:solidFill>
              <a:srgbClr val="00FF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281" name="Google Shape;4281;p160"/>
          <p:cNvCxnSpPr/>
          <p:nvPr/>
        </p:nvCxnSpPr>
        <p:spPr>
          <a:xfrm>
            <a:off x="6196104" y="2858849"/>
            <a:ext cx="419400" cy="183900"/>
          </a:xfrm>
          <a:prstGeom prst="curvedConnector3">
            <a:avLst>
              <a:gd fmla="val 50000" name="adj1"/>
            </a:avLst>
          </a:prstGeom>
          <a:noFill/>
          <a:ln cap="flat" cmpd="sng" w="76200">
            <a:solidFill>
              <a:srgbClr val="00FF00"/>
            </a:solidFill>
            <a:prstDash val="solid"/>
            <a:round/>
            <a:headEnd len="med" w="med" type="none"/>
            <a:tailEnd len="med" w="med" type="none"/>
          </a:ln>
        </p:spPr>
      </p:cxnSp>
      <p:sp>
        <p:nvSpPr>
          <p:cNvPr id="4282" name="Google Shape;4282;p160"/>
          <p:cNvSpPr/>
          <p:nvPr/>
        </p:nvSpPr>
        <p:spPr>
          <a:xfrm>
            <a:off x="6120382" y="2566694"/>
            <a:ext cx="113400" cy="183900"/>
          </a:xfrm>
          <a:prstGeom prst="ellipse">
            <a:avLst/>
          </a:prstGeom>
          <a:solidFill>
            <a:schemeClr val="lt2"/>
          </a:solidFill>
          <a:ln cap="flat" cmpd="sng" w="76200">
            <a:solidFill>
              <a:srgbClr val="00FF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283" name="Google Shape;4283;p160"/>
          <p:cNvSpPr/>
          <p:nvPr/>
        </p:nvSpPr>
        <p:spPr>
          <a:xfrm>
            <a:off x="6349150" y="2609607"/>
            <a:ext cx="113400" cy="183900"/>
          </a:xfrm>
          <a:prstGeom prst="ellipse">
            <a:avLst/>
          </a:prstGeom>
          <a:solidFill>
            <a:schemeClr val="lt2"/>
          </a:solidFill>
          <a:ln cap="flat" cmpd="sng" w="76200">
            <a:solidFill>
              <a:srgbClr val="00FF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284" name="Google Shape;4284;p160"/>
          <p:cNvSpPr/>
          <p:nvPr/>
        </p:nvSpPr>
        <p:spPr>
          <a:xfrm>
            <a:off x="6180085" y="3203960"/>
            <a:ext cx="451517" cy="899355"/>
          </a:xfrm>
          <a:prstGeom prst="flowChartProcess">
            <a:avLst/>
          </a:prstGeom>
          <a:solidFill>
            <a:srgbClr val="FF0000"/>
          </a:solidFill>
          <a:ln cap="flat" cmpd="sng" w="76200">
            <a:solidFill>
              <a:srgbClr val="00FF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285" name="Google Shape;4285;p160"/>
          <p:cNvCxnSpPr/>
          <p:nvPr/>
        </p:nvCxnSpPr>
        <p:spPr>
          <a:xfrm rot="5400000">
            <a:off x="5945187" y="4278515"/>
            <a:ext cx="518100" cy="167700"/>
          </a:xfrm>
          <a:prstGeom prst="curvedConnector3">
            <a:avLst>
              <a:gd fmla="val 50000" name="adj1"/>
            </a:avLst>
          </a:prstGeom>
          <a:noFill/>
          <a:ln cap="flat" cmpd="sng" w="76200">
            <a:solidFill>
              <a:srgbClr val="00FF00"/>
            </a:solidFill>
            <a:prstDash val="solid"/>
            <a:round/>
            <a:headEnd len="med" w="med" type="none"/>
            <a:tailEnd len="med" w="med" type="none"/>
          </a:ln>
        </p:spPr>
      </p:cxnSp>
      <p:cxnSp>
        <p:nvCxnSpPr>
          <p:cNvPr id="4286" name="Google Shape;4286;p160"/>
          <p:cNvCxnSpPr/>
          <p:nvPr/>
        </p:nvCxnSpPr>
        <p:spPr>
          <a:xfrm flipH="1" rot="-5400000">
            <a:off x="6327394" y="4238465"/>
            <a:ext cx="477600" cy="207300"/>
          </a:xfrm>
          <a:prstGeom prst="curvedConnector3">
            <a:avLst>
              <a:gd fmla="val 50000" name="adj1"/>
            </a:avLst>
          </a:prstGeom>
          <a:noFill/>
          <a:ln cap="flat" cmpd="sng" w="76200">
            <a:solidFill>
              <a:srgbClr val="00FF00"/>
            </a:solidFill>
            <a:prstDash val="solid"/>
            <a:round/>
            <a:headEnd len="med" w="med" type="none"/>
            <a:tailEnd len="med" w="med" type="none"/>
          </a:ln>
        </p:spPr>
      </p:cxnSp>
      <p:cxnSp>
        <p:nvCxnSpPr>
          <p:cNvPr id="4287" name="Google Shape;4287;p160"/>
          <p:cNvCxnSpPr/>
          <p:nvPr/>
        </p:nvCxnSpPr>
        <p:spPr>
          <a:xfrm rot="10800000">
            <a:off x="5835985" y="3122938"/>
            <a:ext cx="344100" cy="530700"/>
          </a:xfrm>
          <a:prstGeom prst="straightConnector1">
            <a:avLst/>
          </a:prstGeom>
          <a:noFill/>
          <a:ln cap="flat" cmpd="sng" w="76200">
            <a:solidFill>
              <a:srgbClr val="00FF00"/>
            </a:solidFill>
            <a:prstDash val="solid"/>
            <a:round/>
            <a:headEnd len="med" w="med" type="none"/>
            <a:tailEnd len="med" w="med" type="none"/>
          </a:ln>
        </p:spPr>
      </p:cxnSp>
      <p:cxnSp>
        <p:nvCxnSpPr>
          <p:cNvPr id="4288" name="Google Shape;4288;p160"/>
          <p:cNvCxnSpPr>
            <a:stCxn id="4284" idx="3"/>
          </p:cNvCxnSpPr>
          <p:nvPr/>
        </p:nvCxnSpPr>
        <p:spPr>
          <a:xfrm flipH="1" rot="10800000">
            <a:off x="6631602" y="3521338"/>
            <a:ext cx="347100" cy="132300"/>
          </a:xfrm>
          <a:prstGeom prst="straightConnector1">
            <a:avLst/>
          </a:prstGeom>
          <a:noFill/>
          <a:ln cap="flat" cmpd="sng" w="76200">
            <a:solidFill>
              <a:srgbClr val="00FF00"/>
            </a:solidFill>
            <a:prstDash val="solid"/>
            <a:round/>
            <a:headEnd len="med" w="med" type="none"/>
            <a:tailEnd len="med" w="med" type="none"/>
          </a:ln>
        </p:spPr>
      </p:cxnSp>
      <p:pic>
        <p:nvPicPr>
          <p:cNvPr descr="cowboy hat icon vector outline illustration (Provided by Getty Images)" id="4289" name="Google Shape;4289;p160"/>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pic>
        <p:nvPicPr>
          <p:cNvPr descr="23639999 (Provided by Getty Images)" id="4290" name="Google Shape;4290;p160"/>
          <p:cNvPicPr preferRelativeResize="0"/>
          <p:nvPr/>
        </p:nvPicPr>
        <p:blipFill>
          <a:blip r:embed="rId8">
            <a:alphaModFix/>
          </a:blip>
          <a:stretch>
            <a:fillRect/>
          </a:stretch>
        </p:blipFill>
        <p:spPr>
          <a:xfrm>
            <a:off x="5456299" y="2458424"/>
            <a:ext cx="419400" cy="829875"/>
          </a:xfrm>
          <a:prstGeom prst="rect">
            <a:avLst/>
          </a:prstGeom>
          <a:noFill/>
          <a:ln>
            <a:noFill/>
          </a:ln>
        </p:spPr>
      </p:pic>
      <p:sp>
        <p:nvSpPr>
          <p:cNvPr id="4291" name="Google Shape;4291;p160">
            <a:hlinkClick action="ppaction://hlinksldjump" r:id="rId9"/>
          </p:cNvPr>
          <p:cNvSpPr/>
          <p:nvPr/>
        </p:nvSpPr>
        <p:spPr>
          <a:xfrm>
            <a:off x="1426425" y="1594575"/>
            <a:ext cx="894300" cy="3110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2" name="Google Shape;4292;p160">
            <a:hlinkClick action="ppaction://hlinksldjump" r:id="rId10"/>
          </p:cNvPr>
          <p:cNvSpPr/>
          <p:nvPr/>
        </p:nvSpPr>
        <p:spPr>
          <a:xfrm>
            <a:off x="5741850" y="2070825"/>
            <a:ext cx="1091400" cy="2592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96" name="Shape 4296"/>
        <p:cNvGrpSpPr/>
        <p:nvPr/>
      </p:nvGrpSpPr>
      <p:grpSpPr>
        <a:xfrm>
          <a:off x="0" y="0"/>
          <a:ext cx="0" cy="0"/>
          <a:chOff x="0" y="0"/>
          <a:chExt cx="0" cy="0"/>
        </a:xfrm>
      </p:grpSpPr>
      <p:sp>
        <p:nvSpPr>
          <p:cNvPr id="4297" name="Google Shape;4297;p1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98" name="Google Shape;4298;p161">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299" name="Google Shape;4299;p161"/>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300" name="Google Shape;4300;p161"/>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301" name="Google Shape;4301;p161"/>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302" name="Google Shape;4302;p161"/>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06" name="Shape 4306"/>
        <p:cNvGrpSpPr/>
        <p:nvPr/>
      </p:nvGrpSpPr>
      <p:grpSpPr>
        <a:xfrm>
          <a:off x="0" y="0"/>
          <a:ext cx="0" cy="0"/>
          <a:chOff x="0" y="0"/>
          <a:chExt cx="0" cy="0"/>
        </a:xfrm>
      </p:grpSpPr>
      <p:sp>
        <p:nvSpPr>
          <p:cNvPr id="4307" name="Google Shape;4307;p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08" name="Google Shape;4308;p162">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309" name="Google Shape;4309;p16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310" name="Google Shape;4310;p16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311" name="Google Shape;4311;p16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312" name="Google Shape;4312;p162"/>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6" name="Shape 4316"/>
        <p:cNvGrpSpPr/>
        <p:nvPr/>
      </p:nvGrpSpPr>
      <p:grpSpPr>
        <a:xfrm>
          <a:off x="0" y="0"/>
          <a:ext cx="0" cy="0"/>
          <a:chOff x="0" y="0"/>
          <a:chExt cx="0" cy="0"/>
        </a:xfrm>
      </p:grpSpPr>
      <p:cxnSp>
        <p:nvCxnSpPr>
          <p:cNvPr id="4317" name="Google Shape;4317;p163"/>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318" name="Google Shape;4318;p163"/>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319" name="Google Shape;4319;p163"/>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320" name="Google Shape;4320;p163"/>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321" name="Google Shape;4321;p163"/>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322" name="Google Shape;4322;p163"/>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323" name="Google Shape;4323;p163"/>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324" name="Google Shape;4324;p163"/>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325" name="Google Shape;4325;p163"/>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326" name="Google Shape;4326;p163"/>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327" name="Google Shape;4327;p163"/>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328" name="Google Shape;4328;p163"/>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329" name="Google Shape;4329;p163"/>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330" name="Google Shape;4330;p163"/>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331" name="Google Shape;4331;p163"/>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332" name="Google Shape;4332;p163"/>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333" name="Google Shape;4333;p163"/>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334" name="Google Shape;4334;p163"/>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335" name="Google Shape;4335;p163"/>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336" name="Google Shape;4336;p163"/>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337" name="Google Shape;4337;p163"/>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338" name="Google Shape;4338;p163"/>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339" name="Google Shape;4339;p163"/>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340" name="Google Shape;4340;p163"/>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341" name="Google Shape;4341;p163"/>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342" name="Google Shape;4342;p163"/>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343" name="Google Shape;4343;p163"/>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344" name="Google Shape;4344;p163"/>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345" name="Google Shape;4345;p163"/>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346" name="Google Shape;4346;p163"/>
          <p:cNvSpPr/>
          <p:nvPr/>
        </p:nvSpPr>
        <p:spPr>
          <a:xfrm>
            <a:off x="3598227" y="2102288"/>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347" name="Google Shape;4347;p163"/>
          <p:cNvCxnSpPr/>
          <p:nvPr/>
        </p:nvCxnSpPr>
        <p:spPr>
          <a:xfrm>
            <a:off x="3828129" y="2599299"/>
            <a:ext cx="419400" cy="183900"/>
          </a:xfrm>
          <a:prstGeom prst="curvedConnector3">
            <a:avLst>
              <a:gd fmla="val 50000" name="adj1"/>
            </a:avLst>
          </a:prstGeom>
          <a:noFill/>
          <a:ln cap="flat" cmpd="sng" w="9525">
            <a:solidFill>
              <a:srgbClr val="000000"/>
            </a:solidFill>
            <a:prstDash val="solid"/>
            <a:round/>
            <a:headEnd len="med" w="med" type="none"/>
            <a:tailEnd len="med" w="med" type="none"/>
          </a:ln>
        </p:spPr>
      </p:cxnSp>
      <p:sp>
        <p:nvSpPr>
          <p:cNvPr id="4348" name="Google Shape;4348;p163"/>
          <p:cNvSpPr/>
          <p:nvPr/>
        </p:nvSpPr>
        <p:spPr>
          <a:xfrm>
            <a:off x="3752407" y="2307144"/>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349" name="Google Shape;4349;p163"/>
          <p:cNvSpPr/>
          <p:nvPr/>
        </p:nvSpPr>
        <p:spPr>
          <a:xfrm>
            <a:off x="3981175" y="2350057"/>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350" name="Google Shape;4350;p163"/>
          <p:cNvSpPr/>
          <p:nvPr/>
        </p:nvSpPr>
        <p:spPr>
          <a:xfrm>
            <a:off x="3812110" y="2944410"/>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351" name="Google Shape;4351;p163"/>
          <p:cNvCxnSpPr/>
          <p:nvPr/>
        </p:nvCxnSpPr>
        <p:spPr>
          <a:xfrm rot="5400000">
            <a:off x="3577212" y="4018965"/>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352" name="Google Shape;4352;p163"/>
          <p:cNvCxnSpPr/>
          <p:nvPr/>
        </p:nvCxnSpPr>
        <p:spPr>
          <a:xfrm flipH="1" rot="-5400000">
            <a:off x="3959419" y="3978915"/>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353" name="Google Shape;4353;p163"/>
          <p:cNvCxnSpPr/>
          <p:nvPr/>
        </p:nvCxnSpPr>
        <p:spPr>
          <a:xfrm rot="10800000">
            <a:off x="3468010" y="2863388"/>
            <a:ext cx="344100" cy="530700"/>
          </a:xfrm>
          <a:prstGeom prst="straightConnector1">
            <a:avLst/>
          </a:prstGeom>
          <a:noFill/>
          <a:ln cap="flat" cmpd="sng" w="9525">
            <a:solidFill>
              <a:srgbClr val="000000"/>
            </a:solidFill>
            <a:prstDash val="solid"/>
            <a:round/>
            <a:headEnd len="med" w="med" type="none"/>
            <a:tailEnd len="med" w="med" type="none"/>
          </a:ln>
        </p:spPr>
      </p:cxnSp>
      <p:cxnSp>
        <p:nvCxnSpPr>
          <p:cNvPr id="4354" name="Google Shape;4354;p163"/>
          <p:cNvCxnSpPr>
            <a:stCxn id="4350" idx="3"/>
          </p:cNvCxnSpPr>
          <p:nvPr/>
        </p:nvCxnSpPr>
        <p:spPr>
          <a:xfrm flipH="1" rot="10800000">
            <a:off x="4263627" y="3261788"/>
            <a:ext cx="347100" cy="1323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355" name="Google Shape;4355;p163"/>
          <p:cNvPicPr preferRelativeResize="0"/>
          <p:nvPr/>
        </p:nvPicPr>
        <p:blipFill rotWithShape="1">
          <a:blip r:embed="rId7">
            <a:alphaModFix/>
          </a:blip>
          <a:srcRect b="28376" l="12375" r="10949" t="24332"/>
          <a:stretch/>
        </p:blipFill>
        <p:spPr>
          <a:xfrm>
            <a:off x="3507125" y="1800176"/>
            <a:ext cx="1091487" cy="398710"/>
          </a:xfrm>
          <a:prstGeom prst="rect">
            <a:avLst/>
          </a:prstGeom>
          <a:noFill/>
          <a:ln>
            <a:noFill/>
          </a:ln>
        </p:spPr>
      </p:pic>
      <p:pic>
        <p:nvPicPr>
          <p:cNvPr descr="23639999 (Provided by Getty Images)" id="4356" name="Google Shape;4356;p163"/>
          <p:cNvPicPr preferRelativeResize="0"/>
          <p:nvPr/>
        </p:nvPicPr>
        <p:blipFill>
          <a:blip r:embed="rId8">
            <a:alphaModFix/>
          </a:blip>
          <a:stretch>
            <a:fillRect/>
          </a:stretch>
        </p:blipFill>
        <p:spPr>
          <a:xfrm>
            <a:off x="3088324" y="2198874"/>
            <a:ext cx="419400" cy="829875"/>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0" name="Shape 4360"/>
        <p:cNvGrpSpPr/>
        <p:nvPr/>
      </p:nvGrpSpPr>
      <p:grpSpPr>
        <a:xfrm>
          <a:off x="0" y="0"/>
          <a:ext cx="0" cy="0"/>
          <a:chOff x="0" y="0"/>
          <a:chExt cx="0" cy="0"/>
        </a:xfrm>
      </p:grpSpPr>
      <p:cxnSp>
        <p:nvCxnSpPr>
          <p:cNvPr id="4361" name="Google Shape;4361;p164"/>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362" name="Google Shape;4362;p164"/>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363" name="Google Shape;4363;p164"/>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364" name="Google Shape;4364;p164"/>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365" name="Google Shape;4365;p164"/>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366" name="Google Shape;4366;p164"/>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367" name="Google Shape;4367;p164"/>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368" name="Google Shape;4368;p164"/>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369" name="Google Shape;4369;p164"/>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370" name="Google Shape;4370;p164"/>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164"/>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372" name="Google Shape;4372;p164"/>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373" name="Google Shape;4373;p164"/>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374" name="Google Shape;4374;p164"/>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375" name="Google Shape;4375;p164"/>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376" name="Google Shape;4376;p164"/>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377" name="Google Shape;4377;p164"/>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378" name="Google Shape;4378;p164"/>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379" name="Google Shape;4379;p164"/>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380" name="Google Shape;4380;p164"/>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381" name="Google Shape;4381;p164"/>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382" name="Google Shape;4382;p164"/>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383" name="Google Shape;4383;p164"/>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384" name="Google Shape;4384;p164"/>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385" name="Google Shape;4385;p164"/>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386" name="Google Shape;4386;p164"/>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387" name="Google Shape;4387;p164"/>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388" name="Google Shape;4388;p164"/>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389" name="Google Shape;4389;p164"/>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390" name="Google Shape;4390;p164"/>
          <p:cNvSpPr/>
          <p:nvPr/>
        </p:nvSpPr>
        <p:spPr>
          <a:xfrm>
            <a:off x="3598227" y="2102288"/>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391" name="Google Shape;4391;p164"/>
          <p:cNvCxnSpPr/>
          <p:nvPr/>
        </p:nvCxnSpPr>
        <p:spPr>
          <a:xfrm>
            <a:off x="3828129" y="2599299"/>
            <a:ext cx="419400" cy="183900"/>
          </a:xfrm>
          <a:prstGeom prst="curvedConnector3">
            <a:avLst>
              <a:gd fmla="val 50000" name="adj1"/>
            </a:avLst>
          </a:prstGeom>
          <a:noFill/>
          <a:ln cap="flat" cmpd="sng" w="9525">
            <a:solidFill>
              <a:srgbClr val="000000"/>
            </a:solidFill>
            <a:prstDash val="solid"/>
            <a:round/>
            <a:headEnd len="med" w="med" type="none"/>
            <a:tailEnd len="med" w="med" type="none"/>
          </a:ln>
        </p:spPr>
      </p:cxnSp>
      <p:sp>
        <p:nvSpPr>
          <p:cNvPr id="4392" name="Google Shape;4392;p164"/>
          <p:cNvSpPr/>
          <p:nvPr/>
        </p:nvSpPr>
        <p:spPr>
          <a:xfrm>
            <a:off x="3752407" y="2307144"/>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393" name="Google Shape;4393;p164"/>
          <p:cNvSpPr/>
          <p:nvPr/>
        </p:nvSpPr>
        <p:spPr>
          <a:xfrm>
            <a:off x="3981175" y="2350057"/>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394" name="Google Shape;4394;p164"/>
          <p:cNvSpPr/>
          <p:nvPr/>
        </p:nvSpPr>
        <p:spPr>
          <a:xfrm>
            <a:off x="3812110" y="2944410"/>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395" name="Google Shape;4395;p164"/>
          <p:cNvCxnSpPr/>
          <p:nvPr/>
        </p:nvCxnSpPr>
        <p:spPr>
          <a:xfrm rot="5400000">
            <a:off x="3577212" y="4018965"/>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396" name="Google Shape;4396;p164"/>
          <p:cNvCxnSpPr/>
          <p:nvPr/>
        </p:nvCxnSpPr>
        <p:spPr>
          <a:xfrm flipH="1" rot="-5400000">
            <a:off x="3959419" y="3978915"/>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397" name="Google Shape;4397;p164"/>
          <p:cNvCxnSpPr/>
          <p:nvPr/>
        </p:nvCxnSpPr>
        <p:spPr>
          <a:xfrm rot="10800000">
            <a:off x="3468010" y="2863388"/>
            <a:ext cx="344100" cy="530700"/>
          </a:xfrm>
          <a:prstGeom prst="straightConnector1">
            <a:avLst/>
          </a:prstGeom>
          <a:noFill/>
          <a:ln cap="flat" cmpd="sng" w="9525">
            <a:solidFill>
              <a:srgbClr val="000000"/>
            </a:solidFill>
            <a:prstDash val="solid"/>
            <a:round/>
            <a:headEnd len="med" w="med" type="none"/>
            <a:tailEnd len="med" w="med" type="none"/>
          </a:ln>
        </p:spPr>
      </p:cxnSp>
      <p:cxnSp>
        <p:nvCxnSpPr>
          <p:cNvPr id="4398" name="Google Shape;4398;p164"/>
          <p:cNvCxnSpPr>
            <a:stCxn id="4394" idx="3"/>
          </p:cNvCxnSpPr>
          <p:nvPr/>
        </p:nvCxnSpPr>
        <p:spPr>
          <a:xfrm flipH="1" rot="10800000">
            <a:off x="4263627" y="3261788"/>
            <a:ext cx="347100" cy="1323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399" name="Google Shape;4399;p164"/>
          <p:cNvPicPr preferRelativeResize="0"/>
          <p:nvPr/>
        </p:nvPicPr>
        <p:blipFill rotWithShape="1">
          <a:blip r:embed="rId7">
            <a:alphaModFix/>
          </a:blip>
          <a:srcRect b="28376" l="12375" r="10949" t="24332"/>
          <a:stretch/>
        </p:blipFill>
        <p:spPr>
          <a:xfrm>
            <a:off x="3507125" y="1800176"/>
            <a:ext cx="1091487" cy="398710"/>
          </a:xfrm>
          <a:prstGeom prst="rect">
            <a:avLst/>
          </a:prstGeom>
          <a:noFill/>
          <a:ln>
            <a:noFill/>
          </a:ln>
        </p:spPr>
      </p:pic>
      <p:pic>
        <p:nvPicPr>
          <p:cNvPr descr="23639999 (Provided by Getty Images)" id="4400" name="Google Shape;4400;p164"/>
          <p:cNvPicPr preferRelativeResize="0"/>
          <p:nvPr/>
        </p:nvPicPr>
        <p:blipFill>
          <a:blip r:embed="rId8">
            <a:alphaModFix/>
          </a:blip>
          <a:stretch>
            <a:fillRect/>
          </a:stretch>
        </p:blipFill>
        <p:spPr>
          <a:xfrm rot="-3272249">
            <a:off x="3088323" y="2198874"/>
            <a:ext cx="419400" cy="829874"/>
          </a:xfrm>
          <a:prstGeom prst="rect">
            <a:avLst/>
          </a:prstGeom>
          <a:noFill/>
          <a:ln>
            <a:noFill/>
          </a:ln>
        </p:spPr>
      </p:pic>
      <p:pic>
        <p:nvPicPr>
          <p:cNvPr descr="a cartoon drawing of a green hand with liquid dripping out of it (Provided by Tenor)" id="4401" name="Google Shape;4401;p164"/>
          <p:cNvPicPr preferRelativeResize="0"/>
          <p:nvPr/>
        </p:nvPicPr>
        <p:blipFill>
          <a:blip r:embed="rId9">
            <a:alphaModFix/>
          </a:blip>
          <a:stretch>
            <a:fillRect/>
          </a:stretch>
        </p:blipFill>
        <p:spPr>
          <a:xfrm rot="4100628">
            <a:off x="1644483" y="1790844"/>
            <a:ext cx="946382" cy="1023489"/>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5" name="Shape 4405"/>
        <p:cNvGrpSpPr/>
        <p:nvPr/>
      </p:nvGrpSpPr>
      <p:grpSpPr>
        <a:xfrm>
          <a:off x="0" y="0"/>
          <a:ext cx="0" cy="0"/>
          <a:chOff x="0" y="0"/>
          <a:chExt cx="0" cy="0"/>
        </a:xfrm>
      </p:grpSpPr>
      <p:cxnSp>
        <p:nvCxnSpPr>
          <p:cNvPr id="4406" name="Google Shape;4406;p165"/>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407" name="Google Shape;4407;p165"/>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408" name="Google Shape;4408;p165"/>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409" name="Google Shape;4409;p165"/>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410" name="Google Shape;4410;p165"/>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411" name="Google Shape;4411;p165"/>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412" name="Google Shape;4412;p165"/>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413" name="Google Shape;4413;p165"/>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414" name="Google Shape;4414;p165"/>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415" name="Google Shape;4415;p165"/>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416" name="Google Shape;4416;p165"/>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417" name="Google Shape;4417;p165"/>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418" name="Google Shape;4418;p165"/>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419" name="Google Shape;4419;p165"/>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420" name="Google Shape;4420;p165"/>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421" name="Google Shape;4421;p165"/>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422" name="Google Shape;4422;p165"/>
          <p:cNvCxnSpPr/>
          <p:nvPr/>
        </p:nvCxnSpPr>
        <p:spPr>
          <a:xfrm>
            <a:off x="1806100" y="2461825"/>
            <a:ext cx="227700" cy="194100"/>
          </a:xfrm>
          <a:prstGeom prst="straightConnector1">
            <a:avLst/>
          </a:prstGeom>
          <a:noFill/>
          <a:ln cap="flat" cmpd="sng" w="9525">
            <a:solidFill>
              <a:srgbClr val="000000"/>
            </a:solidFill>
            <a:prstDash val="solid"/>
            <a:round/>
            <a:headEnd len="med" w="med" type="none"/>
            <a:tailEnd len="med" w="med" type="none"/>
          </a:ln>
        </p:spPr>
      </p:cxnSp>
      <p:cxnSp>
        <p:nvCxnSpPr>
          <p:cNvPr id="4423" name="Google Shape;4423;p165"/>
          <p:cNvCxnSpPr/>
          <p:nvPr/>
        </p:nvCxnSpPr>
        <p:spPr>
          <a:xfrm>
            <a:off x="1814525" y="2621975"/>
            <a:ext cx="18000" cy="525600"/>
          </a:xfrm>
          <a:prstGeom prst="straightConnector1">
            <a:avLst/>
          </a:prstGeom>
          <a:noFill/>
          <a:ln cap="flat" cmpd="sng" w="9525">
            <a:solidFill>
              <a:srgbClr val="000000"/>
            </a:solidFill>
            <a:prstDash val="solid"/>
            <a:round/>
            <a:headEnd len="med" w="med" type="none"/>
            <a:tailEnd len="med" w="med" type="none"/>
          </a:ln>
        </p:spPr>
      </p:cxnSp>
      <p:cxnSp>
        <p:nvCxnSpPr>
          <p:cNvPr id="4424" name="Google Shape;4424;p165"/>
          <p:cNvCxnSpPr/>
          <p:nvPr/>
        </p:nvCxnSpPr>
        <p:spPr>
          <a:xfrm>
            <a:off x="1957825" y="2689400"/>
            <a:ext cx="141300" cy="315600"/>
          </a:xfrm>
          <a:prstGeom prst="straightConnector1">
            <a:avLst/>
          </a:prstGeom>
          <a:noFill/>
          <a:ln cap="flat" cmpd="sng" w="9525">
            <a:solidFill>
              <a:srgbClr val="000000"/>
            </a:solidFill>
            <a:prstDash val="solid"/>
            <a:round/>
            <a:headEnd len="med" w="med" type="none"/>
            <a:tailEnd len="med" w="med" type="none"/>
          </a:ln>
        </p:spPr>
      </p:cxnSp>
      <p:cxnSp>
        <p:nvCxnSpPr>
          <p:cNvPr id="4425" name="Google Shape;4425;p165"/>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426" name="Google Shape;4426;p165"/>
          <p:cNvCxnSpPr/>
          <p:nvPr/>
        </p:nvCxnSpPr>
        <p:spPr>
          <a:xfrm rot="-1509187">
            <a:off x="1931047" y="3643609"/>
            <a:ext cx="38114" cy="180624"/>
          </a:xfrm>
          <a:prstGeom prst="straightConnector1">
            <a:avLst/>
          </a:prstGeom>
          <a:noFill/>
          <a:ln cap="flat" cmpd="sng" w="9525">
            <a:solidFill>
              <a:srgbClr val="000000"/>
            </a:solidFill>
            <a:prstDash val="solid"/>
            <a:round/>
            <a:headEnd len="med" w="med" type="none"/>
            <a:tailEnd len="med" w="med" type="none"/>
          </a:ln>
        </p:spPr>
      </p:cxnSp>
      <p:cxnSp>
        <p:nvCxnSpPr>
          <p:cNvPr id="4427" name="Google Shape;4427;p165"/>
          <p:cNvCxnSpPr/>
          <p:nvPr/>
        </p:nvCxnSpPr>
        <p:spPr>
          <a:xfrm flipH="1" rot="9278197">
            <a:off x="1654684" y="3706008"/>
            <a:ext cx="332666" cy="199545"/>
          </a:xfrm>
          <a:prstGeom prst="straightConnector1">
            <a:avLst/>
          </a:prstGeom>
          <a:noFill/>
          <a:ln cap="flat" cmpd="sng" w="9525">
            <a:solidFill>
              <a:srgbClr val="000000"/>
            </a:solidFill>
            <a:prstDash val="solid"/>
            <a:round/>
            <a:headEnd len="med" w="med" type="none"/>
            <a:tailEnd len="med" w="med" type="none"/>
          </a:ln>
        </p:spPr>
      </p:cxnSp>
      <p:cxnSp>
        <p:nvCxnSpPr>
          <p:cNvPr id="4428" name="Google Shape;4428;p165"/>
          <p:cNvCxnSpPr/>
          <p:nvPr/>
        </p:nvCxnSpPr>
        <p:spPr>
          <a:xfrm flipH="1" rot="9277409">
            <a:off x="1726794" y="3841569"/>
            <a:ext cx="323405" cy="190284"/>
          </a:xfrm>
          <a:prstGeom prst="straightConnector1">
            <a:avLst/>
          </a:prstGeom>
          <a:noFill/>
          <a:ln cap="flat" cmpd="sng" w="9525">
            <a:solidFill>
              <a:srgbClr val="000000"/>
            </a:solidFill>
            <a:prstDash val="solid"/>
            <a:round/>
            <a:headEnd len="med" w="med" type="none"/>
            <a:tailEnd len="med" w="med" type="none"/>
          </a:ln>
        </p:spPr>
      </p:cxnSp>
      <p:cxnSp>
        <p:nvCxnSpPr>
          <p:cNvPr id="4429" name="Google Shape;4429;p165"/>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430" name="Google Shape;4430;p165"/>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431" name="Google Shape;4431;p165"/>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432" name="Google Shape;4432;p165"/>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433" name="Google Shape;4433;p165"/>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434" name="Google Shape;4434;p165"/>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435" name="Google Shape;4435;p165"/>
          <p:cNvSpPr/>
          <p:nvPr/>
        </p:nvSpPr>
        <p:spPr>
          <a:xfrm>
            <a:off x="3598227" y="2102288"/>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436" name="Google Shape;4436;p165"/>
          <p:cNvCxnSpPr/>
          <p:nvPr/>
        </p:nvCxnSpPr>
        <p:spPr>
          <a:xfrm>
            <a:off x="3828129" y="2599299"/>
            <a:ext cx="419400" cy="183900"/>
          </a:xfrm>
          <a:prstGeom prst="curvedConnector3">
            <a:avLst>
              <a:gd fmla="val 50000" name="adj1"/>
            </a:avLst>
          </a:prstGeom>
          <a:noFill/>
          <a:ln cap="flat" cmpd="sng" w="9525">
            <a:solidFill>
              <a:srgbClr val="000000"/>
            </a:solidFill>
            <a:prstDash val="solid"/>
            <a:round/>
            <a:headEnd len="med" w="med" type="none"/>
            <a:tailEnd len="med" w="med" type="none"/>
          </a:ln>
        </p:spPr>
      </p:cxnSp>
      <p:sp>
        <p:nvSpPr>
          <p:cNvPr id="4437" name="Google Shape;4437;p165"/>
          <p:cNvSpPr/>
          <p:nvPr/>
        </p:nvSpPr>
        <p:spPr>
          <a:xfrm>
            <a:off x="3752407" y="2307144"/>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438" name="Google Shape;4438;p165"/>
          <p:cNvSpPr/>
          <p:nvPr/>
        </p:nvSpPr>
        <p:spPr>
          <a:xfrm>
            <a:off x="3981175" y="2350057"/>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439" name="Google Shape;4439;p165"/>
          <p:cNvSpPr/>
          <p:nvPr/>
        </p:nvSpPr>
        <p:spPr>
          <a:xfrm>
            <a:off x="3812110" y="2944410"/>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440" name="Google Shape;4440;p165"/>
          <p:cNvCxnSpPr/>
          <p:nvPr/>
        </p:nvCxnSpPr>
        <p:spPr>
          <a:xfrm rot="5400000">
            <a:off x="3577212" y="4018965"/>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441" name="Google Shape;4441;p165"/>
          <p:cNvCxnSpPr/>
          <p:nvPr/>
        </p:nvCxnSpPr>
        <p:spPr>
          <a:xfrm flipH="1" rot="-5400000">
            <a:off x="3959419" y="3978915"/>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442" name="Google Shape;4442;p165"/>
          <p:cNvCxnSpPr/>
          <p:nvPr/>
        </p:nvCxnSpPr>
        <p:spPr>
          <a:xfrm rot="10800000">
            <a:off x="3468010" y="2863388"/>
            <a:ext cx="344100" cy="530700"/>
          </a:xfrm>
          <a:prstGeom prst="straightConnector1">
            <a:avLst/>
          </a:prstGeom>
          <a:noFill/>
          <a:ln cap="flat" cmpd="sng" w="9525">
            <a:solidFill>
              <a:srgbClr val="000000"/>
            </a:solidFill>
            <a:prstDash val="solid"/>
            <a:round/>
            <a:headEnd len="med" w="med" type="none"/>
            <a:tailEnd len="med" w="med" type="none"/>
          </a:ln>
        </p:spPr>
      </p:cxnSp>
      <p:cxnSp>
        <p:nvCxnSpPr>
          <p:cNvPr id="4443" name="Google Shape;4443;p165"/>
          <p:cNvCxnSpPr>
            <a:stCxn id="4439" idx="3"/>
          </p:cNvCxnSpPr>
          <p:nvPr/>
        </p:nvCxnSpPr>
        <p:spPr>
          <a:xfrm flipH="1" rot="10800000">
            <a:off x="4263627" y="3261788"/>
            <a:ext cx="347100" cy="1323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444" name="Google Shape;4444;p165"/>
          <p:cNvPicPr preferRelativeResize="0"/>
          <p:nvPr/>
        </p:nvPicPr>
        <p:blipFill rotWithShape="1">
          <a:blip r:embed="rId7">
            <a:alphaModFix/>
          </a:blip>
          <a:srcRect b="28376" l="12375" r="10949" t="24332"/>
          <a:stretch/>
        </p:blipFill>
        <p:spPr>
          <a:xfrm>
            <a:off x="3507125" y="1800176"/>
            <a:ext cx="1091487" cy="398710"/>
          </a:xfrm>
          <a:prstGeom prst="rect">
            <a:avLst/>
          </a:prstGeom>
          <a:noFill/>
          <a:ln>
            <a:noFill/>
          </a:ln>
        </p:spPr>
      </p:pic>
      <p:pic>
        <p:nvPicPr>
          <p:cNvPr descr="Empty Beaker (Provided by Getty Images)" id="4445" name="Google Shape;4445;p165"/>
          <p:cNvPicPr preferRelativeResize="0"/>
          <p:nvPr/>
        </p:nvPicPr>
        <p:blipFill>
          <a:blip r:embed="rId8">
            <a:alphaModFix/>
          </a:blip>
          <a:stretch>
            <a:fillRect/>
          </a:stretch>
        </p:blipFill>
        <p:spPr>
          <a:xfrm rot="5534795">
            <a:off x="5616077" y="3987633"/>
            <a:ext cx="1027001" cy="1025497"/>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9" name="Shape 4449"/>
        <p:cNvGrpSpPr/>
        <p:nvPr/>
      </p:nvGrpSpPr>
      <p:grpSpPr>
        <a:xfrm>
          <a:off x="0" y="0"/>
          <a:ext cx="0" cy="0"/>
          <a:chOff x="0" y="0"/>
          <a:chExt cx="0" cy="0"/>
        </a:xfrm>
      </p:grpSpPr>
      <p:cxnSp>
        <p:nvCxnSpPr>
          <p:cNvPr id="4450" name="Google Shape;4450;p166"/>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451" name="Google Shape;4451;p166"/>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452" name="Google Shape;4452;p166"/>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453" name="Google Shape;4453;p166"/>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454" name="Google Shape;4454;p166"/>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455" name="Google Shape;4455;p166"/>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456" name="Google Shape;4456;p166"/>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457" name="Google Shape;4457;p16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458" name="Google Shape;4458;p166"/>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459" name="Google Shape;4459;p166"/>
          <p:cNvCxnSpPr/>
          <p:nvPr/>
        </p:nvCxnSpPr>
        <p:spPr>
          <a:xfrm rot="10800000">
            <a:off x="1623403" y="20445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4460" name="Google Shape;4460;p166"/>
          <p:cNvCxnSpPr/>
          <p:nvPr/>
        </p:nvCxnSpPr>
        <p:spPr>
          <a:xfrm rot="10800000">
            <a:off x="2137078" y="16739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4461" name="Google Shape;4461;p166"/>
          <p:cNvCxnSpPr/>
          <p:nvPr/>
        </p:nvCxnSpPr>
        <p:spPr>
          <a:xfrm flipH="1" rot="10800000">
            <a:off x="1632853" y="1721275"/>
            <a:ext cx="504000" cy="351900"/>
          </a:xfrm>
          <a:prstGeom prst="straightConnector1">
            <a:avLst/>
          </a:prstGeom>
          <a:noFill/>
          <a:ln cap="flat" cmpd="sng" w="76200">
            <a:solidFill>
              <a:srgbClr val="00FF00"/>
            </a:solidFill>
            <a:prstDash val="solid"/>
            <a:round/>
            <a:headEnd len="med" w="med" type="none"/>
            <a:tailEnd len="med" w="med" type="none"/>
          </a:ln>
        </p:spPr>
      </p:cxnSp>
      <p:cxnSp>
        <p:nvCxnSpPr>
          <p:cNvPr id="4462" name="Google Shape;4462;p166"/>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463" name="Google Shape;4463;p16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464" name="Google Shape;4464;p16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465" name="Google Shape;4465;p166"/>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466" name="Google Shape;4466;p16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467" name="Google Shape;4467;p166"/>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468" name="Google Shape;4468;p166"/>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469" name="Google Shape;4469;p16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470" name="Google Shape;4470;p166"/>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471" name="Google Shape;4471;p166"/>
          <p:cNvSpPr/>
          <p:nvPr/>
        </p:nvSpPr>
        <p:spPr>
          <a:xfrm>
            <a:off x="2631952" y="2127613"/>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472" name="Google Shape;4472;p166"/>
          <p:cNvCxnSpPr/>
          <p:nvPr/>
        </p:nvCxnSpPr>
        <p:spPr>
          <a:xfrm>
            <a:off x="2861854" y="2624624"/>
            <a:ext cx="419400" cy="183900"/>
          </a:xfrm>
          <a:prstGeom prst="curvedConnector3">
            <a:avLst>
              <a:gd fmla="val 50000" name="adj1"/>
            </a:avLst>
          </a:prstGeom>
          <a:noFill/>
          <a:ln cap="flat" cmpd="sng" w="9525">
            <a:solidFill>
              <a:srgbClr val="000000"/>
            </a:solidFill>
            <a:prstDash val="solid"/>
            <a:round/>
            <a:headEnd len="med" w="med" type="none"/>
            <a:tailEnd len="med" w="med" type="none"/>
          </a:ln>
        </p:spPr>
      </p:cxnSp>
      <p:sp>
        <p:nvSpPr>
          <p:cNvPr id="4473" name="Google Shape;4473;p166"/>
          <p:cNvSpPr/>
          <p:nvPr/>
        </p:nvSpPr>
        <p:spPr>
          <a:xfrm>
            <a:off x="2786132" y="2332469"/>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474" name="Google Shape;4474;p166"/>
          <p:cNvSpPr/>
          <p:nvPr/>
        </p:nvSpPr>
        <p:spPr>
          <a:xfrm>
            <a:off x="3014900" y="2375382"/>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475" name="Google Shape;4475;p166"/>
          <p:cNvSpPr/>
          <p:nvPr/>
        </p:nvSpPr>
        <p:spPr>
          <a:xfrm>
            <a:off x="2845835" y="2969735"/>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476" name="Google Shape;4476;p166"/>
          <p:cNvCxnSpPr/>
          <p:nvPr/>
        </p:nvCxnSpPr>
        <p:spPr>
          <a:xfrm rot="5400000">
            <a:off x="2610937" y="4044290"/>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477" name="Google Shape;4477;p166"/>
          <p:cNvCxnSpPr/>
          <p:nvPr/>
        </p:nvCxnSpPr>
        <p:spPr>
          <a:xfrm flipH="1" rot="-5400000">
            <a:off x="2993144" y="4004240"/>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478" name="Google Shape;4478;p166"/>
          <p:cNvCxnSpPr/>
          <p:nvPr/>
        </p:nvCxnSpPr>
        <p:spPr>
          <a:xfrm rot="10800000">
            <a:off x="2316952" y="2564863"/>
            <a:ext cx="528900" cy="854700"/>
          </a:xfrm>
          <a:prstGeom prst="straightConnector1">
            <a:avLst/>
          </a:prstGeom>
          <a:noFill/>
          <a:ln cap="flat" cmpd="sng" w="9525">
            <a:solidFill>
              <a:srgbClr val="000000"/>
            </a:solidFill>
            <a:prstDash val="solid"/>
            <a:round/>
            <a:headEnd len="med" w="med" type="none"/>
            <a:tailEnd len="med" w="med" type="none"/>
          </a:ln>
        </p:spPr>
      </p:cxnSp>
      <p:cxnSp>
        <p:nvCxnSpPr>
          <p:cNvPr id="4479" name="Google Shape;4479;p166"/>
          <p:cNvCxnSpPr>
            <a:stCxn id="4475" idx="3"/>
          </p:cNvCxnSpPr>
          <p:nvPr/>
        </p:nvCxnSpPr>
        <p:spPr>
          <a:xfrm flipH="1" rot="10800000">
            <a:off x="3297352" y="2707813"/>
            <a:ext cx="639000" cy="7116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480" name="Google Shape;4480;p166"/>
          <p:cNvPicPr preferRelativeResize="0"/>
          <p:nvPr/>
        </p:nvPicPr>
        <p:blipFill rotWithShape="1">
          <a:blip r:embed="rId7">
            <a:alphaModFix/>
          </a:blip>
          <a:srcRect b="28376" l="12375" r="10949" t="24332"/>
          <a:stretch/>
        </p:blipFill>
        <p:spPr>
          <a:xfrm>
            <a:off x="2540850" y="1825501"/>
            <a:ext cx="1091487" cy="398710"/>
          </a:xfrm>
          <a:prstGeom prst="rect">
            <a:avLst/>
          </a:prstGeom>
          <a:noFill/>
          <a:ln>
            <a:noFill/>
          </a:ln>
        </p:spPr>
      </p:pic>
      <p:pic>
        <p:nvPicPr>
          <p:cNvPr descr="Empty Beaker (Provided by Getty Images)" id="4481" name="Google Shape;4481;p166"/>
          <p:cNvPicPr preferRelativeResize="0"/>
          <p:nvPr/>
        </p:nvPicPr>
        <p:blipFill>
          <a:blip r:embed="rId8">
            <a:alphaModFix/>
          </a:blip>
          <a:stretch>
            <a:fillRect/>
          </a:stretch>
        </p:blipFill>
        <p:spPr>
          <a:xfrm rot="5534795">
            <a:off x="5768477" y="4140033"/>
            <a:ext cx="1027001" cy="1025497"/>
          </a:xfrm>
          <a:prstGeom prst="rect">
            <a:avLst/>
          </a:prstGeom>
          <a:noFill/>
          <a:ln>
            <a:noFill/>
          </a:ln>
        </p:spPr>
      </p:pic>
      <p:sp>
        <p:nvSpPr>
          <p:cNvPr id="4482" name="Google Shape;4482;p166">
            <a:hlinkClick action="ppaction://hlinksldjump" r:id="rId9"/>
          </p:cNvPr>
          <p:cNvSpPr/>
          <p:nvPr/>
        </p:nvSpPr>
        <p:spPr>
          <a:xfrm>
            <a:off x="1562500" y="1536275"/>
            <a:ext cx="693600" cy="304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86" name="Shape 4486"/>
        <p:cNvGrpSpPr/>
        <p:nvPr/>
      </p:nvGrpSpPr>
      <p:grpSpPr>
        <a:xfrm>
          <a:off x="0" y="0"/>
          <a:ext cx="0" cy="0"/>
          <a:chOff x="0" y="0"/>
          <a:chExt cx="0" cy="0"/>
        </a:xfrm>
      </p:grpSpPr>
      <p:sp>
        <p:nvSpPr>
          <p:cNvPr id="4487" name="Google Shape;4487;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88" name="Google Shape;4488;p167">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489" name="Google Shape;4489;p167"/>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490" name="Google Shape;4490;p167"/>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491" name="Google Shape;4491;p167"/>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492" name="Google Shape;4492;p167"/>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96" name="Shape 4496"/>
        <p:cNvGrpSpPr/>
        <p:nvPr/>
      </p:nvGrpSpPr>
      <p:grpSpPr>
        <a:xfrm>
          <a:off x="0" y="0"/>
          <a:ext cx="0" cy="0"/>
          <a:chOff x="0" y="0"/>
          <a:chExt cx="0" cy="0"/>
        </a:xfrm>
      </p:grpSpPr>
      <p:sp>
        <p:nvSpPr>
          <p:cNvPr id="4497" name="Google Shape;4497;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98" name="Google Shape;4498;p168">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499" name="Google Shape;4499;p168"/>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500" name="Google Shape;4500;p168"/>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501" name="Google Shape;4501;p168"/>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502" name="Google Shape;4502;p168"/>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6" name="Shape 4506"/>
        <p:cNvGrpSpPr/>
        <p:nvPr/>
      </p:nvGrpSpPr>
      <p:grpSpPr>
        <a:xfrm>
          <a:off x="0" y="0"/>
          <a:ext cx="0" cy="0"/>
          <a:chOff x="0" y="0"/>
          <a:chExt cx="0" cy="0"/>
        </a:xfrm>
      </p:grpSpPr>
      <p:cxnSp>
        <p:nvCxnSpPr>
          <p:cNvPr id="4507" name="Google Shape;4507;p169"/>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508" name="Google Shape;4508;p169"/>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509" name="Google Shape;4509;p169"/>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510" name="Google Shape;4510;p169"/>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511" name="Google Shape;4511;p169"/>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512" name="Google Shape;4512;p16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513" name="Google Shape;4513;p16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514" name="Google Shape;4514;p16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515" name="Google Shape;4515;p16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516" name="Google Shape;4516;p169"/>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517" name="Google Shape;4517;p169"/>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518" name="Google Shape;4518;p169"/>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519" name="Google Shape;4519;p16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520" name="Google Shape;4520;p16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521" name="Google Shape;4521;p16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522" name="Google Shape;4522;p169"/>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523" name="Google Shape;4523;p169"/>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524" name="Google Shape;4524;p169"/>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525" name="Google Shape;4525;p169"/>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526" name="Google Shape;4526;p16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527" name="Google Shape;4527;p169"/>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528" name="Google Shape;4528;p16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529" name="Google Shape;4529;p16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530" name="Google Shape;4530;p169"/>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531" name="Google Shape;4531;p169"/>
          <p:cNvPicPr preferRelativeResize="0"/>
          <p:nvPr/>
        </p:nvPicPr>
        <p:blipFill>
          <a:blip r:embed="rId3">
            <a:alphaModFix/>
          </a:blip>
          <a:stretch>
            <a:fillRect/>
          </a:stretch>
        </p:blipFill>
        <p:spPr>
          <a:xfrm rot="10800000">
            <a:off x="4240364" y="1755037"/>
            <a:ext cx="622675" cy="750925"/>
          </a:xfrm>
          <a:prstGeom prst="rect">
            <a:avLst/>
          </a:prstGeom>
          <a:noFill/>
          <a:ln>
            <a:noFill/>
          </a:ln>
        </p:spPr>
      </p:pic>
      <p:cxnSp>
        <p:nvCxnSpPr>
          <p:cNvPr id="4532" name="Google Shape;4532;p169"/>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533" name="Google Shape;4533;p16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534" name="Google Shape;4534;p169"/>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535" name="Google Shape;4535;p169"/>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536" name="Google Shape;4536;p169"/>
          <p:cNvSpPr/>
          <p:nvPr/>
        </p:nvSpPr>
        <p:spPr>
          <a:xfrm>
            <a:off x="5414202" y="2281913"/>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537" name="Google Shape;4537;p169"/>
          <p:cNvCxnSpPr/>
          <p:nvPr/>
        </p:nvCxnSpPr>
        <p:spPr>
          <a:xfrm>
            <a:off x="5644104" y="2778924"/>
            <a:ext cx="419400" cy="183900"/>
          </a:xfrm>
          <a:prstGeom prst="curvedConnector3">
            <a:avLst>
              <a:gd fmla="val 50000" name="adj1"/>
            </a:avLst>
          </a:prstGeom>
          <a:noFill/>
          <a:ln cap="flat" cmpd="sng" w="9525">
            <a:solidFill>
              <a:srgbClr val="000000"/>
            </a:solidFill>
            <a:prstDash val="solid"/>
            <a:round/>
            <a:headEnd len="med" w="med" type="none"/>
            <a:tailEnd len="med" w="med" type="none"/>
          </a:ln>
        </p:spPr>
      </p:cxnSp>
      <p:sp>
        <p:nvSpPr>
          <p:cNvPr id="4538" name="Google Shape;4538;p169"/>
          <p:cNvSpPr/>
          <p:nvPr/>
        </p:nvSpPr>
        <p:spPr>
          <a:xfrm>
            <a:off x="5568382" y="2486769"/>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539" name="Google Shape;4539;p169"/>
          <p:cNvSpPr/>
          <p:nvPr/>
        </p:nvSpPr>
        <p:spPr>
          <a:xfrm>
            <a:off x="5797150" y="2529682"/>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540" name="Google Shape;4540;p169"/>
          <p:cNvSpPr/>
          <p:nvPr/>
        </p:nvSpPr>
        <p:spPr>
          <a:xfrm>
            <a:off x="5628085" y="3124035"/>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541" name="Google Shape;4541;p169"/>
          <p:cNvCxnSpPr/>
          <p:nvPr/>
        </p:nvCxnSpPr>
        <p:spPr>
          <a:xfrm rot="5400000">
            <a:off x="5393187" y="4198590"/>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542" name="Google Shape;4542;p169"/>
          <p:cNvCxnSpPr/>
          <p:nvPr/>
        </p:nvCxnSpPr>
        <p:spPr>
          <a:xfrm flipH="1" rot="-5400000">
            <a:off x="5775394" y="4158540"/>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543" name="Google Shape;4543;p169"/>
          <p:cNvCxnSpPr/>
          <p:nvPr/>
        </p:nvCxnSpPr>
        <p:spPr>
          <a:xfrm rot="10800000">
            <a:off x="5283985" y="3043013"/>
            <a:ext cx="344100" cy="530700"/>
          </a:xfrm>
          <a:prstGeom prst="straightConnector1">
            <a:avLst/>
          </a:prstGeom>
          <a:noFill/>
          <a:ln cap="flat" cmpd="sng" w="9525">
            <a:solidFill>
              <a:srgbClr val="000000"/>
            </a:solidFill>
            <a:prstDash val="solid"/>
            <a:round/>
            <a:headEnd len="med" w="med" type="none"/>
            <a:tailEnd len="med" w="med" type="none"/>
          </a:ln>
        </p:spPr>
      </p:cxnSp>
      <p:cxnSp>
        <p:nvCxnSpPr>
          <p:cNvPr id="4544" name="Google Shape;4544;p169"/>
          <p:cNvCxnSpPr>
            <a:stCxn id="4540" idx="3"/>
          </p:cNvCxnSpPr>
          <p:nvPr/>
        </p:nvCxnSpPr>
        <p:spPr>
          <a:xfrm flipH="1" rot="10800000">
            <a:off x="6079602" y="3441413"/>
            <a:ext cx="347100" cy="1323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545" name="Google Shape;4545;p169"/>
          <p:cNvPicPr preferRelativeResize="0"/>
          <p:nvPr/>
        </p:nvPicPr>
        <p:blipFill rotWithShape="1">
          <a:blip r:embed="rId7">
            <a:alphaModFix/>
          </a:blip>
          <a:srcRect b="28376" l="12375" r="10949" t="24332"/>
          <a:stretch/>
        </p:blipFill>
        <p:spPr>
          <a:xfrm>
            <a:off x="5323100" y="1979801"/>
            <a:ext cx="1091487" cy="398710"/>
          </a:xfrm>
          <a:prstGeom prst="rect">
            <a:avLst/>
          </a:prstGeom>
          <a:noFill/>
          <a:ln>
            <a:noFill/>
          </a:ln>
        </p:spPr>
      </p:pic>
      <p:pic>
        <p:nvPicPr>
          <p:cNvPr descr="23639999 (Provided by Getty Images)" id="4546" name="Google Shape;4546;p169"/>
          <p:cNvPicPr preferRelativeResize="0"/>
          <p:nvPr/>
        </p:nvPicPr>
        <p:blipFill>
          <a:blip r:embed="rId8">
            <a:alphaModFix/>
          </a:blip>
          <a:stretch>
            <a:fillRect/>
          </a:stretch>
        </p:blipFill>
        <p:spPr>
          <a:xfrm>
            <a:off x="4904299" y="2378499"/>
            <a:ext cx="419400" cy="829875"/>
          </a:xfrm>
          <a:prstGeom prst="rect">
            <a:avLst/>
          </a:prstGeom>
          <a:noFill/>
          <a:ln>
            <a:noFill/>
          </a:ln>
        </p:spPr>
      </p:pic>
      <p:pic>
        <p:nvPicPr>
          <p:cNvPr descr="a set of blue water drops on a white background (Provided by Tenor)" id="4547" name="Google Shape;4547;p169"/>
          <p:cNvPicPr preferRelativeResize="0"/>
          <p:nvPr/>
        </p:nvPicPr>
        <p:blipFill>
          <a:blip r:embed="rId9">
            <a:alphaModFix/>
          </a:blip>
          <a:stretch>
            <a:fillRect/>
          </a:stretch>
        </p:blipFill>
        <p:spPr>
          <a:xfrm>
            <a:off x="6079600" y="2440400"/>
            <a:ext cx="207300" cy="20730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1" name="Shape 4551"/>
        <p:cNvGrpSpPr/>
        <p:nvPr/>
      </p:nvGrpSpPr>
      <p:grpSpPr>
        <a:xfrm>
          <a:off x="0" y="0"/>
          <a:ext cx="0" cy="0"/>
          <a:chOff x="0" y="0"/>
          <a:chExt cx="0" cy="0"/>
        </a:xfrm>
      </p:grpSpPr>
      <p:cxnSp>
        <p:nvCxnSpPr>
          <p:cNvPr id="4552" name="Google Shape;4552;p170"/>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553" name="Google Shape;4553;p170"/>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554" name="Google Shape;4554;p170"/>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555" name="Google Shape;4555;p170"/>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556" name="Google Shape;4556;p170"/>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557" name="Google Shape;4557;p17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558" name="Google Shape;4558;p17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559" name="Google Shape;4559;p17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560" name="Google Shape;4560;p17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561" name="Google Shape;4561;p170"/>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562" name="Google Shape;4562;p170"/>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563" name="Google Shape;4563;p170"/>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564" name="Google Shape;4564;p17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565" name="Google Shape;4565;p17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566" name="Google Shape;4566;p17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567" name="Google Shape;4567;p170"/>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568" name="Google Shape;4568;p170"/>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569" name="Google Shape;4569;p170"/>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570" name="Google Shape;4570;p170"/>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571" name="Google Shape;4571;p170"/>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572" name="Google Shape;4572;p170"/>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573" name="Google Shape;4573;p170"/>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574" name="Google Shape;4574;p170"/>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575" name="Google Shape;4575;p170"/>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576" name="Google Shape;4576;p170"/>
          <p:cNvPicPr preferRelativeResize="0"/>
          <p:nvPr/>
        </p:nvPicPr>
        <p:blipFill>
          <a:blip r:embed="rId3">
            <a:alphaModFix/>
          </a:blip>
          <a:stretch>
            <a:fillRect/>
          </a:stretch>
        </p:blipFill>
        <p:spPr>
          <a:xfrm rot="10800000">
            <a:off x="4240364" y="1755037"/>
            <a:ext cx="622675" cy="750925"/>
          </a:xfrm>
          <a:prstGeom prst="rect">
            <a:avLst/>
          </a:prstGeom>
          <a:noFill/>
          <a:ln>
            <a:noFill/>
          </a:ln>
        </p:spPr>
      </p:pic>
      <p:cxnSp>
        <p:nvCxnSpPr>
          <p:cNvPr id="4577" name="Google Shape;4577;p170"/>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578" name="Google Shape;4578;p17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579" name="Google Shape;4579;p170"/>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580" name="Google Shape;4580;p170"/>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581" name="Google Shape;4581;p170"/>
          <p:cNvSpPr/>
          <p:nvPr/>
        </p:nvSpPr>
        <p:spPr>
          <a:xfrm>
            <a:off x="5414202" y="2281913"/>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582" name="Google Shape;4582;p170"/>
          <p:cNvSpPr/>
          <p:nvPr/>
        </p:nvSpPr>
        <p:spPr>
          <a:xfrm>
            <a:off x="5568382" y="2486769"/>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583" name="Google Shape;4583;p170"/>
          <p:cNvSpPr/>
          <p:nvPr/>
        </p:nvSpPr>
        <p:spPr>
          <a:xfrm>
            <a:off x="5797150" y="2529682"/>
            <a:ext cx="113400" cy="1839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584" name="Google Shape;4584;p170"/>
          <p:cNvSpPr/>
          <p:nvPr/>
        </p:nvSpPr>
        <p:spPr>
          <a:xfrm>
            <a:off x="5628085" y="3124035"/>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585" name="Google Shape;4585;p170"/>
          <p:cNvCxnSpPr/>
          <p:nvPr/>
        </p:nvCxnSpPr>
        <p:spPr>
          <a:xfrm rot="5400000">
            <a:off x="5393187" y="4198590"/>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586" name="Google Shape;4586;p170"/>
          <p:cNvCxnSpPr/>
          <p:nvPr/>
        </p:nvCxnSpPr>
        <p:spPr>
          <a:xfrm flipH="1" rot="-5400000">
            <a:off x="5775394" y="4158540"/>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587" name="Google Shape;4587;p170"/>
          <p:cNvCxnSpPr/>
          <p:nvPr/>
        </p:nvCxnSpPr>
        <p:spPr>
          <a:xfrm rot="10800000">
            <a:off x="5283985" y="3043013"/>
            <a:ext cx="344100" cy="530700"/>
          </a:xfrm>
          <a:prstGeom prst="straightConnector1">
            <a:avLst/>
          </a:prstGeom>
          <a:noFill/>
          <a:ln cap="flat" cmpd="sng" w="9525">
            <a:solidFill>
              <a:srgbClr val="000000"/>
            </a:solidFill>
            <a:prstDash val="solid"/>
            <a:round/>
            <a:headEnd len="med" w="med" type="none"/>
            <a:tailEnd len="med" w="med" type="none"/>
          </a:ln>
        </p:spPr>
      </p:cxnSp>
      <p:cxnSp>
        <p:nvCxnSpPr>
          <p:cNvPr id="4588" name="Google Shape;4588;p170"/>
          <p:cNvCxnSpPr>
            <a:stCxn id="4584" idx="3"/>
          </p:cNvCxnSpPr>
          <p:nvPr/>
        </p:nvCxnSpPr>
        <p:spPr>
          <a:xfrm flipH="1" rot="10800000">
            <a:off x="6079602" y="3441413"/>
            <a:ext cx="347100" cy="1323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589" name="Google Shape;4589;p170"/>
          <p:cNvPicPr preferRelativeResize="0"/>
          <p:nvPr/>
        </p:nvPicPr>
        <p:blipFill rotWithShape="1">
          <a:blip r:embed="rId7">
            <a:alphaModFix/>
          </a:blip>
          <a:srcRect b="28376" l="12375" r="10949" t="24332"/>
          <a:stretch/>
        </p:blipFill>
        <p:spPr>
          <a:xfrm>
            <a:off x="5323100" y="1979801"/>
            <a:ext cx="1091487" cy="398710"/>
          </a:xfrm>
          <a:prstGeom prst="rect">
            <a:avLst/>
          </a:prstGeom>
          <a:noFill/>
          <a:ln>
            <a:noFill/>
          </a:ln>
        </p:spPr>
      </p:pic>
      <p:pic>
        <p:nvPicPr>
          <p:cNvPr id="4590" name="Google Shape;4590;p170"/>
          <p:cNvPicPr preferRelativeResize="0"/>
          <p:nvPr/>
        </p:nvPicPr>
        <p:blipFill rotWithShape="1">
          <a:blip r:embed="rId8">
            <a:alphaModFix/>
          </a:blip>
          <a:srcRect b="0" l="24768" r="24768" t="0"/>
          <a:stretch/>
        </p:blipFill>
        <p:spPr>
          <a:xfrm rot="5652496">
            <a:off x="4904301" y="2378500"/>
            <a:ext cx="419399" cy="829875"/>
          </a:xfrm>
          <a:prstGeom prst="rect">
            <a:avLst/>
          </a:prstGeom>
          <a:noFill/>
          <a:ln>
            <a:noFill/>
          </a:ln>
        </p:spPr>
      </p:pic>
      <p:pic>
        <p:nvPicPr>
          <p:cNvPr descr="a set of blue water drops on a white background (Provided by Tenor)" id="4591" name="Google Shape;4591;p170"/>
          <p:cNvPicPr preferRelativeResize="0"/>
          <p:nvPr/>
        </p:nvPicPr>
        <p:blipFill>
          <a:blip r:embed="rId9">
            <a:alphaModFix/>
          </a:blip>
          <a:stretch>
            <a:fillRect/>
          </a:stretch>
        </p:blipFill>
        <p:spPr>
          <a:xfrm>
            <a:off x="6079600" y="2440400"/>
            <a:ext cx="207300" cy="207300"/>
          </a:xfrm>
          <a:prstGeom prst="rect">
            <a:avLst/>
          </a:prstGeom>
          <a:noFill/>
          <a:ln>
            <a:noFill/>
          </a:ln>
        </p:spPr>
      </p:pic>
      <p:sp>
        <p:nvSpPr>
          <p:cNvPr id="4592" name="Google Shape;4592;p170"/>
          <p:cNvSpPr/>
          <p:nvPr/>
        </p:nvSpPr>
        <p:spPr>
          <a:xfrm>
            <a:off x="5616875" y="2780150"/>
            <a:ext cx="113400" cy="132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6" name="Shape 4596"/>
        <p:cNvGrpSpPr/>
        <p:nvPr/>
      </p:nvGrpSpPr>
      <p:grpSpPr>
        <a:xfrm>
          <a:off x="0" y="0"/>
          <a:ext cx="0" cy="0"/>
          <a:chOff x="0" y="0"/>
          <a:chExt cx="0" cy="0"/>
        </a:xfrm>
      </p:grpSpPr>
      <p:cxnSp>
        <p:nvCxnSpPr>
          <p:cNvPr id="4597" name="Google Shape;4597;p171"/>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598" name="Google Shape;4598;p171"/>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599" name="Google Shape;4599;p171"/>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600" name="Google Shape;4600;p171"/>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601" name="Google Shape;4601;p171"/>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602" name="Google Shape;4602;p171"/>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603" name="Google Shape;4603;p171"/>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604" name="Google Shape;4604;p171"/>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605" name="Google Shape;4605;p171"/>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606" name="Google Shape;4606;p171"/>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607" name="Google Shape;4607;p171"/>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608" name="Google Shape;4608;p171"/>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609" name="Google Shape;4609;p171"/>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610" name="Google Shape;4610;p171"/>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611" name="Google Shape;4611;p171"/>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612" name="Google Shape;4612;p171"/>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613" name="Google Shape;4613;p171"/>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614" name="Google Shape;4614;p171"/>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615" name="Google Shape;4615;p171"/>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616" name="Google Shape;4616;p171"/>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617" name="Google Shape;4617;p171"/>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618" name="Google Shape;4618;p171"/>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619" name="Google Shape;4619;p171"/>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620" name="Google Shape;4620;p171"/>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621" name="Google Shape;4621;p171"/>
          <p:cNvPicPr preferRelativeResize="0"/>
          <p:nvPr/>
        </p:nvPicPr>
        <p:blipFill>
          <a:blip r:embed="rId3">
            <a:alphaModFix/>
          </a:blip>
          <a:stretch>
            <a:fillRect/>
          </a:stretch>
        </p:blipFill>
        <p:spPr>
          <a:xfrm rot="10800000">
            <a:off x="4240364" y="1755037"/>
            <a:ext cx="622675" cy="750925"/>
          </a:xfrm>
          <a:prstGeom prst="rect">
            <a:avLst/>
          </a:prstGeom>
          <a:noFill/>
          <a:ln>
            <a:noFill/>
          </a:ln>
        </p:spPr>
      </p:pic>
      <p:cxnSp>
        <p:nvCxnSpPr>
          <p:cNvPr id="4622" name="Google Shape;4622;p171"/>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623" name="Google Shape;4623;p171"/>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624" name="Google Shape;4624;p171"/>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625" name="Google Shape;4625;p171"/>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626" name="Google Shape;4626;p171"/>
          <p:cNvSpPr/>
          <p:nvPr/>
        </p:nvSpPr>
        <p:spPr>
          <a:xfrm>
            <a:off x="5414202" y="2281913"/>
            <a:ext cx="8793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627" name="Google Shape;4627;p171"/>
          <p:cNvSpPr/>
          <p:nvPr/>
        </p:nvSpPr>
        <p:spPr>
          <a:xfrm>
            <a:off x="5568382" y="2486769"/>
            <a:ext cx="113400" cy="1839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628" name="Google Shape;4628;p171"/>
          <p:cNvSpPr/>
          <p:nvPr/>
        </p:nvSpPr>
        <p:spPr>
          <a:xfrm>
            <a:off x="5797150" y="2529682"/>
            <a:ext cx="113400" cy="1839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629" name="Google Shape;4629;p171"/>
          <p:cNvSpPr/>
          <p:nvPr/>
        </p:nvSpPr>
        <p:spPr>
          <a:xfrm>
            <a:off x="5628085" y="3124035"/>
            <a:ext cx="451517" cy="899355"/>
          </a:xfrm>
          <a:prstGeom prst="flowChartProcess">
            <a:avLst/>
          </a:prstGeom>
          <a:solidFill>
            <a:srgbClr val="FF00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630" name="Google Shape;4630;p171"/>
          <p:cNvCxnSpPr/>
          <p:nvPr/>
        </p:nvCxnSpPr>
        <p:spPr>
          <a:xfrm rot="5400000">
            <a:off x="5393187" y="4198590"/>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631" name="Google Shape;4631;p171"/>
          <p:cNvCxnSpPr/>
          <p:nvPr/>
        </p:nvCxnSpPr>
        <p:spPr>
          <a:xfrm flipH="1" rot="-5400000">
            <a:off x="5775394" y="4158540"/>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632" name="Google Shape;4632;p171"/>
          <p:cNvCxnSpPr/>
          <p:nvPr/>
        </p:nvCxnSpPr>
        <p:spPr>
          <a:xfrm rot="10800000">
            <a:off x="5283985" y="3043013"/>
            <a:ext cx="344100" cy="530700"/>
          </a:xfrm>
          <a:prstGeom prst="straightConnector1">
            <a:avLst/>
          </a:prstGeom>
          <a:noFill/>
          <a:ln cap="flat" cmpd="sng" w="9525">
            <a:solidFill>
              <a:srgbClr val="000000"/>
            </a:solidFill>
            <a:prstDash val="solid"/>
            <a:round/>
            <a:headEnd len="med" w="med" type="none"/>
            <a:tailEnd len="med" w="med" type="none"/>
          </a:ln>
        </p:spPr>
      </p:cxnSp>
      <p:cxnSp>
        <p:nvCxnSpPr>
          <p:cNvPr id="4633" name="Google Shape;4633;p171"/>
          <p:cNvCxnSpPr>
            <a:stCxn id="4629" idx="3"/>
          </p:cNvCxnSpPr>
          <p:nvPr/>
        </p:nvCxnSpPr>
        <p:spPr>
          <a:xfrm flipH="1" rot="10800000">
            <a:off x="6079602" y="3441413"/>
            <a:ext cx="347100" cy="132300"/>
          </a:xfrm>
          <a:prstGeom prst="straightConnector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634" name="Google Shape;4634;p171"/>
          <p:cNvPicPr preferRelativeResize="0"/>
          <p:nvPr/>
        </p:nvPicPr>
        <p:blipFill rotWithShape="1">
          <a:blip r:embed="rId7">
            <a:alphaModFix/>
          </a:blip>
          <a:srcRect b="28376" l="12375" r="10949" t="24332"/>
          <a:stretch/>
        </p:blipFill>
        <p:spPr>
          <a:xfrm>
            <a:off x="5323100" y="1979801"/>
            <a:ext cx="1091487" cy="398710"/>
          </a:xfrm>
          <a:prstGeom prst="rect">
            <a:avLst/>
          </a:prstGeom>
          <a:noFill/>
          <a:ln>
            <a:noFill/>
          </a:ln>
        </p:spPr>
      </p:pic>
      <p:pic>
        <p:nvPicPr>
          <p:cNvPr id="4635" name="Google Shape;4635;p171"/>
          <p:cNvPicPr preferRelativeResize="0"/>
          <p:nvPr/>
        </p:nvPicPr>
        <p:blipFill rotWithShape="1">
          <a:blip r:embed="rId8">
            <a:alphaModFix/>
          </a:blip>
          <a:srcRect b="0" l="24768" r="24768" t="0"/>
          <a:stretch/>
        </p:blipFill>
        <p:spPr>
          <a:xfrm rot="5652496">
            <a:off x="7186076" y="3847262"/>
            <a:ext cx="419399" cy="829875"/>
          </a:xfrm>
          <a:prstGeom prst="rect">
            <a:avLst/>
          </a:prstGeom>
          <a:noFill/>
          <a:ln>
            <a:noFill/>
          </a:ln>
        </p:spPr>
      </p:pic>
      <p:pic>
        <p:nvPicPr>
          <p:cNvPr descr="a set of blue water drops on a white background (Provided by Tenor)" id="4636" name="Google Shape;4636;p171"/>
          <p:cNvPicPr preferRelativeResize="0"/>
          <p:nvPr/>
        </p:nvPicPr>
        <p:blipFill>
          <a:blip r:embed="rId9">
            <a:alphaModFix/>
          </a:blip>
          <a:stretch>
            <a:fillRect/>
          </a:stretch>
        </p:blipFill>
        <p:spPr>
          <a:xfrm>
            <a:off x="6079600" y="2440400"/>
            <a:ext cx="207300" cy="207300"/>
          </a:xfrm>
          <a:prstGeom prst="rect">
            <a:avLst/>
          </a:prstGeom>
          <a:noFill/>
          <a:ln>
            <a:noFill/>
          </a:ln>
        </p:spPr>
      </p:pic>
      <p:cxnSp>
        <p:nvCxnSpPr>
          <p:cNvPr id="4637" name="Google Shape;4637;p171"/>
          <p:cNvCxnSpPr/>
          <p:nvPr/>
        </p:nvCxnSpPr>
        <p:spPr>
          <a:xfrm>
            <a:off x="5568372" y="2859548"/>
            <a:ext cx="310800" cy="118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1" name="Shape 4641"/>
        <p:cNvGrpSpPr/>
        <p:nvPr/>
      </p:nvGrpSpPr>
      <p:grpSpPr>
        <a:xfrm>
          <a:off x="0" y="0"/>
          <a:ext cx="0" cy="0"/>
          <a:chOff x="0" y="0"/>
          <a:chExt cx="0" cy="0"/>
        </a:xfrm>
      </p:grpSpPr>
      <p:cxnSp>
        <p:nvCxnSpPr>
          <p:cNvPr id="4642" name="Google Shape;4642;p172"/>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643" name="Google Shape;4643;p172"/>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644" name="Google Shape;4644;p172"/>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645" name="Google Shape;4645;p172"/>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646" name="Google Shape;4646;p172"/>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647" name="Google Shape;4647;p172"/>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648" name="Google Shape;4648;p172"/>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649" name="Google Shape;4649;p172"/>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650" name="Google Shape;4650;p172"/>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651" name="Google Shape;4651;p172"/>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652" name="Google Shape;4652;p172"/>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653" name="Google Shape;4653;p172"/>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654" name="Google Shape;4654;p172"/>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655" name="Google Shape;4655;p172"/>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656" name="Google Shape;4656;p172"/>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657" name="Google Shape;4657;p172"/>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658" name="Google Shape;4658;p172"/>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659" name="Google Shape;4659;p172"/>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660" name="Google Shape;4660;p172"/>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661" name="Google Shape;4661;p172"/>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662" name="Google Shape;4662;p172"/>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663" name="Google Shape;4663;p172"/>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664" name="Google Shape;4664;p172"/>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665" name="Google Shape;4665;p172"/>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666" name="Google Shape;4666;p172"/>
          <p:cNvPicPr preferRelativeResize="0"/>
          <p:nvPr/>
        </p:nvPicPr>
        <p:blipFill>
          <a:blip r:embed="rId3">
            <a:alphaModFix/>
          </a:blip>
          <a:stretch>
            <a:fillRect/>
          </a:stretch>
        </p:blipFill>
        <p:spPr>
          <a:xfrm rot="10800000">
            <a:off x="4240364" y="1755037"/>
            <a:ext cx="622675" cy="750925"/>
          </a:xfrm>
          <a:prstGeom prst="rect">
            <a:avLst/>
          </a:prstGeom>
          <a:noFill/>
          <a:ln>
            <a:noFill/>
          </a:ln>
        </p:spPr>
      </p:pic>
      <p:cxnSp>
        <p:nvCxnSpPr>
          <p:cNvPr id="4667" name="Google Shape;4667;p172"/>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668" name="Google Shape;4668;p172"/>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669" name="Google Shape;4669;p172"/>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670" name="Google Shape;4670;p172"/>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671" name="Google Shape;4671;p172"/>
          <p:cNvSpPr/>
          <p:nvPr/>
        </p:nvSpPr>
        <p:spPr>
          <a:xfrm>
            <a:off x="5067780" y="2290555"/>
            <a:ext cx="1104600" cy="809100"/>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672" name="Google Shape;4672;p172"/>
          <p:cNvSpPr/>
          <p:nvPr/>
        </p:nvSpPr>
        <p:spPr>
          <a:xfrm>
            <a:off x="5261440" y="2495416"/>
            <a:ext cx="142500" cy="1839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673" name="Google Shape;4673;p172"/>
          <p:cNvSpPr/>
          <p:nvPr/>
        </p:nvSpPr>
        <p:spPr>
          <a:xfrm>
            <a:off x="5548788" y="2538330"/>
            <a:ext cx="142500" cy="1839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674" name="Google Shape;4674;p172"/>
          <p:cNvSpPr/>
          <p:nvPr/>
        </p:nvSpPr>
        <p:spPr>
          <a:xfrm>
            <a:off x="5141898" y="3124025"/>
            <a:ext cx="937700" cy="899375"/>
          </a:xfrm>
          <a:prstGeom prst="flowChartProcess">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675" name="Google Shape;4675;p172"/>
          <p:cNvCxnSpPr/>
          <p:nvPr/>
        </p:nvCxnSpPr>
        <p:spPr>
          <a:xfrm rot="5400000">
            <a:off x="4963012" y="4178353"/>
            <a:ext cx="518100" cy="167700"/>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676" name="Google Shape;4676;p172"/>
          <p:cNvCxnSpPr/>
          <p:nvPr/>
        </p:nvCxnSpPr>
        <p:spPr>
          <a:xfrm flipH="1" rot="-5400000">
            <a:off x="5775394" y="4158540"/>
            <a:ext cx="477600" cy="207300"/>
          </a:xfrm>
          <a:prstGeom prst="curvedConnector3">
            <a:avLst>
              <a:gd fmla="val 50000" name="adj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677" name="Google Shape;4677;p172"/>
          <p:cNvPicPr preferRelativeResize="0"/>
          <p:nvPr/>
        </p:nvPicPr>
        <p:blipFill rotWithShape="1">
          <a:blip r:embed="rId7">
            <a:alphaModFix/>
          </a:blip>
          <a:srcRect b="28376" l="12375" r="10949" t="24332"/>
          <a:stretch/>
        </p:blipFill>
        <p:spPr>
          <a:xfrm rot="7124078">
            <a:off x="6403750" y="3781962"/>
            <a:ext cx="1370978" cy="398720"/>
          </a:xfrm>
          <a:prstGeom prst="rect">
            <a:avLst/>
          </a:prstGeom>
          <a:noFill/>
          <a:ln>
            <a:noFill/>
          </a:ln>
        </p:spPr>
      </p:pic>
      <p:pic>
        <p:nvPicPr>
          <p:cNvPr id="4678" name="Google Shape;4678;p172"/>
          <p:cNvPicPr preferRelativeResize="0"/>
          <p:nvPr/>
        </p:nvPicPr>
        <p:blipFill rotWithShape="1">
          <a:blip r:embed="rId8">
            <a:alphaModFix/>
          </a:blip>
          <a:srcRect b="0" l="24768" r="24768" t="0"/>
          <a:stretch/>
        </p:blipFill>
        <p:spPr>
          <a:xfrm rot="5652496">
            <a:off x="7186076" y="3847262"/>
            <a:ext cx="419399" cy="829875"/>
          </a:xfrm>
          <a:prstGeom prst="rect">
            <a:avLst/>
          </a:prstGeom>
          <a:noFill/>
          <a:ln>
            <a:noFill/>
          </a:ln>
        </p:spPr>
      </p:pic>
      <p:sp>
        <p:nvSpPr>
          <p:cNvPr id="4679" name="Google Shape;4679;p172"/>
          <p:cNvSpPr/>
          <p:nvPr/>
        </p:nvSpPr>
        <p:spPr>
          <a:xfrm>
            <a:off x="5132775" y="2860116"/>
            <a:ext cx="786225" cy="134963"/>
          </a:xfrm>
          <a:custGeom>
            <a:rect b="b" l="l" r="r" t="t"/>
            <a:pathLst>
              <a:path extrusionOk="0" h="7472" w="31449">
                <a:moveTo>
                  <a:pt x="189" y="1376"/>
                </a:moveTo>
                <a:cubicBezTo>
                  <a:pt x="1704" y="222"/>
                  <a:pt x="26960" y="-500"/>
                  <a:pt x="30496" y="510"/>
                </a:cubicBezTo>
                <a:cubicBezTo>
                  <a:pt x="34032" y="1520"/>
                  <a:pt x="26455" y="7293"/>
                  <a:pt x="21404" y="7437"/>
                </a:cubicBezTo>
                <a:cubicBezTo>
                  <a:pt x="16353" y="7581"/>
                  <a:pt x="-1326" y="2531"/>
                  <a:pt x="189" y="1376"/>
                </a:cubicBezTo>
                <a:close/>
              </a:path>
            </a:pathLst>
          </a:custGeom>
          <a:solidFill>
            <a:schemeClr val="lt2"/>
          </a:solidFill>
          <a:ln cap="flat" cmpd="sng" w="9525">
            <a:solidFill>
              <a:schemeClr val="dk2"/>
            </a:solidFill>
            <a:prstDash val="solid"/>
            <a:round/>
            <a:headEnd len="med" w="med" type="none"/>
            <a:tailEnd len="med" w="med" type="none"/>
          </a:ln>
        </p:spPr>
      </p:sp>
      <p:cxnSp>
        <p:nvCxnSpPr>
          <p:cNvPr id="4680" name="Google Shape;4680;p172"/>
          <p:cNvCxnSpPr/>
          <p:nvPr/>
        </p:nvCxnSpPr>
        <p:spPr>
          <a:xfrm flipH="1" rot="10800000">
            <a:off x="5569656" y="2241261"/>
            <a:ext cx="261900" cy="324000"/>
          </a:xfrm>
          <a:prstGeom prst="straightConnector1">
            <a:avLst/>
          </a:prstGeom>
          <a:noFill/>
          <a:ln cap="flat" cmpd="sng" w="9525">
            <a:solidFill>
              <a:schemeClr val="dk2"/>
            </a:solidFill>
            <a:prstDash val="solid"/>
            <a:round/>
            <a:headEnd len="med" w="med" type="none"/>
            <a:tailEnd len="med" w="med" type="none"/>
          </a:ln>
        </p:spPr>
      </p:cxnSp>
      <p:cxnSp>
        <p:nvCxnSpPr>
          <p:cNvPr id="4681" name="Google Shape;4681;p172"/>
          <p:cNvCxnSpPr/>
          <p:nvPr/>
        </p:nvCxnSpPr>
        <p:spPr>
          <a:xfrm rot="10800000">
            <a:off x="5203670" y="2208861"/>
            <a:ext cx="236100" cy="356400"/>
          </a:xfrm>
          <a:prstGeom prst="straightConnector1">
            <a:avLst/>
          </a:prstGeom>
          <a:noFill/>
          <a:ln cap="flat" cmpd="sng" w="9525">
            <a:solidFill>
              <a:schemeClr val="dk2"/>
            </a:solidFill>
            <a:prstDash val="solid"/>
            <a:round/>
            <a:headEnd len="med" w="med" type="none"/>
            <a:tailEnd len="med" w="med" type="none"/>
          </a:ln>
        </p:spPr>
      </p:cxnSp>
      <p:pic>
        <p:nvPicPr>
          <p:cNvPr descr="Naked Man Showing His Biceps (Provided by Getty Images)" id="4682" name="Google Shape;4682;p172"/>
          <p:cNvPicPr preferRelativeResize="0"/>
          <p:nvPr/>
        </p:nvPicPr>
        <p:blipFill>
          <a:blip r:embed="rId9">
            <a:alphaModFix/>
          </a:blip>
          <a:stretch>
            <a:fillRect/>
          </a:stretch>
        </p:blipFill>
        <p:spPr>
          <a:xfrm>
            <a:off x="4203993" y="2565254"/>
            <a:ext cx="912598" cy="945372"/>
          </a:xfrm>
          <a:prstGeom prst="rect">
            <a:avLst/>
          </a:prstGeom>
          <a:noFill/>
          <a:ln>
            <a:noFill/>
          </a:ln>
        </p:spPr>
      </p:pic>
      <p:pic>
        <p:nvPicPr>
          <p:cNvPr descr="Naked Man Showing His Biceps (Provided by Getty Images)" id="4683" name="Google Shape;4683;p172"/>
          <p:cNvPicPr preferRelativeResize="0"/>
          <p:nvPr/>
        </p:nvPicPr>
        <p:blipFill>
          <a:blip r:embed="rId9">
            <a:alphaModFix/>
          </a:blip>
          <a:stretch>
            <a:fillRect/>
          </a:stretch>
        </p:blipFill>
        <p:spPr>
          <a:xfrm flipH="1">
            <a:off x="6053968" y="2565242"/>
            <a:ext cx="912598" cy="945372"/>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7" name="Shape 4687"/>
        <p:cNvGrpSpPr/>
        <p:nvPr/>
      </p:nvGrpSpPr>
      <p:grpSpPr>
        <a:xfrm>
          <a:off x="0" y="0"/>
          <a:ext cx="0" cy="0"/>
          <a:chOff x="0" y="0"/>
          <a:chExt cx="0" cy="0"/>
        </a:xfrm>
      </p:grpSpPr>
      <p:cxnSp>
        <p:nvCxnSpPr>
          <p:cNvPr id="4688" name="Google Shape;4688;p173"/>
          <p:cNvCxnSpPr/>
          <p:nvPr/>
        </p:nvCxnSpPr>
        <p:spPr>
          <a:xfrm flipH="1" rot="10800000">
            <a:off x="1279875" y="4259875"/>
            <a:ext cx="1151700" cy="876000"/>
          </a:xfrm>
          <a:prstGeom prst="straightConnector1">
            <a:avLst/>
          </a:prstGeom>
          <a:noFill/>
          <a:ln cap="flat" cmpd="sng" w="9525">
            <a:solidFill>
              <a:srgbClr val="000000"/>
            </a:solidFill>
            <a:prstDash val="solid"/>
            <a:round/>
            <a:headEnd len="med" w="med" type="none"/>
            <a:tailEnd len="med" w="med" type="none"/>
          </a:ln>
        </p:spPr>
      </p:cxnSp>
      <p:cxnSp>
        <p:nvCxnSpPr>
          <p:cNvPr id="4689" name="Google Shape;4689;p173"/>
          <p:cNvCxnSpPr/>
          <p:nvPr/>
        </p:nvCxnSpPr>
        <p:spPr>
          <a:xfrm flipH="1" rot="10800000">
            <a:off x="2431900" y="43500"/>
            <a:ext cx="900" cy="4232400"/>
          </a:xfrm>
          <a:prstGeom prst="straightConnector1">
            <a:avLst/>
          </a:prstGeom>
          <a:noFill/>
          <a:ln cap="flat" cmpd="sng" w="9525">
            <a:solidFill>
              <a:srgbClr val="000000"/>
            </a:solidFill>
            <a:prstDash val="solid"/>
            <a:round/>
            <a:headEnd len="med" w="med" type="none"/>
            <a:tailEnd len="med" w="med" type="none"/>
          </a:ln>
        </p:spPr>
      </p:cxnSp>
      <p:cxnSp>
        <p:nvCxnSpPr>
          <p:cNvPr id="4690" name="Google Shape;4690;p173"/>
          <p:cNvCxnSpPr/>
          <p:nvPr/>
        </p:nvCxnSpPr>
        <p:spPr>
          <a:xfrm flipH="1" rot="10800000">
            <a:off x="2423775" y="4250375"/>
            <a:ext cx="5797800" cy="1200"/>
          </a:xfrm>
          <a:prstGeom prst="straightConnector1">
            <a:avLst/>
          </a:prstGeom>
          <a:noFill/>
          <a:ln cap="flat" cmpd="sng" w="9525">
            <a:solidFill>
              <a:srgbClr val="000000"/>
            </a:solidFill>
            <a:prstDash val="solid"/>
            <a:round/>
            <a:headEnd len="med" w="med" type="none"/>
            <a:tailEnd len="med" w="med" type="none"/>
          </a:ln>
        </p:spPr>
      </p:cxnSp>
      <p:cxnSp>
        <p:nvCxnSpPr>
          <p:cNvPr id="4691" name="Google Shape;4691;p173"/>
          <p:cNvCxnSpPr/>
          <p:nvPr/>
        </p:nvCxnSpPr>
        <p:spPr>
          <a:xfrm>
            <a:off x="8221525" y="4212325"/>
            <a:ext cx="912600" cy="912600"/>
          </a:xfrm>
          <a:prstGeom prst="straightConnector1">
            <a:avLst/>
          </a:prstGeom>
          <a:noFill/>
          <a:ln cap="flat" cmpd="sng" w="9525">
            <a:solidFill>
              <a:srgbClr val="000000"/>
            </a:solidFill>
            <a:prstDash val="solid"/>
            <a:round/>
            <a:headEnd len="med" w="med" type="none"/>
            <a:tailEnd len="med" w="med" type="none"/>
          </a:ln>
        </p:spPr>
      </p:cxnSp>
      <p:cxnSp>
        <p:nvCxnSpPr>
          <p:cNvPr id="4692" name="Google Shape;4692;p173"/>
          <p:cNvCxnSpPr/>
          <p:nvPr/>
        </p:nvCxnSpPr>
        <p:spPr>
          <a:xfrm flipH="1" rot="10800000">
            <a:off x="8250050" y="47950"/>
            <a:ext cx="9600" cy="4202400"/>
          </a:xfrm>
          <a:prstGeom prst="straightConnector1">
            <a:avLst/>
          </a:prstGeom>
          <a:noFill/>
          <a:ln cap="flat" cmpd="sng" w="9525">
            <a:solidFill>
              <a:srgbClr val="000000"/>
            </a:solidFill>
            <a:prstDash val="solid"/>
            <a:round/>
            <a:headEnd len="med" w="med" type="none"/>
            <a:tailEnd len="med" w="med" type="none"/>
          </a:ln>
        </p:spPr>
      </p:cxnSp>
      <p:cxnSp>
        <p:nvCxnSpPr>
          <p:cNvPr id="4693" name="Google Shape;4693;p173"/>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694" name="Google Shape;4694;p173"/>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695" name="Google Shape;4695;p173"/>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696" name="Google Shape;4696;p173"/>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697" name="Google Shape;4697;p173"/>
          <p:cNvCxnSpPr/>
          <p:nvPr/>
        </p:nvCxnSpPr>
        <p:spPr>
          <a:xfrm rot="10800000">
            <a:off x="1623403" y="20445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698" name="Google Shape;4698;p173"/>
          <p:cNvCxnSpPr/>
          <p:nvPr/>
        </p:nvCxnSpPr>
        <p:spPr>
          <a:xfrm rot="10800000">
            <a:off x="2137078" y="1673950"/>
            <a:ext cx="85500" cy="2719200"/>
          </a:xfrm>
          <a:prstGeom prst="straightConnector1">
            <a:avLst/>
          </a:prstGeom>
          <a:noFill/>
          <a:ln cap="flat" cmpd="sng" w="9525">
            <a:solidFill>
              <a:srgbClr val="000000"/>
            </a:solidFill>
            <a:prstDash val="solid"/>
            <a:round/>
            <a:headEnd len="med" w="med" type="none"/>
            <a:tailEnd len="med" w="med" type="none"/>
          </a:ln>
        </p:spPr>
      </p:cxnSp>
      <p:cxnSp>
        <p:nvCxnSpPr>
          <p:cNvPr id="4699" name="Google Shape;4699;p173"/>
          <p:cNvCxnSpPr/>
          <p:nvPr/>
        </p:nvCxnSpPr>
        <p:spPr>
          <a:xfrm flipH="1" rot="10800000">
            <a:off x="1632853" y="1721275"/>
            <a:ext cx="504000" cy="351900"/>
          </a:xfrm>
          <a:prstGeom prst="straightConnector1">
            <a:avLst/>
          </a:prstGeom>
          <a:noFill/>
          <a:ln cap="flat" cmpd="sng" w="9525">
            <a:solidFill>
              <a:srgbClr val="000000"/>
            </a:solidFill>
            <a:prstDash val="solid"/>
            <a:round/>
            <a:headEnd len="med" w="med" type="none"/>
            <a:tailEnd len="med" w="med" type="none"/>
          </a:ln>
        </p:spPr>
      </p:cxnSp>
      <p:cxnSp>
        <p:nvCxnSpPr>
          <p:cNvPr id="4700" name="Google Shape;4700;p173"/>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701" name="Google Shape;4701;p173"/>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702" name="Google Shape;4702;p173"/>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703" name="Google Shape;4703;p173"/>
          <p:cNvCxnSpPr/>
          <p:nvPr/>
        </p:nvCxnSpPr>
        <p:spPr>
          <a:xfrm flipH="1" rot="10800000">
            <a:off x="1813503" y="2995525"/>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704" name="Google Shape;4704;p173"/>
          <p:cNvCxnSpPr/>
          <p:nvPr/>
        </p:nvCxnSpPr>
        <p:spPr>
          <a:xfrm flipH="1" rot="10800000">
            <a:off x="1775690" y="2045000"/>
            <a:ext cx="294600" cy="171000"/>
          </a:xfrm>
          <a:prstGeom prst="straightConnector1">
            <a:avLst/>
          </a:prstGeom>
          <a:noFill/>
          <a:ln cap="flat" cmpd="sng" w="9525">
            <a:solidFill>
              <a:srgbClr val="000000"/>
            </a:solidFill>
            <a:prstDash val="solid"/>
            <a:round/>
            <a:headEnd len="med" w="med" type="none"/>
            <a:tailEnd len="med" w="med" type="none"/>
          </a:ln>
        </p:spPr>
      </p:cxnSp>
      <p:cxnSp>
        <p:nvCxnSpPr>
          <p:cNvPr id="4705" name="Google Shape;4705;p173"/>
          <p:cNvCxnSpPr/>
          <p:nvPr/>
        </p:nvCxnSpPr>
        <p:spPr>
          <a:xfrm>
            <a:off x="1794478" y="2225275"/>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706" name="Google Shape;4706;p173"/>
          <p:cNvCxnSpPr/>
          <p:nvPr/>
        </p:nvCxnSpPr>
        <p:spPr>
          <a:xfrm>
            <a:off x="2060966" y="2082946"/>
            <a:ext cx="38100" cy="922200"/>
          </a:xfrm>
          <a:prstGeom prst="straightConnector1">
            <a:avLst/>
          </a:prstGeom>
          <a:noFill/>
          <a:ln cap="flat" cmpd="sng" w="9525">
            <a:solidFill>
              <a:srgbClr val="000000"/>
            </a:solidFill>
            <a:prstDash val="solid"/>
            <a:round/>
            <a:headEnd len="med" w="med" type="none"/>
            <a:tailEnd len="med" w="med" type="none"/>
          </a:ln>
        </p:spPr>
      </p:cxnSp>
      <p:cxnSp>
        <p:nvCxnSpPr>
          <p:cNvPr id="4707" name="Google Shape;4707;p173"/>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708" name="Google Shape;4708;p173"/>
          <p:cNvCxnSpPr/>
          <p:nvPr/>
        </p:nvCxnSpPr>
        <p:spPr>
          <a:xfrm>
            <a:off x="2108256" y="314747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709" name="Google Shape;4709;p173"/>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710" name="Google Shape;4710;p173"/>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711" name="Google Shape;4711;p173"/>
          <p:cNvCxnSpPr/>
          <p:nvPr/>
        </p:nvCxnSpPr>
        <p:spPr>
          <a:xfrm>
            <a:off x="4532775" y="0"/>
            <a:ext cx="18900" cy="1825500"/>
          </a:xfrm>
          <a:prstGeom prst="straightConnector1">
            <a:avLst/>
          </a:prstGeom>
          <a:noFill/>
          <a:ln cap="flat" cmpd="sng" w="9525">
            <a:solidFill>
              <a:srgbClr val="000000"/>
            </a:solidFill>
            <a:prstDash val="solid"/>
            <a:round/>
            <a:headEnd len="med" w="med" type="none"/>
            <a:tailEnd len="med" w="med" type="none"/>
          </a:ln>
        </p:spPr>
      </p:cxnSp>
      <p:pic>
        <p:nvPicPr>
          <p:cNvPr descr="a black and white silhouette of a light bulb with three stripes on it (Provided by Tenor)" id="4712" name="Google Shape;4712;p173"/>
          <p:cNvPicPr preferRelativeResize="0"/>
          <p:nvPr/>
        </p:nvPicPr>
        <p:blipFill>
          <a:blip r:embed="rId3">
            <a:alphaModFix/>
          </a:blip>
          <a:stretch>
            <a:fillRect/>
          </a:stretch>
        </p:blipFill>
        <p:spPr>
          <a:xfrm rot="10800000">
            <a:off x="4240364" y="1755037"/>
            <a:ext cx="622675" cy="750925"/>
          </a:xfrm>
          <a:prstGeom prst="rect">
            <a:avLst/>
          </a:prstGeom>
          <a:noFill/>
          <a:ln>
            <a:noFill/>
          </a:ln>
        </p:spPr>
      </p:pic>
      <p:cxnSp>
        <p:nvCxnSpPr>
          <p:cNvPr id="4713" name="Google Shape;4713;p173"/>
          <p:cNvCxnSpPr/>
          <p:nvPr/>
        </p:nvCxnSpPr>
        <p:spPr>
          <a:xfrm flipH="1" rot="10800000">
            <a:off x="1247025" y="47950"/>
            <a:ext cx="24300" cy="5131800"/>
          </a:xfrm>
          <a:prstGeom prst="straightConnector1">
            <a:avLst/>
          </a:prstGeom>
          <a:noFill/>
          <a:ln cap="flat" cmpd="sng" w="9525">
            <a:solidFill>
              <a:srgbClr val="000000"/>
            </a:solidFill>
            <a:prstDash val="solid"/>
            <a:round/>
            <a:headEnd len="med" w="med" type="none"/>
            <a:tailEnd len="med" w="med" type="none"/>
          </a:ln>
        </p:spPr>
      </p:cxnSp>
      <p:pic>
        <p:nvPicPr>
          <p:cNvPr descr="Offroad mountain bike event poster. Vector illustration (Provided by Getty Images)" id="4714" name="Google Shape;4714;p173"/>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715" name="Google Shape;4715;p173"/>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716" name="Google Shape;4716;p173"/>
          <p:cNvPicPr preferRelativeResize="0"/>
          <p:nvPr/>
        </p:nvPicPr>
        <p:blipFill>
          <a:blip r:embed="rId6">
            <a:alphaModFix/>
          </a:blip>
          <a:stretch>
            <a:fillRect/>
          </a:stretch>
        </p:blipFill>
        <p:spPr>
          <a:xfrm>
            <a:off x="4508913" y="4580931"/>
            <a:ext cx="912600" cy="569462"/>
          </a:xfrm>
          <a:prstGeom prst="rect">
            <a:avLst/>
          </a:prstGeom>
          <a:noFill/>
          <a:ln>
            <a:noFill/>
          </a:ln>
        </p:spPr>
      </p:pic>
      <p:sp>
        <p:nvSpPr>
          <p:cNvPr id="4717" name="Google Shape;4717;p173"/>
          <p:cNvSpPr/>
          <p:nvPr/>
        </p:nvSpPr>
        <p:spPr>
          <a:xfrm rot="5668219">
            <a:off x="5642486" y="3371556"/>
            <a:ext cx="1104661" cy="809156"/>
          </a:xfrm>
          <a:prstGeom prst="ellipse">
            <a:avLst/>
          </a:prstGeom>
          <a:no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718" name="Google Shape;4718;p173"/>
          <p:cNvSpPr/>
          <p:nvPr/>
        </p:nvSpPr>
        <p:spPr>
          <a:xfrm rot="5667804">
            <a:off x="6253356" y="3406041"/>
            <a:ext cx="142633" cy="183865"/>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719" name="Google Shape;4719;p173"/>
          <p:cNvSpPr/>
          <p:nvPr/>
        </p:nvSpPr>
        <p:spPr>
          <a:xfrm rot="5667804">
            <a:off x="6188156" y="3689164"/>
            <a:ext cx="142633" cy="183865"/>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720" name="Google Shape;4720;p173"/>
          <p:cNvSpPr/>
          <p:nvPr/>
        </p:nvSpPr>
        <p:spPr>
          <a:xfrm rot="5668464">
            <a:off x="4850761" y="3248507"/>
            <a:ext cx="937700" cy="899375"/>
          </a:xfrm>
          <a:prstGeom prst="flowChartProcess">
            <a:avLst/>
          </a:prstGeom>
          <a:solidFill>
            <a:srgbClr val="00FF00"/>
          </a:solidFill>
          <a:ln cap="flat" cmpd="sng" w="9525">
            <a:solidFill>
              <a:srgbClr val="00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721" name="Google Shape;4721;p173"/>
          <p:cNvCxnSpPr/>
          <p:nvPr/>
        </p:nvCxnSpPr>
        <p:spPr>
          <a:xfrm rot="-10531040">
            <a:off x="4404468" y="3173175"/>
            <a:ext cx="518185" cy="167621"/>
          </a:xfrm>
          <a:prstGeom prst="curvedConnector3">
            <a:avLst>
              <a:gd fmla="val 50000" name="adj1"/>
            </a:avLst>
          </a:prstGeom>
          <a:noFill/>
          <a:ln cap="flat" cmpd="sng" w="9525">
            <a:solidFill>
              <a:srgbClr val="000000"/>
            </a:solidFill>
            <a:prstDash val="solid"/>
            <a:round/>
            <a:headEnd len="med" w="med" type="none"/>
            <a:tailEnd len="med" w="med" type="none"/>
          </a:ln>
        </p:spPr>
      </p:cxnSp>
      <p:cxnSp>
        <p:nvCxnSpPr>
          <p:cNvPr id="4722" name="Google Shape;4722;p173"/>
          <p:cNvCxnSpPr/>
          <p:nvPr/>
        </p:nvCxnSpPr>
        <p:spPr>
          <a:xfrm flipH="1" rot="268063">
            <a:off x="4362990" y="3943079"/>
            <a:ext cx="477551" cy="207334"/>
          </a:xfrm>
          <a:prstGeom prst="curvedConnector3">
            <a:avLst>
              <a:gd fmla="val 50000" name="adj1"/>
            </a:avLst>
          </a:prstGeom>
          <a:noFill/>
          <a:ln cap="flat" cmpd="sng" w="9525">
            <a:solidFill>
              <a:srgbClr val="000000"/>
            </a:solidFill>
            <a:prstDash val="solid"/>
            <a:round/>
            <a:headEnd len="med" w="med" type="none"/>
            <a:tailEnd len="med" w="med" type="none"/>
          </a:ln>
        </p:spPr>
      </p:cxnSp>
      <p:pic>
        <p:nvPicPr>
          <p:cNvPr descr="cowboy hat icon vector outline illustration (Provided by Getty Images)" id="4723" name="Google Shape;4723;p173"/>
          <p:cNvPicPr preferRelativeResize="0"/>
          <p:nvPr/>
        </p:nvPicPr>
        <p:blipFill rotWithShape="1">
          <a:blip r:embed="rId7">
            <a:alphaModFix/>
          </a:blip>
          <a:srcRect b="28376" l="12375" r="10949" t="24332"/>
          <a:stretch/>
        </p:blipFill>
        <p:spPr>
          <a:xfrm rot="7124078">
            <a:off x="6403750" y="3781962"/>
            <a:ext cx="1370978" cy="398720"/>
          </a:xfrm>
          <a:prstGeom prst="rect">
            <a:avLst/>
          </a:prstGeom>
          <a:noFill/>
          <a:ln>
            <a:noFill/>
          </a:ln>
        </p:spPr>
      </p:pic>
      <p:pic>
        <p:nvPicPr>
          <p:cNvPr id="4724" name="Google Shape;4724;p173"/>
          <p:cNvPicPr preferRelativeResize="0"/>
          <p:nvPr/>
        </p:nvPicPr>
        <p:blipFill rotWithShape="1">
          <a:blip r:embed="rId8">
            <a:alphaModFix/>
          </a:blip>
          <a:srcRect b="0" l="24768" r="24768" t="0"/>
          <a:stretch/>
        </p:blipFill>
        <p:spPr>
          <a:xfrm rot="5652496">
            <a:off x="7186076" y="3847262"/>
            <a:ext cx="419399" cy="829875"/>
          </a:xfrm>
          <a:prstGeom prst="rect">
            <a:avLst/>
          </a:prstGeom>
          <a:noFill/>
          <a:ln>
            <a:noFill/>
          </a:ln>
        </p:spPr>
      </p:pic>
      <p:sp>
        <p:nvSpPr>
          <p:cNvPr id="4725" name="Google Shape;4725;p173"/>
          <p:cNvSpPr/>
          <p:nvPr/>
        </p:nvSpPr>
        <p:spPr>
          <a:xfrm rot="5668404">
            <a:off x="5577251" y="3596532"/>
            <a:ext cx="786262" cy="134964"/>
          </a:xfrm>
          <a:custGeom>
            <a:rect b="b" l="l" r="r" t="t"/>
            <a:pathLst>
              <a:path extrusionOk="0" h="7472" w="31449">
                <a:moveTo>
                  <a:pt x="189" y="1376"/>
                </a:moveTo>
                <a:cubicBezTo>
                  <a:pt x="1704" y="222"/>
                  <a:pt x="26960" y="-500"/>
                  <a:pt x="30496" y="510"/>
                </a:cubicBezTo>
                <a:cubicBezTo>
                  <a:pt x="34032" y="1520"/>
                  <a:pt x="26455" y="7293"/>
                  <a:pt x="21404" y="7437"/>
                </a:cubicBezTo>
                <a:cubicBezTo>
                  <a:pt x="16353" y="7581"/>
                  <a:pt x="-1326" y="2531"/>
                  <a:pt x="189" y="1376"/>
                </a:cubicBezTo>
                <a:close/>
              </a:path>
            </a:pathLst>
          </a:custGeom>
          <a:solidFill>
            <a:schemeClr val="lt2"/>
          </a:solidFill>
          <a:ln cap="flat" cmpd="sng" w="9525">
            <a:solidFill>
              <a:schemeClr val="dk2"/>
            </a:solidFill>
            <a:prstDash val="solid"/>
            <a:round/>
            <a:headEnd len="med" w="med" type="none"/>
            <a:tailEnd len="med" w="med" type="none"/>
          </a:ln>
        </p:spPr>
      </p:sp>
      <p:cxnSp>
        <p:nvCxnSpPr>
          <p:cNvPr id="4726" name="Google Shape;4726;p173"/>
          <p:cNvCxnSpPr/>
          <p:nvPr/>
        </p:nvCxnSpPr>
        <p:spPr>
          <a:xfrm flipH="1" rot="-5131848">
            <a:off x="6348647" y="3716960"/>
            <a:ext cx="261796" cy="324081"/>
          </a:xfrm>
          <a:prstGeom prst="straightConnector1">
            <a:avLst/>
          </a:prstGeom>
          <a:noFill/>
          <a:ln cap="flat" cmpd="sng" w="9525">
            <a:solidFill>
              <a:schemeClr val="dk2"/>
            </a:solidFill>
            <a:prstDash val="solid"/>
            <a:round/>
            <a:headEnd len="med" w="med" type="none"/>
            <a:tailEnd len="med" w="med" type="none"/>
          </a:ln>
        </p:spPr>
      </p:cxnSp>
      <p:cxnSp>
        <p:nvCxnSpPr>
          <p:cNvPr id="4727" name="Google Shape;4727;p173"/>
          <p:cNvCxnSpPr/>
          <p:nvPr/>
        </p:nvCxnSpPr>
        <p:spPr>
          <a:xfrm rot="-5133399">
            <a:off x="6406973" y="3324463"/>
            <a:ext cx="236210" cy="356294"/>
          </a:xfrm>
          <a:prstGeom prst="straightConnector1">
            <a:avLst/>
          </a:prstGeom>
          <a:noFill/>
          <a:ln cap="flat" cmpd="sng" w="9525">
            <a:solidFill>
              <a:schemeClr val="dk2"/>
            </a:solidFill>
            <a:prstDash val="solid"/>
            <a:round/>
            <a:headEnd len="med" w="med" type="none"/>
            <a:tailEnd len="med" w="med" type="none"/>
          </a:ln>
        </p:spPr>
      </p:cxnSp>
      <p:pic>
        <p:nvPicPr>
          <p:cNvPr descr="Naked Man Showing His Biceps (Provided by Getty Images)" id="4728" name="Google Shape;4728;p173"/>
          <p:cNvPicPr preferRelativeResize="0"/>
          <p:nvPr/>
        </p:nvPicPr>
        <p:blipFill>
          <a:blip r:embed="rId9">
            <a:alphaModFix/>
          </a:blip>
          <a:stretch>
            <a:fillRect/>
          </a:stretch>
        </p:blipFill>
        <p:spPr>
          <a:xfrm rot="5668470">
            <a:off x="5471600" y="2319746"/>
            <a:ext cx="912597" cy="945371"/>
          </a:xfrm>
          <a:prstGeom prst="rect">
            <a:avLst/>
          </a:prstGeom>
          <a:noFill/>
          <a:ln>
            <a:noFill/>
          </a:ln>
        </p:spPr>
      </p:pic>
      <p:pic>
        <p:nvPicPr>
          <p:cNvPr descr="Naked Man Showing His Biceps (Provided by Getty Images)" id="4729" name="Google Shape;4729;p173"/>
          <p:cNvPicPr preferRelativeResize="0"/>
          <p:nvPr/>
        </p:nvPicPr>
        <p:blipFill>
          <a:blip r:embed="rId9">
            <a:alphaModFix/>
          </a:blip>
          <a:stretch>
            <a:fillRect/>
          </a:stretch>
        </p:blipFill>
        <p:spPr>
          <a:xfrm flipH="1" rot="5668470">
            <a:off x="5327291" y="4164085"/>
            <a:ext cx="912597" cy="945371"/>
          </a:xfrm>
          <a:prstGeom prst="rect">
            <a:avLst/>
          </a:prstGeom>
          <a:noFill/>
          <a:ln>
            <a:noFill/>
          </a:ln>
        </p:spPr>
      </p:pic>
      <p:sp>
        <p:nvSpPr>
          <p:cNvPr id="4730" name="Google Shape;4730;p173"/>
          <p:cNvSpPr/>
          <p:nvPr/>
        </p:nvSpPr>
        <p:spPr>
          <a:xfrm>
            <a:off x="-60100" y="-346675"/>
            <a:ext cx="9302400" cy="55992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1" name="Google Shape;4731;p173"/>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4732" name="Google Shape;4732;p173"/>
          <p:cNvSpPr/>
          <p:nvPr/>
        </p:nvSpPr>
        <p:spPr>
          <a:xfrm>
            <a:off x="254825" y="3000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Poisoned</a:t>
            </a:r>
            <a:endParaRPr/>
          </a:p>
        </p:txBody>
      </p:sp>
      <p:sp>
        <p:nvSpPr>
          <p:cNvPr id="4733" name="Google Shape;4733;p173">
            <a:hlinkClick action="ppaction://hlinksldjump" r:id="rId10"/>
          </p:cNvPr>
          <p:cNvSpPr/>
          <p:nvPr/>
        </p:nvSpPr>
        <p:spPr>
          <a:xfrm>
            <a:off x="5912675" y="3677000"/>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737" name="Shape 4737"/>
        <p:cNvGrpSpPr/>
        <p:nvPr/>
      </p:nvGrpSpPr>
      <p:grpSpPr>
        <a:xfrm>
          <a:off x="0" y="0"/>
          <a:ext cx="0" cy="0"/>
          <a:chOff x="0" y="0"/>
          <a:chExt cx="0" cy="0"/>
        </a:xfrm>
      </p:grpSpPr>
      <p:sp>
        <p:nvSpPr>
          <p:cNvPr id="4738" name="Google Shape;4738;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39" name="Google Shape;4739;p174">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740" name="Google Shape;4740;p174"/>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741" name="Google Shape;4741;p174"/>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742" name="Google Shape;4742;p174"/>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743" name="Google Shape;4743;p174"/>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747" name="Shape 4747"/>
        <p:cNvGrpSpPr/>
        <p:nvPr/>
      </p:nvGrpSpPr>
      <p:grpSpPr>
        <a:xfrm>
          <a:off x="0" y="0"/>
          <a:ext cx="0" cy="0"/>
          <a:chOff x="0" y="0"/>
          <a:chExt cx="0" cy="0"/>
        </a:xfrm>
      </p:grpSpPr>
      <p:sp>
        <p:nvSpPr>
          <p:cNvPr id="4748" name="Google Shape;4748;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49" name="Google Shape;4749;p175">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4750" name="Google Shape;4750;p175"/>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4751" name="Google Shape;4751;p175"/>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4752" name="Google Shape;4752;p175"/>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4753" name="Google Shape;4753;p175"/>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7" name="Shape 4757"/>
        <p:cNvGrpSpPr/>
        <p:nvPr/>
      </p:nvGrpSpPr>
      <p:grpSpPr>
        <a:xfrm>
          <a:off x="0" y="0"/>
          <a:ext cx="0" cy="0"/>
          <a:chOff x="0" y="0"/>
          <a:chExt cx="0" cy="0"/>
        </a:xfrm>
      </p:grpSpPr>
      <p:sp>
        <p:nvSpPr>
          <p:cNvPr id="4758" name="Google Shape;4758;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759" name="Google Shape;4759;p176"/>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760" name="Google Shape;4760;p176"/>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761" name="Google Shape;4761;p176"/>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762" name="Google Shape;4762;p176"/>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763" name="Google Shape;4763;p176"/>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764" name="Google Shape;4764;p176"/>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765" name="Google Shape;4765;p176"/>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766" name="Google Shape;4766;p17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767" name="Google Shape;4767;p176"/>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768" name="Google Shape;4768;p176"/>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769" name="Google Shape;4769;p176"/>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770" name="Google Shape;4770;p176"/>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771" name="Google Shape;4771;p176"/>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772" name="Google Shape;4772;p17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773" name="Google Shape;4773;p17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774" name="Google Shape;4774;p176"/>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775" name="Google Shape;4775;p176"/>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776" name="Google Shape;4776;p176"/>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777" name="Google Shape;4777;p176"/>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778" name="Google Shape;4778;p176"/>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779" name="Google Shape;4779;p176"/>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4780" name="Google Shape;4780;p176"/>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781" name="Google Shape;4781;p176"/>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782" name="Google Shape;4782;p176"/>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783" name="Google Shape;4783;p17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4784" name="Google Shape;4784;p176"/>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785" name="Google Shape;4785;p176"/>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786" name="Google Shape;4786;p17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787" name="Google Shape;4787;p176"/>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788" name="Google Shape;4788;p176"/>
          <p:cNvSpPr/>
          <p:nvPr/>
        </p:nvSpPr>
        <p:spPr>
          <a:xfrm>
            <a:off x="4699392" y="2268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789" name="Google Shape;4789;p176"/>
          <p:cNvCxnSpPr/>
          <p:nvPr/>
        </p:nvCxnSpPr>
        <p:spPr>
          <a:xfrm>
            <a:off x="4929294" y="2765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790" name="Google Shape;4790;p176"/>
          <p:cNvSpPr/>
          <p:nvPr/>
        </p:nvSpPr>
        <p:spPr>
          <a:xfrm>
            <a:off x="4853572" y="2473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791" name="Google Shape;4791;p176"/>
          <p:cNvSpPr/>
          <p:nvPr/>
        </p:nvSpPr>
        <p:spPr>
          <a:xfrm>
            <a:off x="5082340" y="2516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792" name="Google Shape;4792;p176"/>
          <p:cNvSpPr/>
          <p:nvPr/>
        </p:nvSpPr>
        <p:spPr>
          <a:xfrm>
            <a:off x="4913275" y="3110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793" name="Google Shape;4793;p176"/>
          <p:cNvCxnSpPr/>
          <p:nvPr/>
        </p:nvCxnSpPr>
        <p:spPr>
          <a:xfrm rot="5400000">
            <a:off x="4678377" y="4185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794" name="Google Shape;4794;p176"/>
          <p:cNvCxnSpPr/>
          <p:nvPr/>
        </p:nvCxnSpPr>
        <p:spPr>
          <a:xfrm flipH="1" rot="-5400000">
            <a:off x="5060584" y="4145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795" name="Google Shape;4795;p176"/>
          <p:cNvCxnSpPr/>
          <p:nvPr/>
        </p:nvCxnSpPr>
        <p:spPr>
          <a:xfrm rot="10800000">
            <a:off x="4219375" y="3308463"/>
            <a:ext cx="693900" cy="252000"/>
          </a:xfrm>
          <a:prstGeom prst="straightConnector1">
            <a:avLst/>
          </a:prstGeom>
          <a:noFill/>
          <a:ln cap="flat" cmpd="sng" w="5800">
            <a:solidFill>
              <a:schemeClr val="dk2"/>
            </a:solidFill>
            <a:prstDash val="solid"/>
            <a:round/>
            <a:headEnd len="med" w="med" type="none"/>
            <a:tailEnd len="med" w="med" type="none"/>
          </a:ln>
        </p:spPr>
      </p:cxnSp>
      <p:cxnSp>
        <p:nvCxnSpPr>
          <p:cNvPr id="4796" name="Google Shape;4796;p176"/>
          <p:cNvCxnSpPr>
            <a:stCxn id="4792" idx="3"/>
          </p:cNvCxnSpPr>
          <p:nvPr/>
        </p:nvCxnSpPr>
        <p:spPr>
          <a:xfrm flipH="1" rot="10800000">
            <a:off x="5364792" y="3428163"/>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797" name="Google Shape;4797;p176"/>
          <p:cNvPicPr preferRelativeResize="0"/>
          <p:nvPr/>
        </p:nvPicPr>
        <p:blipFill rotWithShape="1">
          <a:blip r:embed="rId7">
            <a:alphaModFix/>
          </a:blip>
          <a:srcRect b="28376" l="12375" r="10949" t="24332"/>
          <a:stretch/>
        </p:blipFill>
        <p:spPr>
          <a:xfrm>
            <a:off x="4608290" y="1966551"/>
            <a:ext cx="1091487" cy="398710"/>
          </a:xfrm>
          <a:prstGeom prst="rect">
            <a:avLst/>
          </a:prstGeom>
          <a:noFill/>
          <a:ln>
            <a:noFill/>
          </a:ln>
        </p:spPr>
      </p:pic>
      <p:pic>
        <p:nvPicPr>
          <p:cNvPr descr="Bag with dollar sign (Provided by Getty Images)" id="4798" name="Google Shape;4798;p176"/>
          <p:cNvPicPr preferRelativeResize="0"/>
          <p:nvPr/>
        </p:nvPicPr>
        <p:blipFill>
          <a:blip r:embed="rId8">
            <a:alphaModFix/>
          </a:blip>
          <a:stretch>
            <a:fillRect/>
          </a:stretch>
        </p:blipFill>
        <p:spPr>
          <a:xfrm rot="1794004">
            <a:off x="3578387" y="3000036"/>
            <a:ext cx="879298" cy="1368414"/>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2" name="Shape 4802"/>
        <p:cNvGrpSpPr/>
        <p:nvPr/>
      </p:nvGrpSpPr>
      <p:grpSpPr>
        <a:xfrm>
          <a:off x="0" y="0"/>
          <a:ext cx="0" cy="0"/>
          <a:chOff x="0" y="0"/>
          <a:chExt cx="0" cy="0"/>
        </a:xfrm>
      </p:grpSpPr>
      <p:sp>
        <p:nvSpPr>
          <p:cNvPr id="4803" name="Google Shape;4803;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804" name="Google Shape;4804;p177"/>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805" name="Google Shape;4805;p17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806" name="Google Shape;4806;p17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807" name="Google Shape;4807;p17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808" name="Google Shape;4808;p17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809" name="Google Shape;4809;p177"/>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810" name="Google Shape;4810;p177"/>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811" name="Google Shape;4811;p177"/>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812" name="Google Shape;4812;p177"/>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813" name="Google Shape;4813;p177"/>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814" name="Google Shape;4814;p177"/>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815" name="Google Shape;4815;p177"/>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816" name="Google Shape;4816;p177"/>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817" name="Google Shape;4817;p177"/>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818" name="Google Shape;4818;p177"/>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819" name="Google Shape;4819;p177"/>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820" name="Google Shape;4820;p177"/>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821" name="Google Shape;4821;p177"/>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822" name="Google Shape;4822;p177"/>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823" name="Google Shape;4823;p177"/>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824" name="Google Shape;4824;p177"/>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4825" name="Google Shape;4825;p177"/>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826" name="Google Shape;4826;p177"/>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827" name="Google Shape;4827;p17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828" name="Google Shape;4828;p177"/>
          <p:cNvPicPr preferRelativeResize="0"/>
          <p:nvPr/>
        </p:nvPicPr>
        <p:blipFill>
          <a:blip r:embed="rId3">
            <a:alphaModFix/>
          </a:blip>
          <a:stretch>
            <a:fillRect/>
          </a:stretch>
        </p:blipFill>
        <p:spPr>
          <a:xfrm rot="10800000">
            <a:off x="4283239" y="1673962"/>
            <a:ext cx="622675" cy="750925"/>
          </a:xfrm>
          <a:prstGeom prst="rect">
            <a:avLst/>
          </a:prstGeom>
          <a:noFill/>
          <a:ln>
            <a:noFill/>
          </a:ln>
        </p:spPr>
      </p:pic>
      <p:cxnSp>
        <p:nvCxnSpPr>
          <p:cNvPr id="4829" name="Google Shape;4829;p17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830" name="Google Shape;4830;p177"/>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831" name="Google Shape;4831;p177"/>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832" name="Google Shape;4832;p177"/>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833" name="Google Shape;4833;p177"/>
          <p:cNvSpPr/>
          <p:nvPr/>
        </p:nvSpPr>
        <p:spPr>
          <a:xfrm>
            <a:off x="3321717" y="2268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834" name="Google Shape;4834;p177"/>
          <p:cNvCxnSpPr/>
          <p:nvPr/>
        </p:nvCxnSpPr>
        <p:spPr>
          <a:xfrm>
            <a:off x="3551619" y="2765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835" name="Google Shape;4835;p177"/>
          <p:cNvSpPr/>
          <p:nvPr/>
        </p:nvSpPr>
        <p:spPr>
          <a:xfrm>
            <a:off x="3475897" y="2473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836" name="Google Shape;4836;p177"/>
          <p:cNvSpPr/>
          <p:nvPr/>
        </p:nvSpPr>
        <p:spPr>
          <a:xfrm>
            <a:off x="3704665" y="2516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837" name="Google Shape;4837;p177"/>
          <p:cNvSpPr/>
          <p:nvPr/>
        </p:nvSpPr>
        <p:spPr>
          <a:xfrm>
            <a:off x="3535600" y="3110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838" name="Google Shape;4838;p177"/>
          <p:cNvCxnSpPr/>
          <p:nvPr/>
        </p:nvCxnSpPr>
        <p:spPr>
          <a:xfrm rot="5400000">
            <a:off x="3300702" y="4185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839" name="Google Shape;4839;p177"/>
          <p:cNvCxnSpPr/>
          <p:nvPr/>
        </p:nvCxnSpPr>
        <p:spPr>
          <a:xfrm flipH="1" rot="-5400000">
            <a:off x="3682909" y="4145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840" name="Google Shape;4840;p177"/>
          <p:cNvCxnSpPr/>
          <p:nvPr/>
        </p:nvCxnSpPr>
        <p:spPr>
          <a:xfrm rot="10800000">
            <a:off x="2841700" y="3308463"/>
            <a:ext cx="693900" cy="252000"/>
          </a:xfrm>
          <a:prstGeom prst="straightConnector1">
            <a:avLst/>
          </a:prstGeom>
          <a:noFill/>
          <a:ln cap="flat" cmpd="sng" w="5800">
            <a:solidFill>
              <a:schemeClr val="dk2"/>
            </a:solidFill>
            <a:prstDash val="solid"/>
            <a:round/>
            <a:headEnd len="med" w="med" type="none"/>
            <a:tailEnd len="med" w="med" type="none"/>
          </a:ln>
        </p:spPr>
      </p:cxnSp>
      <p:cxnSp>
        <p:nvCxnSpPr>
          <p:cNvPr id="4841" name="Google Shape;4841;p177"/>
          <p:cNvCxnSpPr>
            <a:stCxn id="4837" idx="3"/>
          </p:cNvCxnSpPr>
          <p:nvPr/>
        </p:nvCxnSpPr>
        <p:spPr>
          <a:xfrm rot="10800000">
            <a:off x="2152017" y="2691363"/>
            <a:ext cx="1835100" cy="869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842" name="Google Shape;4842;p177"/>
          <p:cNvPicPr preferRelativeResize="0"/>
          <p:nvPr/>
        </p:nvPicPr>
        <p:blipFill rotWithShape="1">
          <a:blip r:embed="rId7">
            <a:alphaModFix/>
          </a:blip>
          <a:srcRect b="28376" l="12375" r="10949" t="24332"/>
          <a:stretch/>
        </p:blipFill>
        <p:spPr>
          <a:xfrm>
            <a:off x="3230615" y="1966551"/>
            <a:ext cx="1091487" cy="398710"/>
          </a:xfrm>
          <a:prstGeom prst="rect">
            <a:avLst/>
          </a:prstGeom>
          <a:noFill/>
          <a:ln>
            <a:noFill/>
          </a:ln>
        </p:spPr>
      </p:pic>
      <p:pic>
        <p:nvPicPr>
          <p:cNvPr descr="Bag with dollar sign (Provided by Getty Images)" id="4843" name="Google Shape;4843;p177"/>
          <p:cNvPicPr preferRelativeResize="0"/>
          <p:nvPr/>
        </p:nvPicPr>
        <p:blipFill>
          <a:blip r:embed="rId8">
            <a:alphaModFix/>
          </a:blip>
          <a:stretch>
            <a:fillRect/>
          </a:stretch>
        </p:blipFill>
        <p:spPr>
          <a:xfrm rot="1794004">
            <a:off x="2200712" y="3000036"/>
            <a:ext cx="879298" cy="1368414"/>
          </a:xfrm>
          <a:prstGeom prst="rect">
            <a:avLst/>
          </a:prstGeom>
          <a:noFill/>
          <a:ln>
            <a:noFill/>
          </a:ln>
        </p:spPr>
      </p:pic>
      <p:pic>
        <p:nvPicPr>
          <p:cNvPr id="4844" name="Google Shape;4844;p177"/>
          <p:cNvPicPr preferRelativeResize="0"/>
          <p:nvPr/>
        </p:nvPicPr>
        <p:blipFill rotWithShape="1">
          <a:blip r:embed="rId9">
            <a:alphaModFix/>
          </a:blip>
          <a:srcRect b="15940" l="5737" r="5595" t="6721"/>
          <a:stretch/>
        </p:blipFill>
        <p:spPr>
          <a:xfrm>
            <a:off x="2474588" y="2073179"/>
            <a:ext cx="504000" cy="473417"/>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8" name="Shape 4848"/>
        <p:cNvGrpSpPr/>
        <p:nvPr/>
      </p:nvGrpSpPr>
      <p:grpSpPr>
        <a:xfrm>
          <a:off x="0" y="0"/>
          <a:ext cx="0" cy="0"/>
          <a:chOff x="0" y="0"/>
          <a:chExt cx="0" cy="0"/>
        </a:xfrm>
      </p:grpSpPr>
      <p:sp>
        <p:nvSpPr>
          <p:cNvPr id="4849" name="Google Shape;4849;p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850" name="Google Shape;4850;p178"/>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851" name="Google Shape;4851;p178"/>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852" name="Google Shape;4852;p178"/>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853" name="Google Shape;4853;p178"/>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854" name="Google Shape;4854;p178"/>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855" name="Google Shape;4855;p178"/>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856" name="Google Shape;4856;p178"/>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857" name="Google Shape;4857;p178"/>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858" name="Google Shape;4858;p178"/>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859" name="Google Shape;4859;p178"/>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860" name="Google Shape;4860;p178"/>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861" name="Google Shape;4861;p178"/>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862" name="Google Shape;4862;p178"/>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863" name="Google Shape;4863;p178"/>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864" name="Google Shape;4864;p178"/>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865" name="Google Shape;4865;p178"/>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866" name="Google Shape;4866;p178"/>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867" name="Google Shape;4867;p178"/>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868" name="Google Shape;4868;p178"/>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869" name="Google Shape;4869;p178"/>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870" name="Google Shape;4870;p178"/>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4871" name="Google Shape;4871;p178"/>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872" name="Google Shape;4872;p178"/>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873" name="Google Shape;4873;p178"/>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874" name="Google Shape;4874;p178"/>
          <p:cNvPicPr preferRelativeResize="0"/>
          <p:nvPr/>
        </p:nvPicPr>
        <p:blipFill>
          <a:blip r:embed="rId3">
            <a:alphaModFix/>
          </a:blip>
          <a:stretch>
            <a:fillRect/>
          </a:stretch>
        </p:blipFill>
        <p:spPr>
          <a:xfrm rot="10800000">
            <a:off x="4283239" y="1673962"/>
            <a:ext cx="622675" cy="750925"/>
          </a:xfrm>
          <a:prstGeom prst="rect">
            <a:avLst/>
          </a:prstGeom>
          <a:noFill/>
          <a:ln>
            <a:noFill/>
          </a:ln>
        </p:spPr>
      </p:pic>
      <p:cxnSp>
        <p:nvCxnSpPr>
          <p:cNvPr id="4875" name="Google Shape;4875;p178"/>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876" name="Google Shape;4876;p178"/>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877" name="Google Shape;4877;p178"/>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878" name="Google Shape;4878;p178"/>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879" name="Google Shape;4879;p178"/>
          <p:cNvSpPr/>
          <p:nvPr/>
        </p:nvSpPr>
        <p:spPr>
          <a:xfrm>
            <a:off x="3321717" y="2268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880" name="Google Shape;4880;p178"/>
          <p:cNvCxnSpPr/>
          <p:nvPr/>
        </p:nvCxnSpPr>
        <p:spPr>
          <a:xfrm>
            <a:off x="3551619" y="2765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881" name="Google Shape;4881;p178"/>
          <p:cNvSpPr/>
          <p:nvPr/>
        </p:nvSpPr>
        <p:spPr>
          <a:xfrm>
            <a:off x="3475897" y="2473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882" name="Google Shape;4882;p178"/>
          <p:cNvSpPr/>
          <p:nvPr/>
        </p:nvSpPr>
        <p:spPr>
          <a:xfrm>
            <a:off x="3704665" y="2516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883" name="Google Shape;4883;p178"/>
          <p:cNvSpPr/>
          <p:nvPr/>
        </p:nvSpPr>
        <p:spPr>
          <a:xfrm>
            <a:off x="3535600" y="3110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884" name="Google Shape;4884;p178"/>
          <p:cNvCxnSpPr/>
          <p:nvPr/>
        </p:nvCxnSpPr>
        <p:spPr>
          <a:xfrm rot="5400000">
            <a:off x="3300702" y="4185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885" name="Google Shape;4885;p178"/>
          <p:cNvCxnSpPr/>
          <p:nvPr/>
        </p:nvCxnSpPr>
        <p:spPr>
          <a:xfrm flipH="1" rot="-5400000">
            <a:off x="3682909" y="4145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886" name="Google Shape;4886;p178"/>
          <p:cNvCxnSpPr/>
          <p:nvPr/>
        </p:nvCxnSpPr>
        <p:spPr>
          <a:xfrm rot="10800000">
            <a:off x="2841700" y="3308463"/>
            <a:ext cx="693900" cy="252000"/>
          </a:xfrm>
          <a:prstGeom prst="straightConnector1">
            <a:avLst/>
          </a:prstGeom>
          <a:noFill/>
          <a:ln cap="flat" cmpd="sng" w="5800">
            <a:solidFill>
              <a:schemeClr val="dk2"/>
            </a:solidFill>
            <a:prstDash val="solid"/>
            <a:round/>
            <a:headEnd len="med" w="med" type="none"/>
            <a:tailEnd len="med" w="med" type="none"/>
          </a:ln>
        </p:spPr>
      </p:cxnSp>
      <p:cxnSp>
        <p:nvCxnSpPr>
          <p:cNvPr id="4887" name="Google Shape;4887;p178"/>
          <p:cNvCxnSpPr>
            <a:stCxn id="4883" idx="3"/>
          </p:cNvCxnSpPr>
          <p:nvPr/>
        </p:nvCxnSpPr>
        <p:spPr>
          <a:xfrm rot="10800000">
            <a:off x="2152017" y="2691363"/>
            <a:ext cx="1835100" cy="869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888" name="Google Shape;4888;p178"/>
          <p:cNvPicPr preferRelativeResize="0"/>
          <p:nvPr/>
        </p:nvPicPr>
        <p:blipFill rotWithShape="1">
          <a:blip r:embed="rId7">
            <a:alphaModFix/>
          </a:blip>
          <a:srcRect b="28376" l="12375" r="10949" t="24332"/>
          <a:stretch/>
        </p:blipFill>
        <p:spPr>
          <a:xfrm>
            <a:off x="3230615" y="1966551"/>
            <a:ext cx="1091487" cy="398710"/>
          </a:xfrm>
          <a:prstGeom prst="rect">
            <a:avLst/>
          </a:prstGeom>
          <a:noFill/>
          <a:ln>
            <a:noFill/>
          </a:ln>
        </p:spPr>
      </p:pic>
      <p:pic>
        <p:nvPicPr>
          <p:cNvPr descr="Bag with dollar sign (Provided by Getty Images)" id="4889" name="Google Shape;4889;p178"/>
          <p:cNvPicPr preferRelativeResize="0"/>
          <p:nvPr/>
        </p:nvPicPr>
        <p:blipFill>
          <a:blip r:embed="rId8">
            <a:alphaModFix/>
          </a:blip>
          <a:stretch>
            <a:fillRect/>
          </a:stretch>
        </p:blipFill>
        <p:spPr>
          <a:xfrm rot="1794004">
            <a:off x="2200712" y="3000036"/>
            <a:ext cx="879298" cy="1368414"/>
          </a:xfrm>
          <a:prstGeom prst="rect">
            <a:avLst/>
          </a:prstGeom>
          <a:noFill/>
          <a:ln>
            <a:noFill/>
          </a:ln>
        </p:spPr>
      </p:pic>
      <p:sp>
        <p:nvSpPr>
          <p:cNvPr id="4890" name="Google Shape;4890;p178"/>
          <p:cNvSpPr/>
          <p:nvPr/>
        </p:nvSpPr>
        <p:spPr>
          <a:xfrm>
            <a:off x="-42858" y="2110650"/>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1" name="Google Shape;4891;p178"/>
          <p:cNvSpPr/>
          <p:nvPr/>
        </p:nvSpPr>
        <p:spPr>
          <a:xfrm>
            <a:off x="202742" y="23652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2" name="Google Shape;4892;p178"/>
          <p:cNvSpPr/>
          <p:nvPr/>
        </p:nvSpPr>
        <p:spPr>
          <a:xfrm>
            <a:off x="504092" y="23652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93" name="Google Shape;4893;p178"/>
          <p:cNvCxnSpPr/>
          <p:nvPr/>
        </p:nvCxnSpPr>
        <p:spPr>
          <a:xfrm flipH="1" rot="10800000">
            <a:off x="282642" y="2786700"/>
            <a:ext cx="198000" cy="99000"/>
          </a:xfrm>
          <a:prstGeom prst="straightConnector1">
            <a:avLst/>
          </a:prstGeom>
          <a:noFill/>
          <a:ln cap="flat" cmpd="sng" w="9525">
            <a:solidFill>
              <a:schemeClr val="dk2"/>
            </a:solidFill>
            <a:prstDash val="solid"/>
            <a:round/>
            <a:headEnd len="med" w="med" type="none"/>
            <a:tailEnd len="med" w="med" type="none"/>
          </a:ln>
        </p:spPr>
      </p:cxnSp>
      <p:cxnSp>
        <p:nvCxnSpPr>
          <p:cNvPr id="4894" name="Google Shape;4894;p178"/>
          <p:cNvCxnSpPr/>
          <p:nvPr/>
        </p:nvCxnSpPr>
        <p:spPr>
          <a:xfrm flipH="1">
            <a:off x="449517" y="2817650"/>
            <a:ext cx="6300" cy="99000"/>
          </a:xfrm>
          <a:prstGeom prst="straightConnector1">
            <a:avLst/>
          </a:prstGeom>
          <a:noFill/>
          <a:ln cap="flat" cmpd="sng" w="9525">
            <a:solidFill>
              <a:schemeClr val="dk2"/>
            </a:solidFill>
            <a:prstDash val="solid"/>
            <a:round/>
            <a:headEnd len="med" w="med" type="none"/>
            <a:tailEnd len="med" w="med" type="none"/>
          </a:ln>
        </p:spPr>
      </p:cxnSp>
      <p:cxnSp>
        <p:nvCxnSpPr>
          <p:cNvPr id="4895" name="Google Shape;4895;p178"/>
          <p:cNvCxnSpPr>
            <a:endCxn id="4891" idx="7"/>
          </p:cNvCxnSpPr>
          <p:nvPr/>
        </p:nvCxnSpPr>
        <p:spPr>
          <a:xfrm>
            <a:off x="202335" y="2199004"/>
            <a:ext cx="97200" cy="194100"/>
          </a:xfrm>
          <a:prstGeom prst="straightConnector1">
            <a:avLst/>
          </a:prstGeom>
          <a:noFill/>
          <a:ln cap="flat" cmpd="sng" w="9525">
            <a:solidFill>
              <a:schemeClr val="dk2"/>
            </a:solidFill>
            <a:prstDash val="solid"/>
            <a:round/>
            <a:headEnd len="med" w="med" type="none"/>
            <a:tailEnd len="med" w="med" type="none"/>
          </a:ln>
        </p:spPr>
      </p:cxnSp>
      <p:cxnSp>
        <p:nvCxnSpPr>
          <p:cNvPr id="4896" name="Google Shape;4896;p178"/>
          <p:cNvCxnSpPr/>
          <p:nvPr/>
        </p:nvCxnSpPr>
        <p:spPr>
          <a:xfrm flipH="1" rot="10800000">
            <a:off x="461992" y="2245575"/>
            <a:ext cx="245700" cy="71100"/>
          </a:xfrm>
          <a:prstGeom prst="straightConnector1">
            <a:avLst/>
          </a:prstGeom>
          <a:noFill/>
          <a:ln cap="flat" cmpd="sng" w="9525">
            <a:solidFill>
              <a:schemeClr val="dk2"/>
            </a:solidFill>
            <a:prstDash val="solid"/>
            <a:round/>
            <a:headEnd len="med" w="med" type="none"/>
            <a:tailEnd len="med" w="med" type="none"/>
          </a:ln>
        </p:spPr>
      </p:cxnSp>
      <p:pic>
        <p:nvPicPr>
          <p:cNvPr descr="Police hat icon / vector graphics (Provided by Getty Images)" id="4897" name="Google Shape;4897;p178"/>
          <p:cNvPicPr preferRelativeResize="0"/>
          <p:nvPr/>
        </p:nvPicPr>
        <p:blipFill rotWithShape="1">
          <a:blip r:embed="rId9">
            <a:alphaModFix/>
          </a:blip>
          <a:srcRect b="14259" l="13020" r="8215" t="12238"/>
          <a:stretch/>
        </p:blipFill>
        <p:spPr>
          <a:xfrm>
            <a:off x="31742" y="1446050"/>
            <a:ext cx="804700" cy="750950"/>
          </a:xfrm>
          <a:prstGeom prst="rect">
            <a:avLst/>
          </a:prstGeom>
          <a:noFill/>
          <a:ln>
            <a:noFill/>
          </a:ln>
        </p:spPr>
      </p:pic>
      <p:sp>
        <p:nvSpPr>
          <p:cNvPr id="4898" name="Google Shape;4898;p178"/>
          <p:cNvSpPr/>
          <p:nvPr/>
        </p:nvSpPr>
        <p:spPr>
          <a:xfrm>
            <a:off x="128090" y="3083724"/>
            <a:ext cx="548700" cy="1037050"/>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899" name="Google Shape;4899;p178"/>
          <p:cNvCxnSpPr/>
          <p:nvPr/>
        </p:nvCxnSpPr>
        <p:spPr>
          <a:xfrm flipH="1">
            <a:off x="77040" y="4120774"/>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4900" name="Google Shape;4900;p178"/>
          <p:cNvCxnSpPr/>
          <p:nvPr/>
        </p:nvCxnSpPr>
        <p:spPr>
          <a:xfrm>
            <a:off x="550640" y="4120774"/>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4901" name="Google Shape;4901;p178"/>
          <p:cNvCxnSpPr/>
          <p:nvPr/>
        </p:nvCxnSpPr>
        <p:spPr>
          <a:xfrm flipH="1">
            <a:off x="-201983" y="3312250"/>
            <a:ext cx="376500" cy="376500"/>
          </a:xfrm>
          <a:prstGeom prst="straightConnector1">
            <a:avLst/>
          </a:prstGeom>
          <a:noFill/>
          <a:ln cap="flat" cmpd="sng" w="9525">
            <a:solidFill>
              <a:schemeClr val="dk2"/>
            </a:solidFill>
            <a:prstDash val="solid"/>
            <a:round/>
            <a:headEnd len="med" w="med" type="none"/>
            <a:tailEnd len="med" w="med" type="none"/>
          </a:ln>
        </p:spPr>
      </p:cxnSp>
      <p:cxnSp>
        <p:nvCxnSpPr>
          <p:cNvPr id="4902" name="Google Shape;4902;p178"/>
          <p:cNvCxnSpPr/>
          <p:nvPr/>
        </p:nvCxnSpPr>
        <p:spPr>
          <a:xfrm>
            <a:off x="617542" y="3279025"/>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4903" name="Google Shape;4903;p178"/>
          <p:cNvPicPr preferRelativeResize="0"/>
          <p:nvPr/>
        </p:nvPicPr>
        <p:blipFill>
          <a:blip r:embed="rId10">
            <a:alphaModFix/>
          </a:blip>
          <a:stretch>
            <a:fillRect/>
          </a:stretch>
        </p:blipFill>
        <p:spPr>
          <a:xfrm>
            <a:off x="308719" y="3127711"/>
            <a:ext cx="376500" cy="37650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7" name="Shape 4907"/>
        <p:cNvGrpSpPr/>
        <p:nvPr/>
      </p:nvGrpSpPr>
      <p:grpSpPr>
        <a:xfrm>
          <a:off x="0" y="0"/>
          <a:ext cx="0" cy="0"/>
          <a:chOff x="0" y="0"/>
          <a:chExt cx="0" cy="0"/>
        </a:xfrm>
      </p:grpSpPr>
      <p:sp>
        <p:nvSpPr>
          <p:cNvPr id="4908" name="Google Shape;4908;p1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909" name="Google Shape;4909;p179"/>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910" name="Google Shape;4910;p17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911" name="Google Shape;4911;p17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912" name="Google Shape;4912;p17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913" name="Google Shape;4913;p17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914" name="Google Shape;4914;p17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915" name="Google Shape;4915;p17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916" name="Google Shape;4916;p17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917" name="Google Shape;4917;p17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918" name="Google Shape;4918;p179"/>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919" name="Google Shape;4919;p179"/>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920" name="Google Shape;4920;p179"/>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921" name="Google Shape;4921;p17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922" name="Google Shape;4922;p17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923" name="Google Shape;4923;p17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924" name="Google Shape;4924;p179"/>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925" name="Google Shape;4925;p179"/>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4926" name="Google Shape;4926;p179"/>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927" name="Google Shape;4927;p179"/>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4928" name="Google Shape;4928;p17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4929" name="Google Shape;4929;p179"/>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4930" name="Google Shape;4930;p17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4931" name="Google Shape;4931;p17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4932" name="Google Shape;4932;p17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933" name="Google Shape;4933;p179"/>
          <p:cNvPicPr preferRelativeResize="0"/>
          <p:nvPr/>
        </p:nvPicPr>
        <p:blipFill>
          <a:blip r:embed="rId3">
            <a:alphaModFix/>
          </a:blip>
          <a:stretch>
            <a:fillRect/>
          </a:stretch>
        </p:blipFill>
        <p:spPr>
          <a:xfrm rot="10800000">
            <a:off x="4283239" y="1673962"/>
            <a:ext cx="622675" cy="750925"/>
          </a:xfrm>
          <a:prstGeom prst="rect">
            <a:avLst/>
          </a:prstGeom>
          <a:noFill/>
          <a:ln>
            <a:noFill/>
          </a:ln>
        </p:spPr>
      </p:pic>
      <p:cxnSp>
        <p:nvCxnSpPr>
          <p:cNvPr id="4934" name="Google Shape;4934;p17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935" name="Google Shape;4935;p17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936" name="Google Shape;4936;p179"/>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937" name="Google Shape;4937;p179"/>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938" name="Google Shape;4938;p179"/>
          <p:cNvSpPr/>
          <p:nvPr/>
        </p:nvSpPr>
        <p:spPr>
          <a:xfrm>
            <a:off x="3321717" y="2268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939" name="Google Shape;4939;p179"/>
          <p:cNvCxnSpPr/>
          <p:nvPr/>
        </p:nvCxnSpPr>
        <p:spPr>
          <a:xfrm>
            <a:off x="3551619" y="2765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940" name="Google Shape;4940;p179"/>
          <p:cNvSpPr/>
          <p:nvPr/>
        </p:nvSpPr>
        <p:spPr>
          <a:xfrm>
            <a:off x="3475897" y="2473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941" name="Google Shape;4941;p179"/>
          <p:cNvSpPr/>
          <p:nvPr/>
        </p:nvSpPr>
        <p:spPr>
          <a:xfrm>
            <a:off x="3704665" y="2516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942" name="Google Shape;4942;p179"/>
          <p:cNvSpPr/>
          <p:nvPr/>
        </p:nvSpPr>
        <p:spPr>
          <a:xfrm>
            <a:off x="3535600" y="3110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943" name="Google Shape;4943;p179"/>
          <p:cNvCxnSpPr/>
          <p:nvPr/>
        </p:nvCxnSpPr>
        <p:spPr>
          <a:xfrm rot="5400000">
            <a:off x="3300702" y="4185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944" name="Google Shape;4944;p179"/>
          <p:cNvCxnSpPr/>
          <p:nvPr/>
        </p:nvCxnSpPr>
        <p:spPr>
          <a:xfrm flipH="1" rot="-5400000">
            <a:off x="3682909" y="4145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945" name="Google Shape;4945;p179"/>
          <p:cNvCxnSpPr>
            <a:endCxn id="4946" idx="3"/>
          </p:cNvCxnSpPr>
          <p:nvPr/>
        </p:nvCxnSpPr>
        <p:spPr>
          <a:xfrm rot="10800000">
            <a:off x="2821775" y="2909359"/>
            <a:ext cx="713700" cy="651000"/>
          </a:xfrm>
          <a:prstGeom prst="straightConnector1">
            <a:avLst/>
          </a:prstGeom>
          <a:noFill/>
          <a:ln cap="flat" cmpd="sng" w="5800">
            <a:solidFill>
              <a:schemeClr val="dk2"/>
            </a:solidFill>
            <a:prstDash val="solid"/>
            <a:round/>
            <a:headEnd len="med" w="med" type="none"/>
            <a:tailEnd len="med" w="med" type="none"/>
          </a:ln>
        </p:spPr>
      </p:cxnSp>
      <p:cxnSp>
        <p:nvCxnSpPr>
          <p:cNvPr id="4947" name="Google Shape;4947;p179"/>
          <p:cNvCxnSpPr>
            <a:stCxn id="4942" idx="3"/>
          </p:cNvCxnSpPr>
          <p:nvPr/>
        </p:nvCxnSpPr>
        <p:spPr>
          <a:xfrm rot="10800000">
            <a:off x="2152017" y="2691363"/>
            <a:ext cx="1835100" cy="8691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948" name="Google Shape;4948;p179"/>
          <p:cNvPicPr preferRelativeResize="0"/>
          <p:nvPr/>
        </p:nvPicPr>
        <p:blipFill rotWithShape="1">
          <a:blip r:embed="rId7">
            <a:alphaModFix/>
          </a:blip>
          <a:srcRect b="28376" l="12375" r="10949" t="24332"/>
          <a:stretch/>
        </p:blipFill>
        <p:spPr>
          <a:xfrm>
            <a:off x="3230615" y="1966551"/>
            <a:ext cx="1091487" cy="398710"/>
          </a:xfrm>
          <a:prstGeom prst="rect">
            <a:avLst/>
          </a:prstGeom>
          <a:noFill/>
          <a:ln>
            <a:noFill/>
          </a:ln>
        </p:spPr>
      </p:pic>
      <p:pic>
        <p:nvPicPr>
          <p:cNvPr descr="Bag with dollar sign (Provided by Getty Images)" id="4946" name="Google Shape;4946;p179"/>
          <p:cNvPicPr preferRelativeResize="0"/>
          <p:nvPr/>
        </p:nvPicPr>
        <p:blipFill>
          <a:blip r:embed="rId8">
            <a:alphaModFix/>
          </a:blip>
          <a:stretch>
            <a:fillRect/>
          </a:stretch>
        </p:blipFill>
        <p:spPr>
          <a:xfrm rot="3371643">
            <a:off x="2137512" y="1859837"/>
            <a:ext cx="879299" cy="1368411"/>
          </a:xfrm>
          <a:prstGeom prst="rect">
            <a:avLst/>
          </a:prstGeom>
          <a:noFill/>
          <a:ln>
            <a:noFill/>
          </a:ln>
        </p:spPr>
      </p:pic>
      <p:sp>
        <p:nvSpPr>
          <p:cNvPr id="4949" name="Google Shape;4949;p179"/>
          <p:cNvSpPr/>
          <p:nvPr/>
        </p:nvSpPr>
        <p:spPr>
          <a:xfrm>
            <a:off x="-42858" y="2110650"/>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0" name="Google Shape;4950;p179"/>
          <p:cNvSpPr/>
          <p:nvPr/>
        </p:nvSpPr>
        <p:spPr>
          <a:xfrm>
            <a:off x="202742" y="23652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1" name="Google Shape;4951;p179"/>
          <p:cNvSpPr/>
          <p:nvPr/>
        </p:nvSpPr>
        <p:spPr>
          <a:xfrm>
            <a:off x="504092" y="2365250"/>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52" name="Google Shape;4952;p179"/>
          <p:cNvCxnSpPr/>
          <p:nvPr/>
        </p:nvCxnSpPr>
        <p:spPr>
          <a:xfrm flipH="1" rot="10800000">
            <a:off x="282642" y="2786700"/>
            <a:ext cx="198000" cy="99000"/>
          </a:xfrm>
          <a:prstGeom prst="straightConnector1">
            <a:avLst/>
          </a:prstGeom>
          <a:noFill/>
          <a:ln cap="flat" cmpd="sng" w="9525">
            <a:solidFill>
              <a:schemeClr val="dk2"/>
            </a:solidFill>
            <a:prstDash val="solid"/>
            <a:round/>
            <a:headEnd len="med" w="med" type="none"/>
            <a:tailEnd len="med" w="med" type="none"/>
          </a:ln>
        </p:spPr>
      </p:cxnSp>
      <p:cxnSp>
        <p:nvCxnSpPr>
          <p:cNvPr id="4953" name="Google Shape;4953;p179"/>
          <p:cNvCxnSpPr/>
          <p:nvPr/>
        </p:nvCxnSpPr>
        <p:spPr>
          <a:xfrm flipH="1">
            <a:off x="449517" y="2817650"/>
            <a:ext cx="6300" cy="99000"/>
          </a:xfrm>
          <a:prstGeom prst="straightConnector1">
            <a:avLst/>
          </a:prstGeom>
          <a:noFill/>
          <a:ln cap="flat" cmpd="sng" w="9525">
            <a:solidFill>
              <a:schemeClr val="dk2"/>
            </a:solidFill>
            <a:prstDash val="solid"/>
            <a:round/>
            <a:headEnd len="med" w="med" type="none"/>
            <a:tailEnd len="med" w="med" type="none"/>
          </a:ln>
        </p:spPr>
      </p:cxnSp>
      <p:cxnSp>
        <p:nvCxnSpPr>
          <p:cNvPr id="4954" name="Google Shape;4954;p179"/>
          <p:cNvCxnSpPr>
            <a:endCxn id="4950" idx="7"/>
          </p:cNvCxnSpPr>
          <p:nvPr/>
        </p:nvCxnSpPr>
        <p:spPr>
          <a:xfrm>
            <a:off x="202335" y="2199004"/>
            <a:ext cx="97200" cy="194100"/>
          </a:xfrm>
          <a:prstGeom prst="straightConnector1">
            <a:avLst/>
          </a:prstGeom>
          <a:noFill/>
          <a:ln cap="flat" cmpd="sng" w="9525">
            <a:solidFill>
              <a:schemeClr val="dk2"/>
            </a:solidFill>
            <a:prstDash val="solid"/>
            <a:round/>
            <a:headEnd len="med" w="med" type="none"/>
            <a:tailEnd len="med" w="med" type="none"/>
          </a:ln>
        </p:spPr>
      </p:cxnSp>
      <p:cxnSp>
        <p:nvCxnSpPr>
          <p:cNvPr id="4955" name="Google Shape;4955;p179"/>
          <p:cNvCxnSpPr/>
          <p:nvPr/>
        </p:nvCxnSpPr>
        <p:spPr>
          <a:xfrm flipH="1" rot="10800000">
            <a:off x="461992" y="2245575"/>
            <a:ext cx="245700" cy="71100"/>
          </a:xfrm>
          <a:prstGeom prst="straightConnector1">
            <a:avLst/>
          </a:prstGeom>
          <a:noFill/>
          <a:ln cap="flat" cmpd="sng" w="9525">
            <a:solidFill>
              <a:schemeClr val="dk2"/>
            </a:solidFill>
            <a:prstDash val="solid"/>
            <a:round/>
            <a:headEnd len="med" w="med" type="none"/>
            <a:tailEnd len="med" w="med" type="none"/>
          </a:ln>
        </p:spPr>
      </p:cxnSp>
      <p:pic>
        <p:nvPicPr>
          <p:cNvPr descr="Police hat icon / vector graphics (Provided by Getty Images)" id="4956" name="Google Shape;4956;p179"/>
          <p:cNvPicPr preferRelativeResize="0"/>
          <p:nvPr/>
        </p:nvPicPr>
        <p:blipFill rotWithShape="1">
          <a:blip r:embed="rId9">
            <a:alphaModFix/>
          </a:blip>
          <a:srcRect b="14259" l="13020" r="8215" t="12238"/>
          <a:stretch/>
        </p:blipFill>
        <p:spPr>
          <a:xfrm>
            <a:off x="31742" y="1446050"/>
            <a:ext cx="804700" cy="750950"/>
          </a:xfrm>
          <a:prstGeom prst="rect">
            <a:avLst/>
          </a:prstGeom>
          <a:noFill/>
          <a:ln>
            <a:noFill/>
          </a:ln>
        </p:spPr>
      </p:pic>
      <p:sp>
        <p:nvSpPr>
          <p:cNvPr id="4957" name="Google Shape;4957;p179"/>
          <p:cNvSpPr/>
          <p:nvPr/>
        </p:nvSpPr>
        <p:spPr>
          <a:xfrm>
            <a:off x="128090" y="3083724"/>
            <a:ext cx="548700" cy="1037050"/>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958" name="Google Shape;4958;p179"/>
          <p:cNvCxnSpPr/>
          <p:nvPr/>
        </p:nvCxnSpPr>
        <p:spPr>
          <a:xfrm flipH="1">
            <a:off x="77040" y="4120774"/>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4959" name="Google Shape;4959;p179"/>
          <p:cNvCxnSpPr/>
          <p:nvPr/>
        </p:nvCxnSpPr>
        <p:spPr>
          <a:xfrm>
            <a:off x="550640" y="4120774"/>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4960" name="Google Shape;4960;p179"/>
          <p:cNvCxnSpPr/>
          <p:nvPr/>
        </p:nvCxnSpPr>
        <p:spPr>
          <a:xfrm flipH="1">
            <a:off x="-201983" y="3312250"/>
            <a:ext cx="376500" cy="376500"/>
          </a:xfrm>
          <a:prstGeom prst="straightConnector1">
            <a:avLst/>
          </a:prstGeom>
          <a:noFill/>
          <a:ln cap="flat" cmpd="sng" w="9525">
            <a:solidFill>
              <a:schemeClr val="dk2"/>
            </a:solidFill>
            <a:prstDash val="solid"/>
            <a:round/>
            <a:headEnd len="med" w="med" type="none"/>
            <a:tailEnd len="med" w="med" type="none"/>
          </a:ln>
        </p:spPr>
      </p:cxnSp>
      <p:cxnSp>
        <p:nvCxnSpPr>
          <p:cNvPr id="4961" name="Google Shape;4961;p179"/>
          <p:cNvCxnSpPr/>
          <p:nvPr/>
        </p:nvCxnSpPr>
        <p:spPr>
          <a:xfrm>
            <a:off x="617542" y="3279025"/>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4962" name="Google Shape;4962;p179"/>
          <p:cNvPicPr preferRelativeResize="0"/>
          <p:nvPr/>
        </p:nvPicPr>
        <p:blipFill>
          <a:blip r:embed="rId10">
            <a:alphaModFix/>
          </a:blip>
          <a:stretch>
            <a:fillRect/>
          </a:stretch>
        </p:blipFill>
        <p:spPr>
          <a:xfrm>
            <a:off x="308719" y="3127711"/>
            <a:ext cx="376500" cy="376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6" name="Shape 4966"/>
        <p:cNvGrpSpPr/>
        <p:nvPr/>
      </p:nvGrpSpPr>
      <p:grpSpPr>
        <a:xfrm>
          <a:off x="0" y="0"/>
          <a:ext cx="0" cy="0"/>
          <a:chOff x="0" y="0"/>
          <a:chExt cx="0" cy="0"/>
        </a:xfrm>
      </p:grpSpPr>
      <p:sp>
        <p:nvSpPr>
          <p:cNvPr id="4967" name="Google Shape;4967;p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968" name="Google Shape;4968;p180"/>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4969" name="Google Shape;4969;p18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4970" name="Google Shape;4970;p180"/>
          <p:cNvCxnSpPr/>
          <p:nvPr/>
        </p:nvCxnSpPr>
        <p:spPr>
          <a:xfrm flipH="1" rot="10800000">
            <a:off x="2436749" y="4217663"/>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4971" name="Google Shape;4971;p18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4972" name="Google Shape;4972;p18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4973" name="Google Shape;4973;p18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974" name="Google Shape;4974;p18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4975" name="Google Shape;4975;p18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4976" name="Google Shape;4976;p18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4977" name="Google Shape;4977;p180"/>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978" name="Google Shape;4978;p180"/>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4979" name="Google Shape;4979;p180"/>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4980" name="Google Shape;4980;p18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981" name="Google Shape;4981;p18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982" name="Google Shape;4982;p18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4983" name="Google Shape;4983;p18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4984" name="Google Shape;4984;p180"/>
          <p:cNvPicPr preferRelativeResize="0"/>
          <p:nvPr/>
        </p:nvPicPr>
        <p:blipFill>
          <a:blip r:embed="rId3">
            <a:alphaModFix/>
          </a:blip>
          <a:stretch>
            <a:fillRect/>
          </a:stretch>
        </p:blipFill>
        <p:spPr>
          <a:xfrm rot="10800000">
            <a:off x="4283239" y="1673962"/>
            <a:ext cx="622675" cy="750925"/>
          </a:xfrm>
          <a:prstGeom prst="rect">
            <a:avLst/>
          </a:prstGeom>
          <a:noFill/>
          <a:ln>
            <a:noFill/>
          </a:ln>
        </p:spPr>
      </p:pic>
      <p:cxnSp>
        <p:nvCxnSpPr>
          <p:cNvPr id="4985" name="Google Shape;4985;p18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4986" name="Google Shape;4986;p18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4987" name="Google Shape;4987;p180"/>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4988" name="Google Shape;4988;p180"/>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4989" name="Google Shape;4989;p180"/>
          <p:cNvSpPr/>
          <p:nvPr/>
        </p:nvSpPr>
        <p:spPr>
          <a:xfrm>
            <a:off x="4064967" y="23372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990" name="Google Shape;4990;p180"/>
          <p:cNvCxnSpPr/>
          <p:nvPr/>
        </p:nvCxnSpPr>
        <p:spPr>
          <a:xfrm>
            <a:off x="4294869" y="28342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4991" name="Google Shape;4991;p180"/>
          <p:cNvSpPr/>
          <p:nvPr/>
        </p:nvSpPr>
        <p:spPr>
          <a:xfrm>
            <a:off x="4219147" y="254206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992" name="Google Shape;4992;p180"/>
          <p:cNvSpPr/>
          <p:nvPr/>
        </p:nvSpPr>
        <p:spPr>
          <a:xfrm>
            <a:off x="4447915" y="25849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4993" name="Google Shape;4993;p180"/>
          <p:cNvSpPr/>
          <p:nvPr/>
        </p:nvSpPr>
        <p:spPr>
          <a:xfrm>
            <a:off x="4278850" y="31793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4994" name="Google Shape;4994;p180"/>
          <p:cNvCxnSpPr/>
          <p:nvPr/>
        </p:nvCxnSpPr>
        <p:spPr>
          <a:xfrm rot="5400000">
            <a:off x="4043952" y="42538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995" name="Google Shape;4995;p180"/>
          <p:cNvCxnSpPr/>
          <p:nvPr/>
        </p:nvCxnSpPr>
        <p:spPr>
          <a:xfrm flipH="1" rot="-5400000">
            <a:off x="4426159" y="42138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4996" name="Google Shape;4996;p180"/>
          <p:cNvCxnSpPr/>
          <p:nvPr/>
        </p:nvCxnSpPr>
        <p:spPr>
          <a:xfrm rot="10800000">
            <a:off x="3584950" y="3377013"/>
            <a:ext cx="693900" cy="252000"/>
          </a:xfrm>
          <a:prstGeom prst="straightConnector1">
            <a:avLst/>
          </a:prstGeom>
          <a:noFill/>
          <a:ln cap="flat" cmpd="sng" w="5800">
            <a:solidFill>
              <a:schemeClr val="dk2"/>
            </a:solidFill>
            <a:prstDash val="solid"/>
            <a:round/>
            <a:headEnd len="med" w="med" type="none"/>
            <a:tailEnd len="med" w="med" type="none"/>
          </a:ln>
        </p:spPr>
      </p:cxnSp>
      <p:cxnSp>
        <p:nvCxnSpPr>
          <p:cNvPr id="4997" name="Google Shape;4997;p180"/>
          <p:cNvCxnSpPr>
            <a:stCxn id="4993" idx="3"/>
          </p:cNvCxnSpPr>
          <p:nvPr/>
        </p:nvCxnSpPr>
        <p:spPr>
          <a:xfrm rot="10800000">
            <a:off x="4175367" y="3269613"/>
            <a:ext cx="555000" cy="3594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4998" name="Google Shape;4998;p180"/>
          <p:cNvPicPr preferRelativeResize="0"/>
          <p:nvPr/>
        </p:nvPicPr>
        <p:blipFill rotWithShape="1">
          <a:blip r:embed="rId7">
            <a:alphaModFix/>
          </a:blip>
          <a:srcRect b="28376" l="12375" r="10949" t="24332"/>
          <a:stretch/>
        </p:blipFill>
        <p:spPr>
          <a:xfrm>
            <a:off x="3973865" y="2035101"/>
            <a:ext cx="1091487" cy="398710"/>
          </a:xfrm>
          <a:prstGeom prst="rect">
            <a:avLst/>
          </a:prstGeom>
          <a:noFill/>
          <a:ln>
            <a:noFill/>
          </a:ln>
        </p:spPr>
      </p:pic>
      <p:pic>
        <p:nvPicPr>
          <p:cNvPr descr="Bag with dollar sign (Provided by Getty Images)" id="4999" name="Google Shape;4999;p180"/>
          <p:cNvPicPr preferRelativeResize="0"/>
          <p:nvPr/>
        </p:nvPicPr>
        <p:blipFill>
          <a:blip r:embed="rId8">
            <a:alphaModFix/>
          </a:blip>
          <a:stretch>
            <a:fillRect/>
          </a:stretch>
        </p:blipFill>
        <p:spPr>
          <a:xfrm rot="1794004">
            <a:off x="2615725" y="1929636"/>
            <a:ext cx="879298" cy="1368414"/>
          </a:xfrm>
          <a:prstGeom prst="rect">
            <a:avLst/>
          </a:prstGeom>
          <a:noFill/>
          <a:ln>
            <a:noFill/>
          </a:ln>
        </p:spPr>
      </p:pic>
      <p:sp>
        <p:nvSpPr>
          <p:cNvPr id="5000" name="Google Shape;5000;p180"/>
          <p:cNvSpPr/>
          <p:nvPr/>
        </p:nvSpPr>
        <p:spPr>
          <a:xfrm>
            <a:off x="1708892" y="2166525"/>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1" name="Google Shape;5001;p180"/>
          <p:cNvSpPr/>
          <p:nvPr/>
        </p:nvSpPr>
        <p:spPr>
          <a:xfrm>
            <a:off x="1954492" y="2421125"/>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2" name="Google Shape;5002;p180"/>
          <p:cNvSpPr/>
          <p:nvPr/>
        </p:nvSpPr>
        <p:spPr>
          <a:xfrm>
            <a:off x="2255842" y="2421125"/>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003" name="Google Shape;5003;p180"/>
          <p:cNvCxnSpPr/>
          <p:nvPr/>
        </p:nvCxnSpPr>
        <p:spPr>
          <a:xfrm flipH="1" rot="10800000">
            <a:off x="2034392" y="2842575"/>
            <a:ext cx="198000" cy="99000"/>
          </a:xfrm>
          <a:prstGeom prst="straightConnector1">
            <a:avLst/>
          </a:prstGeom>
          <a:noFill/>
          <a:ln cap="flat" cmpd="sng" w="9525">
            <a:solidFill>
              <a:schemeClr val="dk2"/>
            </a:solidFill>
            <a:prstDash val="solid"/>
            <a:round/>
            <a:headEnd len="med" w="med" type="none"/>
            <a:tailEnd len="med" w="med" type="none"/>
          </a:ln>
        </p:spPr>
      </p:cxnSp>
      <p:cxnSp>
        <p:nvCxnSpPr>
          <p:cNvPr id="5004" name="Google Shape;5004;p180"/>
          <p:cNvCxnSpPr/>
          <p:nvPr/>
        </p:nvCxnSpPr>
        <p:spPr>
          <a:xfrm flipH="1">
            <a:off x="2201267" y="2873525"/>
            <a:ext cx="6300" cy="99000"/>
          </a:xfrm>
          <a:prstGeom prst="straightConnector1">
            <a:avLst/>
          </a:prstGeom>
          <a:noFill/>
          <a:ln cap="flat" cmpd="sng" w="9525">
            <a:solidFill>
              <a:schemeClr val="dk2"/>
            </a:solidFill>
            <a:prstDash val="solid"/>
            <a:round/>
            <a:headEnd len="med" w="med" type="none"/>
            <a:tailEnd len="med" w="med" type="none"/>
          </a:ln>
        </p:spPr>
      </p:cxnSp>
      <p:cxnSp>
        <p:nvCxnSpPr>
          <p:cNvPr id="5005" name="Google Shape;5005;p180"/>
          <p:cNvCxnSpPr>
            <a:endCxn id="5001" idx="7"/>
          </p:cNvCxnSpPr>
          <p:nvPr/>
        </p:nvCxnSpPr>
        <p:spPr>
          <a:xfrm>
            <a:off x="1954085" y="2254879"/>
            <a:ext cx="97200" cy="194100"/>
          </a:xfrm>
          <a:prstGeom prst="straightConnector1">
            <a:avLst/>
          </a:prstGeom>
          <a:noFill/>
          <a:ln cap="flat" cmpd="sng" w="9525">
            <a:solidFill>
              <a:schemeClr val="dk2"/>
            </a:solidFill>
            <a:prstDash val="solid"/>
            <a:round/>
            <a:headEnd len="med" w="med" type="none"/>
            <a:tailEnd len="med" w="med" type="none"/>
          </a:ln>
        </p:spPr>
      </p:cxnSp>
      <p:cxnSp>
        <p:nvCxnSpPr>
          <p:cNvPr id="5006" name="Google Shape;5006;p180"/>
          <p:cNvCxnSpPr/>
          <p:nvPr/>
        </p:nvCxnSpPr>
        <p:spPr>
          <a:xfrm flipH="1" rot="10800000">
            <a:off x="2213742" y="2301450"/>
            <a:ext cx="245700" cy="71100"/>
          </a:xfrm>
          <a:prstGeom prst="straightConnector1">
            <a:avLst/>
          </a:prstGeom>
          <a:noFill/>
          <a:ln cap="flat" cmpd="sng" w="9525">
            <a:solidFill>
              <a:schemeClr val="dk2"/>
            </a:solidFill>
            <a:prstDash val="solid"/>
            <a:round/>
            <a:headEnd len="med" w="med" type="none"/>
            <a:tailEnd len="med" w="med" type="none"/>
          </a:ln>
        </p:spPr>
      </p:cxnSp>
      <p:pic>
        <p:nvPicPr>
          <p:cNvPr descr="Police hat icon / vector graphics (Provided by Getty Images)" id="5007" name="Google Shape;5007;p180"/>
          <p:cNvPicPr preferRelativeResize="0"/>
          <p:nvPr/>
        </p:nvPicPr>
        <p:blipFill rotWithShape="1">
          <a:blip r:embed="rId9">
            <a:alphaModFix/>
          </a:blip>
          <a:srcRect b="14259" l="13020" r="8215" t="12238"/>
          <a:stretch/>
        </p:blipFill>
        <p:spPr>
          <a:xfrm>
            <a:off x="1783492" y="1501925"/>
            <a:ext cx="804700" cy="750950"/>
          </a:xfrm>
          <a:prstGeom prst="rect">
            <a:avLst/>
          </a:prstGeom>
          <a:noFill/>
          <a:ln>
            <a:noFill/>
          </a:ln>
        </p:spPr>
      </p:pic>
      <p:sp>
        <p:nvSpPr>
          <p:cNvPr id="5008" name="Google Shape;5008;p180"/>
          <p:cNvSpPr/>
          <p:nvPr/>
        </p:nvSpPr>
        <p:spPr>
          <a:xfrm>
            <a:off x="1879840" y="3139599"/>
            <a:ext cx="548700" cy="1037050"/>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009" name="Google Shape;5009;p180"/>
          <p:cNvCxnSpPr/>
          <p:nvPr/>
        </p:nvCxnSpPr>
        <p:spPr>
          <a:xfrm flipH="1">
            <a:off x="1828790" y="4176649"/>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5010" name="Google Shape;5010;p180"/>
          <p:cNvCxnSpPr/>
          <p:nvPr/>
        </p:nvCxnSpPr>
        <p:spPr>
          <a:xfrm>
            <a:off x="2302390" y="4176649"/>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5011" name="Google Shape;5011;p180"/>
          <p:cNvCxnSpPr/>
          <p:nvPr/>
        </p:nvCxnSpPr>
        <p:spPr>
          <a:xfrm flipH="1" rot="10800000">
            <a:off x="1926267" y="2805925"/>
            <a:ext cx="829500" cy="562200"/>
          </a:xfrm>
          <a:prstGeom prst="straightConnector1">
            <a:avLst/>
          </a:prstGeom>
          <a:noFill/>
          <a:ln cap="flat" cmpd="sng" w="9525">
            <a:solidFill>
              <a:schemeClr val="dk2"/>
            </a:solidFill>
            <a:prstDash val="solid"/>
            <a:round/>
            <a:headEnd len="med" w="med" type="none"/>
            <a:tailEnd len="med" w="med" type="none"/>
          </a:ln>
        </p:spPr>
      </p:cxnSp>
      <p:cxnSp>
        <p:nvCxnSpPr>
          <p:cNvPr id="5012" name="Google Shape;5012;p180"/>
          <p:cNvCxnSpPr/>
          <p:nvPr/>
        </p:nvCxnSpPr>
        <p:spPr>
          <a:xfrm flipH="1" rot="10800000">
            <a:off x="2369292" y="2914000"/>
            <a:ext cx="429900" cy="4209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5013" name="Google Shape;5013;p180"/>
          <p:cNvPicPr preferRelativeResize="0"/>
          <p:nvPr/>
        </p:nvPicPr>
        <p:blipFill>
          <a:blip r:embed="rId10">
            <a:alphaModFix/>
          </a:blip>
          <a:stretch>
            <a:fillRect/>
          </a:stretch>
        </p:blipFill>
        <p:spPr>
          <a:xfrm>
            <a:off x="2060469" y="3183586"/>
            <a:ext cx="376500" cy="376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7" name="Shape 5017"/>
        <p:cNvGrpSpPr/>
        <p:nvPr/>
      </p:nvGrpSpPr>
      <p:grpSpPr>
        <a:xfrm>
          <a:off x="0" y="0"/>
          <a:ext cx="0" cy="0"/>
          <a:chOff x="0" y="0"/>
          <a:chExt cx="0" cy="0"/>
        </a:xfrm>
      </p:grpSpPr>
      <p:sp>
        <p:nvSpPr>
          <p:cNvPr id="5018" name="Google Shape;5018;p1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019" name="Google Shape;5019;p181"/>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020" name="Google Shape;5020;p181"/>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021" name="Google Shape;5021;p181"/>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022" name="Google Shape;5022;p181"/>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023" name="Google Shape;5023;p181"/>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024" name="Google Shape;5024;p181"/>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025" name="Google Shape;5025;p181"/>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026" name="Google Shape;5026;p181"/>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027" name="Google Shape;5027;p181"/>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028" name="Google Shape;5028;p181"/>
          <p:cNvCxnSpPr/>
          <p:nvPr/>
        </p:nvCxnSpPr>
        <p:spPr>
          <a:xfrm rot="10800000">
            <a:off x="1623403" y="20445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5029" name="Google Shape;5029;p181"/>
          <p:cNvCxnSpPr/>
          <p:nvPr/>
        </p:nvCxnSpPr>
        <p:spPr>
          <a:xfrm rot="10800000">
            <a:off x="2137078" y="16739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5030" name="Google Shape;5030;p181"/>
          <p:cNvCxnSpPr/>
          <p:nvPr/>
        </p:nvCxnSpPr>
        <p:spPr>
          <a:xfrm flipH="1" rot="10800000">
            <a:off x="1632853" y="1721275"/>
            <a:ext cx="504000" cy="351900"/>
          </a:xfrm>
          <a:prstGeom prst="straightConnector1">
            <a:avLst/>
          </a:prstGeom>
          <a:noFill/>
          <a:ln cap="flat" cmpd="sng" w="76200">
            <a:solidFill>
              <a:srgbClr val="00FF00"/>
            </a:solidFill>
            <a:prstDash val="solid"/>
            <a:round/>
            <a:headEnd len="med" w="med" type="none"/>
            <a:tailEnd len="med" w="med" type="none"/>
          </a:ln>
        </p:spPr>
      </p:cxnSp>
      <p:cxnSp>
        <p:nvCxnSpPr>
          <p:cNvPr id="5031" name="Google Shape;5031;p181"/>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032" name="Google Shape;5032;p181"/>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033" name="Google Shape;5033;p181"/>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034" name="Google Shape;5034;p181"/>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035" name="Google Shape;5035;p181"/>
          <p:cNvPicPr preferRelativeResize="0"/>
          <p:nvPr/>
        </p:nvPicPr>
        <p:blipFill>
          <a:blip r:embed="rId3">
            <a:alphaModFix/>
          </a:blip>
          <a:stretch>
            <a:fillRect/>
          </a:stretch>
        </p:blipFill>
        <p:spPr>
          <a:xfrm rot="10800000">
            <a:off x="4283239" y="1673962"/>
            <a:ext cx="622675" cy="750925"/>
          </a:xfrm>
          <a:prstGeom prst="rect">
            <a:avLst/>
          </a:prstGeom>
          <a:noFill/>
          <a:ln>
            <a:noFill/>
          </a:ln>
        </p:spPr>
      </p:pic>
      <p:cxnSp>
        <p:nvCxnSpPr>
          <p:cNvPr id="5036" name="Google Shape;5036;p181"/>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037" name="Google Shape;5037;p181"/>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038" name="Google Shape;5038;p181"/>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039" name="Google Shape;5039;p181"/>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040" name="Google Shape;5040;p181"/>
          <p:cNvSpPr/>
          <p:nvPr/>
        </p:nvSpPr>
        <p:spPr>
          <a:xfrm>
            <a:off x="3321717" y="2268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041" name="Google Shape;5041;p181"/>
          <p:cNvCxnSpPr/>
          <p:nvPr/>
        </p:nvCxnSpPr>
        <p:spPr>
          <a:xfrm>
            <a:off x="3551619" y="2765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042" name="Google Shape;5042;p181"/>
          <p:cNvSpPr/>
          <p:nvPr/>
        </p:nvSpPr>
        <p:spPr>
          <a:xfrm>
            <a:off x="3475897" y="2473519"/>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043" name="Google Shape;5043;p181"/>
          <p:cNvSpPr/>
          <p:nvPr/>
        </p:nvSpPr>
        <p:spPr>
          <a:xfrm>
            <a:off x="3704665" y="2516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044" name="Google Shape;5044;p181"/>
          <p:cNvSpPr/>
          <p:nvPr/>
        </p:nvSpPr>
        <p:spPr>
          <a:xfrm>
            <a:off x="3535600" y="3110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045" name="Google Shape;5045;p181"/>
          <p:cNvCxnSpPr/>
          <p:nvPr/>
        </p:nvCxnSpPr>
        <p:spPr>
          <a:xfrm rot="5400000">
            <a:off x="3300702" y="4185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046" name="Google Shape;5046;p181"/>
          <p:cNvCxnSpPr/>
          <p:nvPr/>
        </p:nvCxnSpPr>
        <p:spPr>
          <a:xfrm flipH="1" rot="-5400000">
            <a:off x="3682909" y="4145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047" name="Google Shape;5047;p181"/>
          <p:cNvCxnSpPr/>
          <p:nvPr/>
        </p:nvCxnSpPr>
        <p:spPr>
          <a:xfrm flipH="1">
            <a:off x="3233800" y="3560463"/>
            <a:ext cx="301800" cy="282600"/>
          </a:xfrm>
          <a:prstGeom prst="straightConnector1">
            <a:avLst/>
          </a:prstGeom>
          <a:noFill/>
          <a:ln cap="flat" cmpd="sng" w="5800">
            <a:solidFill>
              <a:schemeClr val="dk2"/>
            </a:solidFill>
            <a:prstDash val="solid"/>
            <a:round/>
            <a:headEnd len="med" w="med" type="none"/>
            <a:tailEnd len="med" w="med" type="none"/>
          </a:ln>
        </p:spPr>
      </p:cxnSp>
      <p:cxnSp>
        <p:nvCxnSpPr>
          <p:cNvPr id="5048" name="Google Shape;5048;p181"/>
          <p:cNvCxnSpPr>
            <a:stCxn id="5044" idx="3"/>
          </p:cNvCxnSpPr>
          <p:nvPr/>
        </p:nvCxnSpPr>
        <p:spPr>
          <a:xfrm>
            <a:off x="3987117" y="3560463"/>
            <a:ext cx="188400" cy="3369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049" name="Google Shape;5049;p181"/>
          <p:cNvPicPr preferRelativeResize="0"/>
          <p:nvPr/>
        </p:nvPicPr>
        <p:blipFill rotWithShape="1">
          <a:blip r:embed="rId7">
            <a:alphaModFix/>
          </a:blip>
          <a:srcRect b="28376" l="12375" r="10949" t="24332"/>
          <a:stretch/>
        </p:blipFill>
        <p:spPr>
          <a:xfrm>
            <a:off x="3230615" y="1966551"/>
            <a:ext cx="1091487" cy="398710"/>
          </a:xfrm>
          <a:prstGeom prst="rect">
            <a:avLst/>
          </a:prstGeom>
          <a:noFill/>
          <a:ln>
            <a:noFill/>
          </a:ln>
        </p:spPr>
      </p:pic>
      <p:sp>
        <p:nvSpPr>
          <p:cNvPr id="5050" name="Google Shape;5050;p181"/>
          <p:cNvSpPr/>
          <p:nvPr/>
        </p:nvSpPr>
        <p:spPr>
          <a:xfrm>
            <a:off x="-584033" y="2166525"/>
            <a:ext cx="879300" cy="922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1" name="Google Shape;5051;p181"/>
          <p:cNvSpPr/>
          <p:nvPr/>
        </p:nvSpPr>
        <p:spPr>
          <a:xfrm>
            <a:off x="-338433" y="2421125"/>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2" name="Google Shape;5052;p181"/>
          <p:cNvSpPr/>
          <p:nvPr/>
        </p:nvSpPr>
        <p:spPr>
          <a:xfrm>
            <a:off x="-37083" y="2421125"/>
            <a:ext cx="113400" cy="190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053" name="Google Shape;5053;p181"/>
          <p:cNvCxnSpPr/>
          <p:nvPr/>
        </p:nvCxnSpPr>
        <p:spPr>
          <a:xfrm flipH="1" rot="10800000">
            <a:off x="-258533" y="2842575"/>
            <a:ext cx="198000" cy="99000"/>
          </a:xfrm>
          <a:prstGeom prst="straightConnector1">
            <a:avLst/>
          </a:prstGeom>
          <a:noFill/>
          <a:ln cap="flat" cmpd="sng" w="9525">
            <a:solidFill>
              <a:schemeClr val="dk2"/>
            </a:solidFill>
            <a:prstDash val="solid"/>
            <a:round/>
            <a:headEnd len="med" w="med" type="none"/>
            <a:tailEnd len="med" w="med" type="none"/>
          </a:ln>
        </p:spPr>
      </p:cxnSp>
      <p:cxnSp>
        <p:nvCxnSpPr>
          <p:cNvPr id="5054" name="Google Shape;5054;p181"/>
          <p:cNvCxnSpPr/>
          <p:nvPr/>
        </p:nvCxnSpPr>
        <p:spPr>
          <a:xfrm flipH="1">
            <a:off x="-91658" y="2873525"/>
            <a:ext cx="6300" cy="99000"/>
          </a:xfrm>
          <a:prstGeom prst="straightConnector1">
            <a:avLst/>
          </a:prstGeom>
          <a:noFill/>
          <a:ln cap="flat" cmpd="sng" w="9525">
            <a:solidFill>
              <a:schemeClr val="dk2"/>
            </a:solidFill>
            <a:prstDash val="solid"/>
            <a:round/>
            <a:headEnd len="med" w="med" type="none"/>
            <a:tailEnd len="med" w="med" type="none"/>
          </a:ln>
        </p:spPr>
      </p:cxnSp>
      <p:cxnSp>
        <p:nvCxnSpPr>
          <p:cNvPr id="5055" name="Google Shape;5055;p181"/>
          <p:cNvCxnSpPr>
            <a:endCxn id="5051" idx="7"/>
          </p:cNvCxnSpPr>
          <p:nvPr/>
        </p:nvCxnSpPr>
        <p:spPr>
          <a:xfrm>
            <a:off x="-338840" y="2254879"/>
            <a:ext cx="97200" cy="194100"/>
          </a:xfrm>
          <a:prstGeom prst="straightConnector1">
            <a:avLst/>
          </a:prstGeom>
          <a:noFill/>
          <a:ln cap="flat" cmpd="sng" w="9525">
            <a:solidFill>
              <a:schemeClr val="dk2"/>
            </a:solidFill>
            <a:prstDash val="solid"/>
            <a:round/>
            <a:headEnd len="med" w="med" type="none"/>
            <a:tailEnd len="med" w="med" type="none"/>
          </a:ln>
        </p:spPr>
      </p:cxnSp>
      <p:cxnSp>
        <p:nvCxnSpPr>
          <p:cNvPr id="5056" name="Google Shape;5056;p181"/>
          <p:cNvCxnSpPr/>
          <p:nvPr/>
        </p:nvCxnSpPr>
        <p:spPr>
          <a:xfrm flipH="1" rot="10800000">
            <a:off x="-79183" y="2301450"/>
            <a:ext cx="245700" cy="71100"/>
          </a:xfrm>
          <a:prstGeom prst="straightConnector1">
            <a:avLst/>
          </a:prstGeom>
          <a:noFill/>
          <a:ln cap="flat" cmpd="sng" w="9525">
            <a:solidFill>
              <a:schemeClr val="dk2"/>
            </a:solidFill>
            <a:prstDash val="solid"/>
            <a:round/>
            <a:headEnd len="med" w="med" type="none"/>
            <a:tailEnd len="med" w="med" type="none"/>
          </a:ln>
        </p:spPr>
      </p:cxnSp>
      <p:pic>
        <p:nvPicPr>
          <p:cNvPr descr="Police hat icon / vector graphics (Provided by Getty Images)" id="5057" name="Google Shape;5057;p181"/>
          <p:cNvPicPr preferRelativeResize="0"/>
          <p:nvPr/>
        </p:nvPicPr>
        <p:blipFill rotWithShape="1">
          <a:blip r:embed="rId8">
            <a:alphaModFix/>
          </a:blip>
          <a:srcRect b="14259" l="13020" r="8215" t="12238"/>
          <a:stretch/>
        </p:blipFill>
        <p:spPr>
          <a:xfrm>
            <a:off x="-509433" y="1501925"/>
            <a:ext cx="804700" cy="750950"/>
          </a:xfrm>
          <a:prstGeom prst="rect">
            <a:avLst/>
          </a:prstGeom>
          <a:noFill/>
          <a:ln>
            <a:noFill/>
          </a:ln>
        </p:spPr>
      </p:pic>
      <p:sp>
        <p:nvSpPr>
          <p:cNvPr id="5058" name="Google Shape;5058;p181"/>
          <p:cNvSpPr/>
          <p:nvPr/>
        </p:nvSpPr>
        <p:spPr>
          <a:xfrm>
            <a:off x="-413085" y="3139599"/>
            <a:ext cx="548700" cy="1037050"/>
          </a:xfrm>
          <a:prstGeom prst="flowChartProcess">
            <a:avLst/>
          </a:prstGeom>
          <a:solidFill>
            <a:srgbClr val="0000FF"/>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059" name="Google Shape;5059;p181"/>
          <p:cNvCxnSpPr/>
          <p:nvPr/>
        </p:nvCxnSpPr>
        <p:spPr>
          <a:xfrm flipH="1">
            <a:off x="-464135" y="4176649"/>
            <a:ext cx="239100" cy="564900"/>
          </a:xfrm>
          <a:prstGeom prst="straightConnector1">
            <a:avLst/>
          </a:prstGeom>
          <a:noFill/>
          <a:ln cap="flat" cmpd="sng" w="9525">
            <a:solidFill>
              <a:schemeClr val="dk2"/>
            </a:solidFill>
            <a:prstDash val="solid"/>
            <a:round/>
            <a:headEnd len="med" w="med" type="none"/>
            <a:tailEnd len="med" w="med" type="none"/>
          </a:ln>
        </p:spPr>
      </p:cxnSp>
      <p:cxnSp>
        <p:nvCxnSpPr>
          <p:cNvPr id="5060" name="Google Shape;5060;p181"/>
          <p:cNvCxnSpPr/>
          <p:nvPr/>
        </p:nvCxnSpPr>
        <p:spPr>
          <a:xfrm>
            <a:off x="9465" y="4176649"/>
            <a:ext cx="266400" cy="587100"/>
          </a:xfrm>
          <a:prstGeom prst="straightConnector1">
            <a:avLst/>
          </a:prstGeom>
          <a:noFill/>
          <a:ln cap="flat" cmpd="sng" w="9525">
            <a:solidFill>
              <a:schemeClr val="dk2"/>
            </a:solidFill>
            <a:prstDash val="solid"/>
            <a:round/>
            <a:headEnd len="med" w="med" type="none"/>
            <a:tailEnd len="med" w="med" type="none"/>
          </a:ln>
        </p:spPr>
      </p:cxnSp>
      <p:cxnSp>
        <p:nvCxnSpPr>
          <p:cNvPr id="5061" name="Google Shape;5061;p181"/>
          <p:cNvCxnSpPr/>
          <p:nvPr/>
        </p:nvCxnSpPr>
        <p:spPr>
          <a:xfrm flipH="1">
            <a:off x="-743158" y="3368125"/>
            <a:ext cx="376500" cy="376500"/>
          </a:xfrm>
          <a:prstGeom prst="straightConnector1">
            <a:avLst/>
          </a:prstGeom>
          <a:noFill/>
          <a:ln cap="flat" cmpd="sng" w="9525">
            <a:solidFill>
              <a:schemeClr val="dk2"/>
            </a:solidFill>
            <a:prstDash val="solid"/>
            <a:round/>
            <a:headEnd len="med" w="med" type="none"/>
            <a:tailEnd len="med" w="med" type="none"/>
          </a:ln>
        </p:spPr>
      </p:cxnSp>
      <p:cxnSp>
        <p:nvCxnSpPr>
          <p:cNvPr id="5062" name="Google Shape;5062;p181"/>
          <p:cNvCxnSpPr/>
          <p:nvPr/>
        </p:nvCxnSpPr>
        <p:spPr>
          <a:xfrm>
            <a:off x="76367" y="3334900"/>
            <a:ext cx="376500" cy="398700"/>
          </a:xfrm>
          <a:prstGeom prst="straightConnector1">
            <a:avLst/>
          </a:prstGeom>
          <a:noFill/>
          <a:ln cap="flat" cmpd="sng" w="9525">
            <a:solidFill>
              <a:schemeClr val="dk2"/>
            </a:solidFill>
            <a:prstDash val="solid"/>
            <a:round/>
            <a:headEnd len="med" w="med" type="none"/>
            <a:tailEnd len="med" w="med" type="none"/>
          </a:ln>
        </p:spPr>
      </p:cxnSp>
      <p:pic>
        <p:nvPicPr>
          <p:cNvPr descr="a golden police badge with a star and the word police on it (Provided by Tenor)" id="5063" name="Google Shape;5063;p181"/>
          <p:cNvPicPr preferRelativeResize="0"/>
          <p:nvPr/>
        </p:nvPicPr>
        <p:blipFill>
          <a:blip r:embed="rId9">
            <a:alphaModFix/>
          </a:blip>
          <a:stretch>
            <a:fillRect/>
          </a:stretch>
        </p:blipFill>
        <p:spPr>
          <a:xfrm>
            <a:off x="-232456" y="3183586"/>
            <a:ext cx="376500" cy="376500"/>
          </a:xfrm>
          <a:prstGeom prst="rect">
            <a:avLst/>
          </a:prstGeom>
          <a:noFill/>
          <a:ln>
            <a:noFill/>
          </a:ln>
        </p:spPr>
      </p:pic>
      <p:sp>
        <p:nvSpPr>
          <p:cNvPr id="5064" name="Google Shape;5064;p181">
            <a:hlinkClick action="ppaction://hlinksldjump" r:id="rId10"/>
          </p:cNvPr>
          <p:cNvSpPr/>
          <p:nvPr/>
        </p:nvSpPr>
        <p:spPr>
          <a:xfrm>
            <a:off x="1494475" y="1526550"/>
            <a:ext cx="806700" cy="327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68" name="Shape 5068"/>
        <p:cNvGrpSpPr/>
        <p:nvPr/>
      </p:nvGrpSpPr>
      <p:grpSpPr>
        <a:xfrm>
          <a:off x="0" y="0"/>
          <a:ext cx="0" cy="0"/>
          <a:chOff x="0" y="0"/>
          <a:chExt cx="0" cy="0"/>
        </a:xfrm>
      </p:grpSpPr>
      <p:sp>
        <p:nvSpPr>
          <p:cNvPr id="5069" name="Google Shape;5069;p1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70" name="Google Shape;5070;p182">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071" name="Google Shape;5071;p18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072" name="Google Shape;5072;p18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073" name="Google Shape;5073;p18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074" name="Google Shape;5074;p182"/>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78" name="Shape 5078"/>
        <p:cNvGrpSpPr/>
        <p:nvPr/>
      </p:nvGrpSpPr>
      <p:grpSpPr>
        <a:xfrm>
          <a:off x="0" y="0"/>
          <a:ext cx="0" cy="0"/>
          <a:chOff x="0" y="0"/>
          <a:chExt cx="0" cy="0"/>
        </a:xfrm>
      </p:grpSpPr>
      <p:sp>
        <p:nvSpPr>
          <p:cNvPr id="5079" name="Google Shape;5079;p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80" name="Google Shape;5080;p183">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081" name="Google Shape;5081;p18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082" name="Google Shape;5082;p18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083" name="Google Shape;5083;p18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084" name="Google Shape;5084;p183"/>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8" name="Shape 5088"/>
        <p:cNvGrpSpPr/>
        <p:nvPr/>
      </p:nvGrpSpPr>
      <p:grpSpPr>
        <a:xfrm>
          <a:off x="0" y="0"/>
          <a:ext cx="0" cy="0"/>
          <a:chOff x="0" y="0"/>
          <a:chExt cx="0" cy="0"/>
        </a:xfrm>
      </p:grpSpPr>
      <p:sp>
        <p:nvSpPr>
          <p:cNvPr id="5089" name="Google Shape;5089;p1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090" name="Google Shape;5090;p184"/>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091" name="Google Shape;5091;p184"/>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092" name="Google Shape;5092;p184"/>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093" name="Google Shape;5093;p184"/>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094" name="Google Shape;5094;p184"/>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095" name="Google Shape;5095;p184"/>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096" name="Google Shape;5096;p184"/>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097" name="Google Shape;5097;p184"/>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098" name="Google Shape;5098;p184"/>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099" name="Google Shape;5099;p184"/>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100" name="Google Shape;5100;p184"/>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101" name="Google Shape;5101;p184"/>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102" name="Google Shape;5102;p184"/>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03" name="Google Shape;5103;p184"/>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04" name="Google Shape;5104;p184"/>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05" name="Google Shape;5105;p184"/>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106" name="Google Shape;5106;p184"/>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107" name="Google Shape;5107;p184"/>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108" name="Google Shape;5108;p184"/>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109" name="Google Shape;5109;p184"/>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110" name="Google Shape;5110;p184"/>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111" name="Google Shape;5111;p184"/>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112" name="Google Shape;5112;p184"/>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113" name="Google Shape;5113;p184"/>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114" name="Google Shape;5114;p184"/>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5115" name="Google Shape;5115;p184"/>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116" name="Google Shape;5116;p184"/>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117" name="Google Shape;5117;p184"/>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118" name="Google Shape;5118;p184"/>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119" name="Google Shape;5119;p184"/>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120" name="Google Shape;5120;p184"/>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121" name="Google Shape;5121;p184"/>
          <p:cNvSpPr/>
          <p:nvPr/>
        </p:nvSpPr>
        <p:spPr>
          <a:xfrm>
            <a:off x="6147532" y="256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122" name="Google Shape;5122;p184"/>
          <p:cNvSpPr/>
          <p:nvPr/>
        </p:nvSpPr>
        <p:spPr>
          <a:xfrm>
            <a:off x="6364138"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123" name="Google Shape;5123;p184"/>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124" name="Google Shape;5124;p184"/>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125" name="Google Shape;5125;p184"/>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126" name="Google Shape;5126;p184"/>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127" name="Google Shape;5127;p184"/>
          <p:cNvCxnSpPr>
            <a:stCxn id="5123" idx="3"/>
          </p:cNvCxnSpPr>
          <p:nvPr/>
        </p:nvCxnSpPr>
        <p:spPr>
          <a:xfrm flipH="1" rot="10800000">
            <a:off x="6631602" y="35213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128" name="Google Shape;5128;p184"/>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cxnSp>
        <p:nvCxnSpPr>
          <p:cNvPr id="5129" name="Google Shape;5129;p184"/>
          <p:cNvCxnSpPr/>
          <p:nvPr/>
        </p:nvCxnSpPr>
        <p:spPr>
          <a:xfrm>
            <a:off x="6108725" y="24307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130" name="Google Shape;5130;p184"/>
          <p:cNvCxnSpPr/>
          <p:nvPr/>
        </p:nvCxnSpPr>
        <p:spPr>
          <a:xfrm flipH="1">
            <a:off x="6374025" y="2534850"/>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Dumbbell (Provided by Getty Images)" id="5131" name="Google Shape;5131;p184"/>
          <p:cNvPicPr preferRelativeResize="0"/>
          <p:nvPr/>
        </p:nvPicPr>
        <p:blipFill>
          <a:blip r:embed="rId8">
            <a:alphaModFix/>
          </a:blip>
          <a:stretch>
            <a:fillRect/>
          </a:stretch>
        </p:blipFill>
        <p:spPr>
          <a:xfrm rot="-3174389">
            <a:off x="5028503" y="2721057"/>
            <a:ext cx="937702" cy="624982"/>
          </a:xfrm>
          <a:prstGeom prst="rect">
            <a:avLst/>
          </a:prstGeom>
          <a:noFill/>
          <a:ln>
            <a:noFill/>
          </a:ln>
        </p:spPr>
      </p:pic>
      <p:pic>
        <p:nvPicPr>
          <p:cNvPr descr="Dumbbell (Provided by Getty Images)" id="5132" name="Google Shape;5132;p184"/>
          <p:cNvPicPr preferRelativeResize="0"/>
          <p:nvPr/>
        </p:nvPicPr>
        <p:blipFill>
          <a:blip r:embed="rId8">
            <a:alphaModFix/>
          </a:blip>
          <a:stretch>
            <a:fillRect/>
          </a:stretch>
        </p:blipFill>
        <p:spPr>
          <a:xfrm rot="2700000">
            <a:off x="6670866" y="3041907"/>
            <a:ext cx="937702" cy="624982"/>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6" name="Shape 5136"/>
        <p:cNvGrpSpPr/>
        <p:nvPr/>
      </p:nvGrpSpPr>
      <p:grpSpPr>
        <a:xfrm>
          <a:off x="0" y="0"/>
          <a:ext cx="0" cy="0"/>
          <a:chOff x="0" y="0"/>
          <a:chExt cx="0" cy="0"/>
        </a:xfrm>
      </p:grpSpPr>
      <p:pic>
        <p:nvPicPr>
          <p:cNvPr descr="Dumbbell (Provided by Getty Images)" id="5137" name="Google Shape;5137;p185"/>
          <p:cNvPicPr preferRelativeResize="0"/>
          <p:nvPr/>
        </p:nvPicPr>
        <p:blipFill>
          <a:blip r:embed="rId3">
            <a:alphaModFix/>
          </a:blip>
          <a:stretch>
            <a:fillRect/>
          </a:stretch>
        </p:blipFill>
        <p:spPr>
          <a:xfrm rot="824210">
            <a:off x="4872579" y="3275019"/>
            <a:ext cx="937700" cy="624981"/>
          </a:xfrm>
          <a:prstGeom prst="rect">
            <a:avLst/>
          </a:prstGeom>
          <a:noFill/>
          <a:ln>
            <a:noFill/>
          </a:ln>
        </p:spPr>
      </p:pic>
      <p:sp>
        <p:nvSpPr>
          <p:cNvPr id="5138" name="Google Shape;5138;p1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139" name="Google Shape;5139;p185"/>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140" name="Google Shape;5140;p185"/>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141" name="Google Shape;5141;p185"/>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142" name="Google Shape;5142;p185"/>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143" name="Google Shape;5143;p185"/>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144" name="Google Shape;5144;p185"/>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145" name="Google Shape;5145;p185"/>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146" name="Google Shape;5146;p185"/>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147" name="Google Shape;5147;p185"/>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148" name="Google Shape;5148;p185"/>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149" name="Google Shape;5149;p185"/>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150" name="Google Shape;5150;p185"/>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151" name="Google Shape;5151;p185"/>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52" name="Google Shape;5152;p185"/>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53" name="Google Shape;5153;p185"/>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54" name="Google Shape;5154;p185"/>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155" name="Google Shape;5155;p185"/>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156" name="Google Shape;5156;p185"/>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157" name="Google Shape;5157;p185"/>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158" name="Google Shape;5158;p185"/>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159" name="Google Shape;5159;p185"/>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160" name="Google Shape;5160;p185"/>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161" name="Google Shape;5161;p185"/>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162" name="Google Shape;5162;p185"/>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163" name="Google Shape;5163;p185"/>
          <p:cNvPicPr preferRelativeResize="0"/>
          <p:nvPr/>
        </p:nvPicPr>
        <p:blipFill>
          <a:blip r:embed="rId4">
            <a:alphaModFix/>
          </a:blip>
          <a:stretch>
            <a:fillRect/>
          </a:stretch>
        </p:blipFill>
        <p:spPr>
          <a:xfrm rot="10800000">
            <a:off x="4240376" y="1773687"/>
            <a:ext cx="622675" cy="750925"/>
          </a:xfrm>
          <a:prstGeom prst="rect">
            <a:avLst/>
          </a:prstGeom>
          <a:noFill/>
          <a:ln>
            <a:noFill/>
          </a:ln>
        </p:spPr>
      </p:pic>
      <p:cxnSp>
        <p:nvCxnSpPr>
          <p:cNvPr id="5164" name="Google Shape;5164;p185"/>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165" name="Google Shape;5165;p185"/>
          <p:cNvPicPr preferRelativeResize="0"/>
          <p:nvPr/>
        </p:nvPicPr>
        <p:blipFill>
          <a:blip r:embed="rId5">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166" name="Google Shape;5166;p185"/>
          <p:cNvPicPr preferRelativeResize="0"/>
          <p:nvPr/>
        </p:nvPicPr>
        <p:blipFill rotWithShape="1">
          <a:blip r:embed="rId6">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167" name="Google Shape;5167;p185"/>
          <p:cNvPicPr preferRelativeResize="0"/>
          <p:nvPr/>
        </p:nvPicPr>
        <p:blipFill>
          <a:blip r:embed="rId7">
            <a:alphaModFix/>
          </a:blip>
          <a:stretch>
            <a:fillRect/>
          </a:stretch>
        </p:blipFill>
        <p:spPr>
          <a:xfrm>
            <a:off x="2440126" y="4496556"/>
            <a:ext cx="912600" cy="569462"/>
          </a:xfrm>
          <a:prstGeom prst="rect">
            <a:avLst/>
          </a:prstGeom>
          <a:noFill/>
          <a:ln>
            <a:noFill/>
          </a:ln>
        </p:spPr>
      </p:pic>
      <p:sp>
        <p:nvSpPr>
          <p:cNvPr id="5168" name="Google Shape;5168;p185"/>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169" name="Google Shape;5169;p185"/>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170" name="Google Shape;5170;p185"/>
          <p:cNvSpPr/>
          <p:nvPr/>
        </p:nvSpPr>
        <p:spPr>
          <a:xfrm>
            <a:off x="6147532" y="256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171" name="Google Shape;5171;p185"/>
          <p:cNvSpPr/>
          <p:nvPr/>
        </p:nvSpPr>
        <p:spPr>
          <a:xfrm>
            <a:off x="6364138"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172" name="Google Shape;5172;p185"/>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173" name="Google Shape;5173;p185"/>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174" name="Google Shape;5174;p185"/>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175" name="Google Shape;5175;p185"/>
          <p:cNvCxnSpPr/>
          <p:nvPr/>
        </p:nvCxnSpPr>
        <p:spPr>
          <a:xfrm rot="10800000">
            <a:off x="5468485" y="3467338"/>
            <a:ext cx="711600" cy="186300"/>
          </a:xfrm>
          <a:prstGeom prst="straightConnector1">
            <a:avLst/>
          </a:prstGeom>
          <a:noFill/>
          <a:ln cap="flat" cmpd="sng" w="5800">
            <a:solidFill>
              <a:schemeClr val="dk2"/>
            </a:solidFill>
            <a:prstDash val="solid"/>
            <a:round/>
            <a:headEnd len="med" w="med" type="none"/>
            <a:tailEnd len="med" w="med" type="none"/>
          </a:ln>
        </p:spPr>
      </p:cxnSp>
      <p:cxnSp>
        <p:nvCxnSpPr>
          <p:cNvPr id="5176" name="Google Shape;5176;p185"/>
          <p:cNvCxnSpPr>
            <a:stCxn id="5172" idx="3"/>
          </p:cNvCxnSpPr>
          <p:nvPr/>
        </p:nvCxnSpPr>
        <p:spPr>
          <a:xfrm flipH="1">
            <a:off x="6409902" y="3653638"/>
            <a:ext cx="221700" cy="906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177" name="Google Shape;5177;p185"/>
          <p:cNvPicPr preferRelativeResize="0"/>
          <p:nvPr/>
        </p:nvPicPr>
        <p:blipFill rotWithShape="1">
          <a:blip r:embed="rId8">
            <a:alphaModFix/>
          </a:blip>
          <a:srcRect b="28376" l="12375" r="10949" t="24332"/>
          <a:stretch/>
        </p:blipFill>
        <p:spPr>
          <a:xfrm>
            <a:off x="5875100" y="2059726"/>
            <a:ext cx="1091487" cy="398710"/>
          </a:xfrm>
          <a:prstGeom prst="rect">
            <a:avLst/>
          </a:prstGeom>
          <a:noFill/>
          <a:ln>
            <a:noFill/>
          </a:ln>
        </p:spPr>
      </p:pic>
      <p:cxnSp>
        <p:nvCxnSpPr>
          <p:cNvPr id="5178" name="Google Shape;5178;p185"/>
          <p:cNvCxnSpPr/>
          <p:nvPr/>
        </p:nvCxnSpPr>
        <p:spPr>
          <a:xfrm>
            <a:off x="6108725" y="24307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179" name="Google Shape;5179;p185"/>
          <p:cNvCxnSpPr/>
          <p:nvPr/>
        </p:nvCxnSpPr>
        <p:spPr>
          <a:xfrm flipH="1">
            <a:off x="6374025" y="2534850"/>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Dumbbell (Provided by Getty Images)" id="5180" name="Google Shape;5180;p185"/>
          <p:cNvPicPr preferRelativeResize="0"/>
          <p:nvPr/>
        </p:nvPicPr>
        <p:blipFill>
          <a:blip r:embed="rId3">
            <a:alphaModFix/>
          </a:blip>
          <a:stretch>
            <a:fillRect/>
          </a:stretch>
        </p:blipFill>
        <p:spPr>
          <a:xfrm rot="824210">
            <a:off x="5847004" y="3545569"/>
            <a:ext cx="937700" cy="624981"/>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4" name="Shape 5184"/>
        <p:cNvGrpSpPr/>
        <p:nvPr/>
      </p:nvGrpSpPr>
      <p:grpSpPr>
        <a:xfrm>
          <a:off x="0" y="0"/>
          <a:ext cx="0" cy="0"/>
          <a:chOff x="0" y="0"/>
          <a:chExt cx="0" cy="0"/>
        </a:xfrm>
      </p:grpSpPr>
      <p:sp>
        <p:nvSpPr>
          <p:cNvPr id="5185" name="Google Shape;5185;p1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186" name="Google Shape;5186;p186"/>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187" name="Google Shape;5187;p186"/>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188" name="Google Shape;5188;p186"/>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189" name="Google Shape;5189;p186"/>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190" name="Google Shape;5190;p186"/>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191" name="Google Shape;5191;p186"/>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192" name="Google Shape;5192;p186"/>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193" name="Google Shape;5193;p186"/>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194" name="Google Shape;5194;p186"/>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195" name="Google Shape;5195;p186"/>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196" name="Google Shape;5196;p186"/>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197" name="Google Shape;5197;p186"/>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198" name="Google Shape;5198;p186"/>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199" name="Google Shape;5199;p186"/>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00" name="Google Shape;5200;p186"/>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01" name="Google Shape;5201;p186"/>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202" name="Google Shape;5202;p186"/>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203" name="Google Shape;5203;p186"/>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204" name="Google Shape;5204;p186"/>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205" name="Google Shape;5205;p186"/>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206" name="Google Shape;5206;p186"/>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207" name="Google Shape;5207;p186"/>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208" name="Google Shape;5208;p186"/>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209" name="Google Shape;5209;p186"/>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210" name="Google Shape;5210;p186"/>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5211" name="Google Shape;5211;p186"/>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212" name="Google Shape;5212;p186"/>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213" name="Google Shape;5213;p186"/>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214" name="Google Shape;5214;p186"/>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215" name="Google Shape;5215;p186"/>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216" name="Google Shape;5216;p186"/>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217" name="Google Shape;5217;p186"/>
          <p:cNvSpPr/>
          <p:nvPr/>
        </p:nvSpPr>
        <p:spPr>
          <a:xfrm>
            <a:off x="6147532" y="256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218" name="Google Shape;5218;p186"/>
          <p:cNvSpPr/>
          <p:nvPr/>
        </p:nvSpPr>
        <p:spPr>
          <a:xfrm>
            <a:off x="6364138"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219" name="Google Shape;5219;p186"/>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220" name="Google Shape;5220;p186"/>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221" name="Google Shape;5221;p186"/>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222" name="Google Shape;5222;p186"/>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223" name="Google Shape;5223;p186"/>
          <p:cNvCxnSpPr>
            <a:stCxn id="5219" idx="3"/>
          </p:cNvCxnSpPr>
          <p:nvPr/>
        </p:nvCxnSpPr>
        <p:spPr>
          <a:xfrm flipH="1" rot="10800000">
            <a:off x="6631602" y="3278938"/>
            <a:ext cx="509400" cy="3747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224" name="Google Shape;5224;p186"/>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cxnSp>
        <p:nvCxnSpPr>
          <p:cNvPr id="5225" name="Google Shape;5225;p186"/>
          <p:cNvCxnSpPr/>
          <p:nvPr/>
        </p:nvCxnSpPr>
        <p:spPr>
          <a:xfrm>
            <a:off x="6108725" y="24307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226" name="Google Shape;5226;p186"/>
          <p:cNvCxnSpPr/>
          <p:nvPr/>
        </p:nvCxnSpPr>
        <p:spPr>
          <a:xfrm flipH="1">
            <a:off x="6374025" y="2534850"/>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Dumbbell (Provided by Getty Images)" id="5227" name="Google Shape;5227;p186"/>
          <p:cNvPicPr preferRelativeResize="0"/>
          <p:nvPr/>
        </p:nvPicPr>
        <p:blipFill>
          <a:blip r:embed="rId8">
            <a:alphaModFix/>
          </a:blip>
          <a:stretch>
            <a:fillRect/>
          </a:stretch>
        </p:blipFill>
        <p:spPr>
          <a:xfrm rot="723129">
            <a:off x="5028504" y="2721057"/>
            <a:ext cx="937702" cy="624982"/>
          </a:xfrm>
          <a:prstGeom prst="rect">
            <a:avLst/>
          </a:prstGeom>
          <a:noFill/>
          <a:ln>
            <a:noFill/>
          </a:ln>
        </p:spPr>
      </p:pic>
      <p:pic>
        <p:nvPicPr>
          <p:cNvPr descr="Dumbbell (Provided by Getty Images)" id="5228" name="Google Shape;5228;p186"/>
          <p:cNvPicPr preferRelativeResize="0"/>
          <p:nvPr/>
        </p:nvPicPr>
        <p:blipFill>
          <a:blip r:embed="rId8">
            <a:alphaModFix/>
          </a:blip>
          <a:stretch>
            <a:fillRect/>
          </a:stretch>
        </p:blipFill>
        <p:spPr>
          <a:xfrm rot="182104">
            <a:off x="6746216" y="2768532"/>
            <a:ext cx="937702" cy="624982"/>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2" name="Shape 5232"/>
        <p:cNvGrpSpPr/>
        <p:nvPr/>
      </p:nvGrpSpPr>
      <p:grpSpPr>
        <a:xfrm>
          <a:off x="0" y="0"/>
          <a:ext cx="0" cy="0"/>
          <a:chOff x="0" y="0"/>
          <a:chExt cx="0" cy="0"/>
        </a:xfrm>
      </p:grpSpPr>
      <p:pic>
        <p:nvPicPr>
          <p:cNvPr descr="Dumbbell (Provided by Getty Images)" id="5233" name="Google Shape;5233;p187"/>
          <p:cNvPicPr preferRelativeResize="0"/>
          <p:nvPr/>
        </p:nvPicPr>
        <p:blipFill>
          <a:blip r:embed="rId3">
            <a:alphaModFix/>
          </a:blip>
          <a:stretch>
            <a:fillRect/>
          </a:stretch>
        </p:blipFill>
        <p:spPr>
          <a:xfrm rot="824210">
            <a:off x="4872579" y="3275019"/>
            <a:ext cx="937700" cy="624981"/>
          </a:xfrm>
          <a:prstGeom prst="rect">
            <a:avLst/>
          </a:prstGeom>
          <a:noFill/>
          <a:ln>
            <a:noFill/>
          </a:ln>
        </p:spPr>
      </p:pic>
      <p:sp>
        <p:nvSpPr>
          <p:cNvPr id="5234" name="Google Shape;5234;p1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235" name="Google Shape;5235;p187"/>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236" name="Google Shape;5236;p187"/>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237" name="Google Shape;5237;p187"/>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238" name="Google Shape;5238;p187"/>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239" name="Google Shape;5239;p187"/>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240" name="Google Shape;5240;p187"/>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241" name="Google Shape;5241;p187"/>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242" name="Google Shape;5242;p187"/>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243" name="Google Shape;5243;p187"/>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244" name="Google Shape;5244;p187"/>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245" name="Google Shape;5245;p187"/>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246" name="Google Shape;5246;p187"/>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247" name="Google Shape;5247;p187"/>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48" name="Google Shape;5248;p187"/>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49" name="Google Shape;5249;p187"/>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50" name="Google Shape;5250;p187"/>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251" name="Google Shape;5251;p187"/>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252" name="Google Shape;5252;p187"/>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253" name="Google Shape;5253;p187"/>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254" name="Google Shape;5254;p187"/>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255" name="Google Shape;5255;p187"/>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256" name="Google Shape;5256;p187"/>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257" name="Google Shape;5257;p187"/>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258" name="Google Shape;5258;p187"/>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259" name="Google Shape;5259;p187"/>
          <p:cNvPicPr preferRelativeResize="0"/>
          <p:nvPr/>
        </p:nvPicPr>
        <p:blipFill>
          <a:blip r:embed="rId4">
            <a:alphaModFix/>
          </a:blip>
          <a:stretch>
            <a:fillRect/>
          </a:stretch>
        </p:blipFill>
        <p:spPr>
          <a:xfrm rot="10800000">
            <a:off x="4240376" y="1773687"/>
            <a:ext cx="622675" cy="750925"/>
          </a:xfrm>
          <a:prstGeom prst="rect">
            <a:avLst/>
          </a:prstGeom>
          <a:noFill/>
          <a:ln>
            <a:noFill/>
          </a:ln>
        </p:spPr>
      </p:pic>
      <p:cxnSp>
        <p:nvCxnSpPr>
          <p:cNvPr id="5260" name="Google Shape;5260;p187"/>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261" name="Google Shape;5261;p187"/>
          <p:cNvPicPr preferRelativeResize="0"/>
          <p:nvPr/>
        </p:nvPicPr>
        <p:blipFill>
          <a:blip r:embed="rId5">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262" name="Google Shape;5262;p187"/>
          <p:cNvPicPr preferRelativeResize="0"/>
          <p:nvPr/>
        </p:nvPicPr>
        <p:blipFill rotWithShape="1">
          <a:blip r:embed="rId6">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263" name="Google Shape;5263;p187"/>
          <p:cNvPicPr preferRelativeResize="0"/>
          <p:nvPr/>
        </p:nvPicPr>
        <p:blipFill>
          <a:blip r:embed="rId7">
            <a:alphaModFix/>
          </a:blip>
          <a:stretch>
            <a:fillRect/>
          </a:stretch>
        </p:blipFill>
        <p:spPr>
          <a:xfrm>
            <a:off x="2440126" y="4496556"/>
            <a:ext cx="912600" cy="569462"/>
          </a:xfrm>
          <a:prstGeom prst="rect">
            <a:avLst/>
          </a:prstGeom>
          <a:noFill/>
          <a:ln>
            <a:noFill/>
          </a:ln>
        </p:spPr>
      </p:pic>
      <p:sp>
        <p:nvSpPr>
          <p:cNvPr id="5264" name="Google Shape;5264;p187"/>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265" name="Google Shape;5265;p187"/>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266" name="Google Shape;5266;p187"/>
          <p:cNvSpPr/>
          <p:nvPr/>
        </p:nvSpPr>
        <p:spPr>
          <a:xfrm>
            <a:off x="6147532" y="256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267" name="Google Shape;5267;p187"/>
          <p:cNvSpPr/>
          <p:nvPr/>
        </p:nvSpPr>
        <p:spPr>
          <a:xfrm>
            <a:off x="6364138"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268" name="Google Shape;5268;p187"/>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269" name="Google Shape;5269;p187"/>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270" name="Google Shape;5270;p187"/>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271" name="Google Shape;5271;p187"/>
          <p:cNvCxnSpPr/>
          <p:nvPr/>
        </p:nvCxnSpPr>
        <p:spPr>
          <a:xfrm rot="10800000">
            <a:off x="5468485" y="3467338"/>
            <a:ext cx="711600" cy="186300"/>
          </a:xfrm>
          <a:prstGeom prst="straightConnector1">
            <a:avLst/>
          </a:prstGeom>
          <a:noFill/>
          <a:ln cap="flat" cmpd="sng" w="5800">
            <a:solidFill>
              <a:schemeClr val="dk2"/>
            </a:solidFill>
            <a:prstDash val="solid"/>
            <a:round/>
            <a:headEnd len="med" w="med" type="none"/>
            <a:tailEnd len="med" w="med" type="none"/>
          </a:ln>
        </p:spPr>
      </p:cxnSp>
      <p:cxnSp>
        <p:nvCxnSpPr>
          <p:cNvPr id="5272" name="Google Shape;5272;p187"/>
          <p:cNvCxnSpPr>
            <a:stCxn id="5268" idx="3"/>
          </p:cNvCxnSpPr>
          <p:nvPr/>
        </p:nvCxnSpPr>
        <p:spPr>
          <a:xfrm flipH="1">
            <a:off x="6409902" y="3653638"/>
            <a:ext cx="221700" cy="906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273" name="Google Shape;5273;p187"/>
          <p:cNvPicPr preferRelativeResize="0"/>
          <p:nvPr/>
        </p:nvPicPr>
        <p:blipFill rotWithShape="1">
          <a:blip r:embed="rId8">
            <a:alphaModFix/>
          </a:blip>
          <a:srcRect b="28376" l="12375" r="10949" t="24332"/>
          <a:stretch/>
        </p:blipFill>
        <p:spPr>
          <a:xfrm>
            <a:off x="5875100" y="2059726"/>
            <a:ext cx="1091487" cy="398710"/>
          </a:xfrm>
          <a:prstGeom prst="rect">
            <a:avLst/>
          </a:prstGeom>
          <a:noFill/>
          <a:ln>
            <a:noFill/>
          </a:ln>
        </p:spPr>
      </p:pic>
      <p:cxnSp>
        <p:nvCxnSpPr>
          <p:cNvPr id="5274" name="Google Shape;5274;p187"/>
          <p:cNvCxnSpPr/>
          <p:nvPr/>
        </p:nvCxnSpPr>
        <p:spPr>
          <a:xfrm>
            <a:off x="6108725" y="24307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275" name="Google Shape;5275;p187"/>
          <p:cNvCxnSpPr/>
          <p:nvPr/>
        </p:nvCxnSpPr>
        <p:spPr>
          <a:xfrm flipH="1">
            <a:off x="6374025" y="2534850"/>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Dumbbell (Provided by Getty Images)" id="5276" name="Google Shape;5276;p187"/>
          <p:cNvPicPr preferRelativeResize="0"/>
          <p:nvPr/>
        </p:nvPicPr>
        <p:blipFill>
          <a:blip r:embed="rId3">
            <a:alphaModFix/>
          </a:blip>
          <a:stretch>
            <a:fillRect/>
          </a:stretch>
        </p:blipFill>
        <p:spPr>
          <a:xfrm rot="824210">
            <a:off x="5847004" y="3545569"/>
            <a:ext cx="937700" cy="624981"/>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0" name="Shape 5280"/>
        <p:cNvGrpSpPr/>
        <p:nvPr/>
      </p:nvGrpSpPr>
      <p:grpSpPr>
        <a:xfrm>
          <a:off x="0" y="0"/>
          <a:ext cx="0" cy="0"/>
          <a:chOff x="0" y="0"/>
          <a:chExt cx="0" cy="0"/>
        </a:xfrm>
      </p:grpSpPr>
      <p:sp>
        <p:nvSpPr>
          <p:cNvPr id="5281" name="Google Shape;5281;p1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282" name="Google Shape;5282;p188"/>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283" name="Google Shape;5283;p188"/>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284" name="Google Shape;5284;p188"/>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285" name="Google Shape;5285;p188"/>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286" name="Google Shape;5286;p188"/>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287" name="Google Shape;5287;p188"/>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288" name="Google Shape;5288;p188"/>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289" name="Google Shape;5289;p188"/>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290" name="Google Shape;5290;p188"/>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291" name="Google Shape;5291;p188"/>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292" name="Google Shape;5292;p188"/>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293" name="Google Shape;5293;p188"/>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294" name="Google Shape;5294;p188"/>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95" name="Google Shape;5295;p188"/>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96" name="Google Shape;5296;p188"/>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297" name="Google Shape;5297;p188"/>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298" name="Google Shape;5298;p188"/>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299" name="Google Shape;5299;p188"/>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300" name="Google Shape;5300;p188"/>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301" name="Google Shape;5301;p188"/>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302" name="Google Shape;5302;p188"/>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303" name="Google Shape;5303;p188"/>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304" name="Google Shape;5304;p188"/>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305" name="Google Shape;5305;p188"/>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306" name="Google Shape;5306;p188"/>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5307" name="Google Shape;5307;p188"/>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308" name="Google Shape;5308;p188"/>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309" name="Google Shape;5309;p188"/>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310" name="Google Shape;5310;p188"/>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311" name="Google Shape;5311;p188"/>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312" name="Google Shape;5312;p188"/>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313" name="Google Shape;5313;p188"/>
          <p:cNvSpPr/>
          <p:nvPr/>
        </p:nvSpPr>
        <p:spPr>
          <a:xfrm>
            <a:off x="6147532" y="256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314" name="Google Shape;5314;p188"/>
          <p:cNvSpPr/>
          <p:nvPr/>
        </p:nvSpPr>
        <p:spPr>
          <a:xfrm>
            <a:off x="6364138"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315" name="Google Shape;5315;p188"/>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316" name="Google Shape;5316;p188"/>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317" name="Google Shape;5317;p188"/>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318" name="Google Shape;5318;p188"/>
          <p:cNvCxnSpPr/>
          <p:nvPr/>
        </p:nvCxnSpPr>
        <p:spPr>
          <a:xfrm rot="10800000">
            <a:off x="5835985" y="31229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319" name="Google Shape;5319;p188"/>
          <p:cNvCxnSpPr>
            <a:stCxn id="5315" idx="3"/>
          </p:cNvCxnSpPr>
          <p:nvPr/>
        </p:nvCxnSpPr>
        <p:spPr>
          <a:xfrm flipH="1" rot="10800000">
            <a:off x="6631602" y="35213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320" name="Google Shape;5320;p188"/>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cxnSp>
        <p:nvCxnSpPr>
          <p:cNvPr id="5321" name="Google Shape;5321;p188"/>
          <p:cNvCxnSpPr/>
          <p:nvPr/>
        </p:nvCxnSpPr>
        <p:spPr>
          <a:xfrm>
            <a:off x="6108725" y="24307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322" name="Google Shape;5322;p188"/>
          <p:cNvCxnSpPr/>
          <p:nvPr/>
        </p:nvCxnSpPr>
        <p:spPr>
          <a:xfrm flipH="1">
            <a:off x="6374025" y="2534850"/>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Dumbbell (Provided by Getty Images)" id="5323" name="Google Shape;5323;p188"/>
          <p:cNvPicPr preferRelativeResize="0"/>
          <p:nvPr/>
        </p:nvPicPr>
        <p:blipFill>
          <a:blip r:embed="rId8">
            <a:alphaModFix/>
          </a:blip>
          <a:stretch>
            <a:fillRect/>
          </a:stretch>
        </p:blipFill>
        <p:spPr>
          <a:xfrm rot="-3174389">
            <a:off x="5028503" y="2721057"/>
            <a:ext cx="937702" cy="624982"/>
          </a:xfrm>
          <a:prstGeom prst="rect">
            <a:avLst/>
          </a:prstGeom>
          <a:noFill/>
          <a:ln>
            <a:noFill/>
          </a:ln>
        </p:spPr>
      </p:pic>
      <p:pic>
        <p:nvPicPr>
          <p:cNvPr descr="Dumbbell (Provided by Getty Images)" id="5324" name="Google Shape;5324;p188"/>
          <p:cNvPicPr preferRelativeResize="0"/>
          <p:nvPr/>
        </p:nvPicPr>
        <p:blipFill>
          <a:blip r:embed="rId8">
            <a:alphaModFix/>
          </a:blip>
          <a:stretch>
            <a:fillRect/>
          </a:stretch>
        </p:blipFill>
        <p:spPr>
          <a:xfrm rot="2700000">
            <a:off x="6670866" y="3041907"/>
            <a:ext cx="937702" cy="624982"/>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8" name="Shape 5328"/>
        <p:cNvGrpSpPr/>
        <p:nvPr/>
      </p:nvGrpSpPr>
      <p:grpSpPr>
        <a:xfrm>
          <a:off x="0" y="0"/>
          <a:ext cx="0" cy="0"/>
          <a:chOff x="0" y="0"/>
          <a:chExt cx="0" cy="0"/>
        </a:xfrm>
      </p:grpSpPr>
      <p:sp>
        <p:nvSpPr>
          <p:cNvPr id="5329" name="Google Shape;5329;p1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330" name="Google Shape;5330;p189"/>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331" name="Google Shape;5331;p189"/>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332" name="Google Shape;5332;p189"/>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333" name="Google Shape;5333;p189"/>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334" name="Google Shape;5334;p189"/>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335" name="Google Shape;5335;p189"/>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336" name="Google Shape;5336;p189"/>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337" name="Google Shape;5337;p189"/>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338" name="Google Shape;5338;p189"/>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339" name="Google Shape;5339;p189"/>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340" name="Google Shape;5340;p189"/>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341" name="Google Shape;5341;p189"/>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342" name="Google Shape;5342;p189"/>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343" name="Google Shape;5343;p189"/>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344" name="Google Shape;5344;p189"/>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345" name="Google Shape;5345;p189"/>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346" name="Google Shape;5346;p189"/>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347" name="Google Shape;5347;p189"/>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348" name="Google Shape;5348;p189"/>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349" name="Google Shape;5349;p189"/>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350" name="Google Shape;5350;p189"/>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351" name="Google Shape;5351;p189"/>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352" name="Google Shape;5352;p189"/>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353" name="Google Shape;5353;p189"/>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354" name="Google Shape;5354;p189"/>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5355" name="Google Shape;5355;p189"/>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356" name="Google Shape;5356;p189"/>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357" name="Google Shape;5357;p189"/>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358" name="Google Shape;5358;p189"/>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359" name="Google Shape;5359;p189"/>
          <p:cNvSpPr/>
          <p:nvPr/>
        </p:nvSpPr>
        <p:spPr>
          <a:xfrm>
            <a:off x="5966202" y="23618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360" name="Google Shape;5360;p189"/>
          <p:cNvCxnSpPr/>
          <p:nvPr/>
        </p:nvCxnSpPr>
        <p:spPr>
          <a:xfrm>
            <a:off x="6196104" y="28588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361" name="Google Shape;5361;p189"/>
          <p:cNvSpPr/>
          <p:nvPr/>
        </p:nvSpPr>
        <p:spPr>
          <a:xfrm>
            <a:off x="6147532" y="25666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362" name="Google Shape;5362;p189"/>
          <p:cNvSpPr/>
          <p:nvPr/>
        </p:nvSpPr>
        <p:spPr>
          <a:xfrm>
            <a:off x="6364138" y="25944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363" name="Google Shape;5363;p189"/>
          <p:cNvSpPr/>
          <p:nvPr/>
        </p:nvSpPr>
        <p:spPr>
          <a:xfrm>
            <a:off x="6180085" y="32039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364" name="Google Shape;5364;p189"/>
          <p:cNvCxnSpPr/>
          <p:nvPr/>
        </p:nvCxnSpPr>
        <p:spPr>
          <a:xfrm rot="5400000">
            <a:off x="5945187" y="42785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365" name="Google Shape;5365;p189"/>
          <p:cNvCxnSpPr/>
          <p:nvPr/>
        </p:nvCxnSpPr>
        <p:spPr>
          <a:xfrm flipH="1" rot="-5400000">
            <a:off x="6327394" y="42384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366" name="Google Shape;5366;p189"/>
          <p:cNvPicPr preferRelativeResize="0"/>
          <p:nvPr/>
        </p:nvPicPr>
        <p:blipFill rotWithShape="1">
          <a:blip r:embed="rId7">
            <a:alphaModFix/>
          </a:blip>
          <a:srcRect b="28376" l="12375" r="10949" t="24332"/>
          <a:stretch/>
        </p:blipFill>
        <p:spPr>
          <a:xfrm>
            <a:off x="5875100" y="2059726"/>
            <a:ext cx="1091487" cy="398710"/>
          </a:xfrm>
          <a:prstGeom prst="rect">
            <a:avLst/>
          </a:prstGeom>
          <a:noFill/>
          <a:ln>
            <a:noFill/>
          </a:ln>
        </p:spPr>
      </p:pic>
      <p:cxnSp>
        <p:nvCxnSpPr>
          <p:cNvPr id="5367" name="Google Shape;5367;p189"/>
          <p:cNvCxnSpPr/>
          <p:nvPr/>
        </p:nvCxnSpPr>
        <p:spPr>
          <a:xfrm>
            <a:off x="6108725" y="24307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368" name="Google Shape;5368;p189"/>
          <p:cNvCxnSpPr/>
          <p:nvPr/>
        </p:nvCxnSpPr>
        <p:spPr>
          <a:xfrm flipH="1">
            <a:off x="6374025" y="2534850"/>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a cartoon drawing of a man 's arm with a huge biceps (Provided by Tenor)" id="5369" name="Google Shape;5369;p189"/>
          <p:cNvPicPr preferRelativeResize="0"/>
          <p:nvPr/>
        </p:nvPicPr>
        <p:blipFill>
          <a:blip r:embed="rId8">
            <a:alphaModFix/>
          </a:blip>
          <a:stretch>
            <a:fillRect/>
          </a:stretch>
        </p:blipFill>
        <p:spPr>
          <a:xfrm>
            <a:off x="6615500" y="3043785"/>
            <a:ext cx="879300" cy="692140"/>
          </a:xfrm>
          <a:prstGeom prst="rect">
            <a:avLst/>
          </a:prstGeom>
          <a:noFill/>
          <a:ln>
            <a:noFill/>
          </a:ln>
        </p:spPr>
      </p:pic>
      <p:pic>
        <p:nvPicPr>
          <p:cNvPr descr="a cartoon drawing of a man 's arm with a huge biceps (Provided by Tenor)" id="5370" name="Google Shape;5370;p189"/>
          <p:cNvPicPr preferRelativeResize="0"/>
          <p:nvPr/>
        </p:nvPicPr>
        <p:blipFill>
          <a:blip r:embed="rId8">
            <a:alphaModFix/>
          </a:blip>
          <a:stretch>
            <a:fillRect/>
          </a:stretch>
        </p:blipFill>
        <p:spPr>
          <a:xfrm flipH="1">
            <a:off x="5331246" y="3038484"/>
            <a:ext cx="879300" cy="69214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4" name="Shape 5374"/>
        <p:cNvGrpSpPr/>
        <p:nvPr/>
      </p:nvGrpSpPr>
      <p:grpSpPr>
        <a:xfrm>
          <a:off x="0" y="0"/>
          <a:ext cx="0" cy="0"/>
          <a:chOff x="0" y="0"/>
          <a:chExt cx="0" cy="0"/>
        </a:xfrm>
      </p:grpSpPr>
      <p:sp>
        <p:nvSpPr>
          <p:cNvPr id="5375" name="Google Shape;5375;p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376" name="Google Shape;5376;p190"/>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377" name="Google Shape;5377;p190"/>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378" name="Google Shape;5378;p190"/>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379" name="Google Shape;5379;p190"/>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380" name="Google Shape;5380;p190"/>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381" name="Google Shape;5381;p190"/>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382" name="Google Shape;5382;p190"/>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383" name="Google Shape;5383;p190"/>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384" name="Google Shape;5384;p190"/>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385" name="Google Shape;5385;p190"/>
          <p:cNvCxnSpPr/>
          <p:nvPr/>
        </p:nvCxnSpPr>
        <p:spPr>
          <a:xfrm rot="10800000">
            <a:off x="1623403" y="20445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386" name="Google Shape;5386;p190"/>
          <p:cNvCxnSpPr/>
          <p:nvPr/>
        </p:nvCxnSpPr>
        <p:spPr>
          <a:xfrm rot="10800000">
            <a:off x="2137078" y="1673950"/>
            <a:ext cx="85500" cy="2719200"/>
          </a:xfrm>
          <a:prstGeom prst="straightConnector1">
            <a:avLst/>
          </a:prstGeom>
          <a:noFill/>
          <a:ln cap="flat" cmpd="sng" w="9525">
            <a:solidFill>
              <a:schemeClr val="dk2"/>
            </a:solidFill>
            <a:prstDash val="solid"/>
            <a:round/>
            <a:headEnd len="med" w="med" type="none"/>
            <a:tailEnd len="med" w="med" type="none"/>
          </a:ln>
        </p:spPr>
      </p:cxnSp>
      <p:cxnSp>
        <p:nvCxnSpPr>
          <p:cNvPr id="5387" name="Google Shape;5387;p190"/>
          <p:cNvCxnSpPr/>
          <p:nvPr/>
        </p:nvCxnSpPr>
        <p:spPr>
          <a:xfrm flipH="1" rot="10800000">
            <a:off x="1632853" y="1721275"/>
            <a:ext cx="504000" cy="351900"/>
          </a:xfrm>
          <a:prstGeom prst="straightConnector1">
            <a:avLst/>
          </a:prstGeom>
          <a:noFill/>
          <a:ln cap="flat" cmpd="sng" w="9525">
            <a:solidFill>
              <a:schemeClr val="dk2"/>
            </a:solidFill>
            <a:prstDash val="solid"/>
            <a:round/>
            <a:headEnd len="med" w="med" type="none"/>
            <a:tailEnd len="med" w="med" type="none"/>
          </a:ln>
        </p:spPr>
      </p:cxnSp>
      <p:cxnSp>
        <p:nvCxnSpPr>
          <p:cNvPr id="5388" name="Google Shape;5388;p190"/>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389" name="Google Shape;5389;p190"/>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390" name="Google Shape;5390;p190"/>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391" name="Google Shape;5391;p190"/>
          <p:cNvCxnSpPr/>
          <p:nvPr/>
        </p:nvCxnSpPr>
        <p:spPr>
          <a:xfrm flipH="1" rot="10800000">
            <a:off x="1813503" y="2995525"/>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392" name="Google Shape;5392;p190"/>
          <p:cNvCxnSpPr/>
          <p:nvPr/>
        </p:nvCxnSpPr>
        <p:spPr>
          <a:xfrm flipH="1" rot="10800000">
            <a:off x="1775690" y="2045000"/>
            <a:ext cx="294600" cy="171000"/>
          </a:xfrm>
          <a:prstGeom prst="straightConnector1">
            <a:avLst/>
          </a:prstGeom>
          <a:noFill/>
          <a:ln cap="flat" cmpd="sng" w="9525">
            <a:solidFill>
              <a:schemeClr val="dk2"/>
            </a:solidFill>
            <a:prstDash val="solid"/>
            <a:round/>
            <a:headEnd len="med" w="med" type="none"/>
            <a:tailEnd len="med" w="med" type="none"/>
          </a:ln>
        </p:spPr>
      </p:cxnSp>
      <p:cxnSp>
        <p:nvCxnSpPr>
          <p:cNvPr id="5393" name="Google Shape;5393;p190"/>
          <p:cNvCxnSpPr/>
          <p:nvPr/>
        </p:nvCxnSpPr>
        <p:spPr>
          <a:xfrm>
            <a:off x="1794478" y="2225275"/>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394" name="Google Shape;5394;p190"/>
          <p:cNvCxnSpPr/>
          <p:nvPr/>
        </p:nvCxnSpPr>
        <p:spPr>
          <a:xfrm>
            <a:off x="2060966" y="2082946"/>
            <a:ext cx="38100" cy="922200"/>
          </a:xfrm>
          <a:prstGeom prst="straightConnector1">
            <a:avLst/>
          </a:prstGeom>
          <a:noFill/>
          <a:ln cap="flat" cmpd="sng" w="9525">
            <a:solidFill>
              <a:schemeClr val="dk2"/>
            </a:solidFill>
            <a:prstDash val="solid"/>
            <a:round/>
            <a:headEnd len="med" w="med" type="none"/>
            <a:tailEnd len="med" w="med" type="none"/>
          </a:ln>
        </p:spPr>
      </p:cxnSp>
      <p:cxnSp>
        <p:nvCxnSpPr>
          <p:cNvPr id="5395" name="Google Shape;5395;p190"/>
          <p:cNvCxnSpPr/>
          <p:nvPr/>
        </p:nvCxnSpPr>
        <p:spPr>
          <a:xfrm>
            <a:off x="1803994" y="3299625"/>
            <a:ext cx="38100" cy="180600"/>
          </a:xfrm>
          <a:prstGeom prst="straightConnector1">
            <a:avLst/>
          </a:prstGeom>
          <a:noFill/>
          <a:ln cap="flat" cmpd="sng" w="9525">
            <a:solidFill>
              <a:srgbClr val="000000"/>
            </a:solidFill>
            <a:prstDash val="solid"/>
            <a:round/>
            <a:headEnd len="med" w="med" type="none"/>
            <a:tailEnd len="med" w="med" type="none"/>
          </a:ln>
        </p:spPr>
      </p:cxnSp>
      <p:cxnSp>
        <p:nvCxnSpPr>
          <p:cNvPr id="5396" name="Google Shape;5396;p190"/>
          <p:cNvCxnSpPr/>
          <p:nvPr/>
        </p:nvCxnSpPr>
        <p:spPr>
          <a:xfrm>
            <a:off x="2108256" y="3147475"/>
            <a:ext cx="38100" cy="180600"/>
          </a:xfrm>
          <a:prstGeom prst="straightConnector1">
            <a:avLst/>
          </a:prstGeom>
          <a:noFill/>
          <a:ln cap="flat" cmpd="sng" w="9525">
            <a:solidFill>
              <a:schemeClr val="dk2"/>
            </a:solidFill>
            <a:prstDash val="solid"/>
            <a:round/>
            <a:headEnd len="med" w="med" type="none"/>
            <a:tailEnd len="med" w="med" type="none"/>
          </a:ln>
        </p:spPr>
      </p:cxnSp>
      <p:cxnSp>
        <p:nvCxnSpPr>
          <p:cNvPr id="5397" name="Google Shape;5397;p190"/>
          <p:cNvCxnSpPr/>
          <p:nvPr/>
        </p:nvCxnSpPr>
        <p:spPr>
          <a:xfrm flipH="1" rot="10800000">
            <a:off x="1813503" y="3147650"/>
            <a:ext cx="332700" cy="199500"/>
          </a:xfrm>
          <a:prstGeom prst="straightConnector1">
            <a:avLst/>
          </a:prstGeom>
          <a:noFill/>
          <a:ln cap="flat" cmpd="sng" w="9525">
            <a:solidFill>
              <a:srgbClr val="000000"/>
            </a:solidFill>
            <a:prstDash val="solid"/>
            <a:round/>
            <a:headEnd len="med" w="med" type="none"/>
            <a:tailEnd len="med" w="med" type="none"/>
          </a:ln>
        </p:spPr>
      </p:cxnSp>
      <p:cxnSp>
        <p:nvCxnSpPr>
          <p:cNvPr id="5398" name="Google Shape;5398;p190"/>
          <p:cNvCxnSpPr/>
          <p:nvPr/>
        </p:nvCxnSpPr>
        <p:spPr>
          <a:xfrm flipH="1" rot="10800000">
            <a:off x="1823003" y="3299575"/>
            <a:ext cx="323400" cy="190200"/>
          </a:xfrm>
          <a:prstGeom prst="straightConnector1">
            <a:avLst/>
          </a:prstGeom>
          <a:noFill/>
          <a:ln cap="flat" cmpd="sng" w="9525">
            <a:solidFill>
              <a:srgbClr val="000000"/>
            </a:solidFill>
            <a:prstDash val="solid"/>
            <a:round/>
            <a:headEnd len="med" w="med" type="none"/>
            <a:tailEnd len="med" w="med" type="none"/>
          </a:ln>
        </p:spPr>
      </p:cxnSp>
      <p:cxnSp>
        <p:nvCxnSpPr>
          <p:cNvPr id="5399" name="Google Shape;5399;p190"/>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400" name="Google Shape;5400;p190"/>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5401" name="Google Shape;5401;p190"/>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402" name="Google Shape;5402;p190"/>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403" name="Google Shape;5403;p190"/>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404" name="Google Shape;5404;p190"/>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405" name="Google Shape;5405;p190"/>
          <p:cNvSpPr/>
          <p:nvPr/>
        </p:nvSpPr>
        <p:spPr>
          <a:xfrm>
            <a:off x="2695927" y="226866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406" name="Google Shape;5406;p190"/>
          <p:cNvCxnSpPr/>
          <p:nvPr/>
        </p:nvCxnSpPr>
        <p:spPr>
          <a:xfrm>
            <a:off x="2925829" y="276567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407" name="Google Shape;5407;p190"/>
          <p:cNvSpPr/>
          <p:nvPr/>
        </p:nvSpPr>
        <p:spPr>
          <a:xfrm>
            <a:off x="2877257" y="24735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408" name="Google Shape;5408;p190"/>
          <p:cNvSpPr/>
          <p:nvPr/>
        </p:nvSpPr>
        <p:spPr>
          <a:xfrm>
            <a:off x="3093863" y="250125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409" name="Google Shape;5409;p190"/>
          <p:cNvSpPr/>
          <p:nvPr/>
        </p:nvSpPr>
        <p:spPr>
          <a:xfrm>
            <a:off x="2909810" y="311078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410" name="Google Shape;5410;p190"/>
          <p:cNvCxnSpPr/>
          <p:nvPr/>
        </p:nvCxnSpPr>
        <p:spPr>
          <a:xfrm rot="5400000">
            <a:off x="2674912" y="418534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411" name="Google Shape;5411;p190"/>
          <p:cNvCxnSpPr/>
          <p:nvPr/>
        </p:nvCxnSpPr>
        <p:spPr>
          <a:xfrm flipH="1" rot="-5400000">
            <a:off x="3057119" y="414529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412" name="Google Shape;5412;p190"/>
          <p:cNvPicPr preferRelativeResize="0"/>
          <p:nvPr/>
        </p:nvPicPr>
        <p:blipFill rotWithShape="1">
          <a:blip r:embed="rId7">
            <a:alphaModFix/>
          </a:blip>
          <a:srcRect b="28376" l="12375" r="10949" t="24332"/>
          <a:stretch/>
        </p:blipFill>
        <p:spPr>
          <a:xfrm>
            <a:off x="2604825" y="1966551"/>
            <a:ext cx="1091487" cy="398710"/>
          </a:xfrm>
          <a:prstGeom prst="rect">
            <a:avLst/>
          </a:prstGeom>
          <a:noFill/>
          <a:ln>
            <a:noFill/>
          </a:ln>
        </p:spPr>
      </p:pic>
      <p:cxnSp>
        <p:nvCxnSpPr>
          <p:cNvPr id="5413" name="Google Shape;5413;p190"/>
          <p:cNvCxnSpPr/>
          <p:nvPr/>
        </p:nvCxnSpPr>
        <p:spPr>
          <a:xfrm>
            <a:off x="2838450" y="2337538"/>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414" name="Google Shape;5414;p190"/>
          <p:cNvCxnSpPr/>
          <p:nvPr/>
        </p:nvCxnSpPr>
        <p:spPr>
          <a:xfrm flipH="1">
            <a:off x="3103750" y="2441675"/>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a cartoon drawing of a man 's arm with a huge biceps (Provided by Tenor)" id="5415" name="Google Shape;5415;p190"/>
          <p:cNvPicPr preferRelativeResize="0"/>
          <p:nvPr/>
        </p:nvPicPr>
        <p:blipFill>
          <a:blip r:embed="rId8">
            <a:alphaModFix/>
          </a:blip>
          <a:stretch>
            <a:fillRect/>
          </a:stretch>
        </p:blipFill>
        <p:spPr>
          <a:xfrm rot="-8911980">
            <a:off x="2023575" y="1991722"/>
            <a:ext cx="879301" cy="692140"/>
          </a:xfrm>
          <a:prstGeom prst="rect">
            <a:avLst/>
          </a:prstGeom>
          <a:noFill/>
          <a:ln>
            <a:noFill/>
          </a:ln>
        </p:spPr>
      </p:pic>
      <p:pic>
        <p:nvPicPr>
          <p:cNvPr descr="a cartoon drawing of a man 's arm with a huge biceps (Provided by Tenor)" id="5416" name="Google Shape;5416;p190"/>
          <p:cNvPicPr preferRelativeResize="0"/>
          <p:nvPr/>
        </p:nvPicPr>
        <p:blipFill>
          <a:blip r:embed="rId8">
            <a:alphaModFix/>
          </a:blip>
          <a:stretch>
            <a:fillRect/>
          </a:stretch>
        </p:blipFill>
        <p:spPr>
          <a:xfrm flipH="1">
            <a:off x="2060971" y="2945309"/>
            <a:ext cx="879300" cy="692140"/>
          </a:xfrm>
          <a:prstGeom prst="rect">
            <a:avLst/>
          </a:prstGeom>
          <a:noFill/>
          <a:ln>
            <a:noFill/>
          </a:ln>
        </p:spPr>
      </p:pic>
      <p:pic>
        <p:nvPicPr>
          <p:cNvPr descr="a large explosion with a lot of smoke and flames on a white background . (Provided by Tenor)" id="5417" name="Google Shape;5417;p190"/>
          <p:cNvPicPr preferRelativeResize="0"/>
          <p:nvPr/>
        </p:nvPicPr>
        <p:blipFill>
          <a:blip r:embed="rId9">
            <a:alphaModFix/>
          </a:blip>
          <a:stretch>
            <a:fillRect/>
          </a:stretch>
        </p:blipFill>
        <p:spPr>
          <a:xfrm>
            <a:off x="1193075" y="1632500"/>
            <a:ext cx="1411750" cy="141175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1" name="Shape 5421"/>
        <p:cNvGrpSpPr/>
        <p:nvPr/>
      </p:nvGrpSpPr>
      <p:grpSpPr>
        <a:xfrm>
          <a:off x="0" y="0"/>
          <a:ext cx="0" cy="0"/>
          <a:chOff x="0" y="0"/>
          <a:chExt cx="0" cy="0"/>
        </a:xfrm>
      </p:grpSpPr>
      <p:sp>
        <p:nvSpPr>
          <p:cNvPr id="5422" name="Google Shape;5422;p1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423" name="Google Shape;5423;p191"/>
          <p:cNvCxnSpPr/>
          <p:nvPr/>
        </p:nvCxnSpPr>
        <p:spPr>
          <a:xfrm flipH="1" rot="10800000">
            <a:off x="1279875" y="4259875"/>
            <a:ext cx="1151700" cy="876000"/>
          </a:xfrm>
          <a:prstGeom prst="straightConnector1">
            <a:avLst/>
          </a:prstGeom>
          <a:noFill/>
          <a:ln cap="flat" cmpd="sng" w="9525">
            <a:solidFill>
              <a:schemeClr val="dk2"/>
            </a:solidFill>
            <a:prstDash val="solid"/>
            <a:round/>
            <a:headEnd len="med" w="med" type="none"/>
            <a:tailEnd len="med" w="med" type="none"/>
          </a:ln>
        </p:spPr>
      </p:cxnSp>
      <p:cxnSp>
        <p:nvCxnSpPr>
          <p:cNvPr id="5424" name="Google Shape;5424;p191"/>
          <p:cNvCxnSpPr/>
          <p:nvPr/>
        </p:nvCxnSpPr>
        <p:spPr>
          <a:xfrm flipH="1" rot="10800000">
            <a:off x="2431900" y="43500"/>
            <a:ext cx="900" cy="4232400"/>
          </a:xfrm>
          <a:prstGeom prst="straightConnector1">
            <a:avLst/>
          </a:prstGeom>
          <a:noFill/>
          <a:ln cap="flat" cmpd="sng" w="9525">
            <a:solidFill>
              <a:schemeClr val="dk2"/>
            </a:solidFill>
            <a:prstDash val="solid"/>
            <a:round/>
            <a:headEnd len="med" w="med" type="none"/>
            <a:tailEnd len="med" w="med" type="none"/>
          </a:ln>
        </p:spPr>
      </p:cxnSp>
      <p:cxnSp>
        <p:nvCxnSpPr>
          <p:cNvPr id="5425" name="Google Shape;5425;p191"/>
          <p:cNvCxnSpPr/>
          <p:nvPr/>
        </p:nvCxnSpPr>
        <p:spPr>
          <a:xfrm flipH="1" rot="10800000">
            <a:off x="2423775" y="4250375"/>
            <a:ext cx="5797800" cy="1200"/>
          </a:xfrm>
          <a:prstGeom prst="straightConnector1">
            <a:avLst/>
          </a:prstGeom>
          <a:noFill/>
          <a:ln cap="flat" cmpd="sng" w="9525">
            <a:solidFill>
              <a:schemeClr val="dk2"/>
            </a:solidFill>
            <a:prstDash val="solid"/>
            <a:round/>
            <a:headEnd len="med" w="med" type="none"/>
            <a:tailEnd len="med" w="med" type="none"/>
          </a:ln>
        </p:spPr>
      </p:cxnSp>
      <p:cxnSp>
        <p:nvCxnSpPr>
          <p:cNvPr id="5426" name="Google Shape;5426;p191"/>
          <p:cNvCxnSpPr/>
          <p:nvPr/>
        </p:nvCxnSpPr>
        <p:spPr>
          <a:xfrm>
            <a:off x="8221525" y="4212325"/>
            <a:ext cx="912600" cy="912600"/>
          </a:xfrm>
          <a:prstGeom prst="straightConnector1">
            <a:avLst/>
          </a:prstGeom>
          <a:noFill/>
          <a:ln cap="flat" cmpd="sng" w="9525">
            <a:solidFill>
              <a:schemeClr val="dk2"/>
            </a:solidFill>
            <a:prstDash val="solid"/>
            <a:round/>
            <a:headEnd len="med" w="med" type="none"/>
            <a:tailEnd len="med" w="med" type="none"/>
          </a:ln>
        </p:spPr>
      </p:cxnSp>
      <p:cxnSp>
        <p:nvCxnSpPr>
          <p:cNvPr id="5427" name="Google Shape;5427;p191"/>
          <p:cNvCxnSpPr/>
          <p:nvPr/>
        </p:nvCxnSpPr>
        <p:spPr>
          <a:xfrm flipH="1" rot="10800000">
            <a:off x="8250050" y="47950"/>
            <a:ext cx="9600" cy="4202400"/>
          </a:xfrm>
          <a:prstGeom prst="straightConnector1">
            <a:avLst/>
          </a:prstGeom>
          <a:noFill/>
          <a:ln cap="flat" cmpd="sng" w="9525">
            <a:solidFill>
              <a:schemeClr val="dk2"/>
            </a:solidFill>
            <a:prstDash val="solid"/>
            <a:round/>
            <a:headEnd len="med" w="med" type="none"/>
            <a:tailEnd len="med" w="med" type="none"/>
          </a:ln>
        </p:spPr>
      </p:cxnSp>
      <p:cxnSp>
        <p:nvCxnSpPr>
          <p:cNvPr id="5428" name="Google Shape;5428;p191"/>
          <p:cNvCxnSpPr/>
          <p:nvPr/>
        </p:nvCxnSpPr>
        <p:spPr>
          <a:xfrm>
            <a:off x="8492550" y="731950"/>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429" name="Google Shape;5429;p191"/>
          <p:cNvCxnSpPr/>
          <p:nvPr/>
        </p:nvCxnSpPr>
        <p:spPr>
          <a:xfrm>
            <a:off x="8468725" y="1949175"/>
            <a:ext cx="522900" cy="370800"/>
          </a:xfrm>
          <a:prstGeom prst="straightConnector1">
            <a:avLst/>
          </a:prstGeom>
          <a:noFill/>
          <a:ln cap="flat" cmpd="sng" w="9525">
            <a:solidFill>
              <a:srgbClr val="000000"/>
            </a:solidFill>
            <a:prstDash val="solid"/>
            <a:round/>
            <a:headEnd len="med" w="med" type="none"/>
            <a:tailEnd len="med" w="med" type="none"/>
          </a:ln>
        </p:spPr>
      </p:cxnSp>
      <p:cxnSp>
        <p:nvCxnSpPr>
          <p:cNvPr id="5430" name="Google Shape;5430;p191"/>
          <p:cNvCxnSpPr/>
          <p:nvPr/>
        </p:nvCxnSpPr>
        <p:spPr>
          <a:xfrm flipH="1" rot="10800000">
            <a:off x="9005950" y="1140850"/>
            <a:ext cx="18900" cy="1159800"/>
          </a:xfrm>
          <a:prstGeom prst="straightConnector1">
            <a:avLst/>
          </a:prstGeom>
          <a:noFill/>
          <a:ln cap="flat" cmpd="sng" w="9525">
            <a:solidFill>
              <a:srgbClr val="000000"/>
            </a:solidFill>
            <a:prstDash val="solid"/>
            <a:round/>
            <a:headEnd len="med" w="med" type="none"/>
            <a:tailEnd len="med" w="med" type="none"/>
          </a:ln>
        </p:spPr>
      </p:cxnSp>
      <p:cxnSp>
        <p:nvCxnSpPr>
          <p:cNvPr id="5431" name="Google Shape;5431;p191"/>
          <p:cNvCxnSpPr/>
          <p:nvPr/>
        </p:nvCxnSpPr>
        <p:spPr>
          <a:xfrm flipH="1" rot="10800000">
            <a:off x="8437963" y="722775"/>
            <a:ext cx="76200" cy="1226400"/>
          </a:xfrm>
          <a:prstGeom prst="straightConnector1">
            <a:avLst/>
          </a:prstGeom>
          <a:noFill/>
          <a:ln cap="flat" cmpd="sng" w="9525">
            <a:solidFill>
              <a:srgbClr val="000000"/>
            </a:solidFill>
            <a:prstDash val="solid"/>
            <a:round/>
            <a:headEnd len="med" w="med" type="none"/>
            <a:tailEnd len="med" w="med" type="none"/>
          </a:ln>
        </p:spPr>
      </p:cxnSp>
      <p:cxnSp>
        <p:nvCxnSpPr>
          <p:cNvPr id="5432" name="Google Shape;5432;p191"/>
          <p:cNvCxnSpPr/>
          <p:nvPr/>
        </p:nvCxnSpPr>
        <p:spPr>
          <a:xfrm rot="10800000">
            <a:off x="1623403" y="20445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5433" name="Google Shape;5433;p191"/>
          <p:cNvCxnSpPr/>
          <p:nvPr/>
        </p:nvCxnSpPr>
        <p:spPr>
          <a:xfrm rot="10800000">
            <a:off x="2137078" y="1673950"/>
            <a:ext cx="85500" cy="2719200"/>
          </a:xfrm>
          <a:prstGeom prst="straightConnector1">
            <a:avLst/>
          </a:prstGeom>
          <a:noFill/>
          <a:ln cap="flat" cmpd="sng" w="76200">
            <a:solidFill>
              <a:srgbClr val="00FF00"/>
            </a:solidFill>
            <a:prstDash val="solid"/>
            <a:round/>
            <a:headEnd len="med" w="med" type="none"/>
            <a:tailEnd len="med" w="med" type="none"/>
          </a:ln>
        </p:spPr>
      </p:cxnSp>
      <p:cxnSp>
        <p:nvCxnSpPr>
          <p:cNvPr id="5434" name="Google Shape;5434;p191"/>
          <p:cNvCxnSpPr/>
          <p:nvPr/>
        </p:nvCxnSpPr>
        <p:spPr>
          <a:xfrm flipH="1" rot="10800000">
            <a:off x="1632853" y="1721275"/>
            <a:ext cx="504000" cy="351900"/>
          </a:xfrm>
          <a:prstGeom prst="straightConnector1">
            <a:avLst/>
          </a:prstGeom>
          <a:noFill/>
          <a:ln cap="flat" cmpd="sng" w="76200">
            <a:solidFill>
              <a:srgbClr val="00FF00"/>
            </a:solidFill>
            <a:prstDash val="solid"/>
            <a:round/>
            <a:headEnd len="med" w="med" type="none"/>
            <a:tailEnd len="med" w="med" type="none"/>
          </a:ln>
        </p:spPr>
      </p:cxnSp>
      <p:cxnSp>
        <p:nvCxnSpPr>
          <p:cNvPr id="5435" name="Google Shape;5435;p191"/>
          <p:cNvCxnSpPr/>
          <p:nvPr/>
        </p:nvCxnSpPr>
        <p:spPr>
          <a:xfrm flipH="1" rot="10800000">
            <a:off x="8540075" y="8745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436" name="Google Shape;5436;p191"/>
          <p:cNvCxnSpPr/>
          <p:nvPr/>
        </p:nvCxnSpPr>
        <p:spPr>
          <a:xfrm flipH="1" rot="10800000">
            <a:off x="8692475" y="10269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437" name="Google Shape;5437;p191"/>
          <p:cNvCxnSpPr/>
          <p:nvPr/>
        </p:nvCxnSpPr>
        <p:spPr>
          <a:xfrm flipH="1" rot="10800000">
            <a:off x="8844875" y="1179350"/>
            <a:ext cx="104700" cy="1140900"/>
          </a:xfrm>
          <a:prstGeom prst="straightConnector1">
            <a:avLst/>
          </a:prstGeom>
          <a:noFill/>
          <a:ln cap="flat" cmpd="sng" w="9525">
            <a:solidFill>
              <a:srgbClr val="000000"/>
            </a:solidFill>
            <a:prstDash val="solid"/>
            <a:round/>
            <a:headEnd len="med" w="med" type="none"/>
            <a:tailEnd len="med" w="med" type="none"/>
          </a:ln>
        </p:spPr>
      </p:cxnSp>
      <p:cxnSp>
        <p:nvCxnSpPr>
          <p:cNvPr id="5438" name="Google Shape;5438;p191"/>
          <p:cNvCxnSpPr/>
          <p:nvPr/>
        </p:nvCxnSpPr>
        <p:spPr>
          <a:xfrm>
            <a:off x="4532775" y="0"/>
            <a:ext cx="18900" cy="1825500"/>
          </a:xfrm>
          <a:prstGeom prst="straightConnector1">
            <a:avLst/>
          </a:prstGeom>
          <a:noFill/>
          <a:ln cap="flat" cmpd="sng" w="9525">
            <a:solidFill>
              <a:schemeClr val="dk2"/>
            </a:solidFill>
            <a:prstDash val="solid"/>
            <a:round/>
            <a:headEnd len="med" w="med" type="none"/>
            <a:tailEnd len="med" w="med" type="none"/>
          </a:ln>
        </p:spPr>
      </p:cxnSp>
      <p:pic>
        <p:nvPicPr>
          <p:cNvPr descr="a black and white silhouette of a light bulb with three stripes on it (Provided by Tenor)" id="5439" name="Google Shape;5439;p191"/>
          <p:cNvPicPr preferRelativeResize="0"/>
          <p:nvPr/>
        </p:nvPicPr>
        <p:blipFill>
          <a:blip r:embed="rId3">
            <a:alphaModFix/>
          </a:blip>
          <a:stretch>
            <a:fillRect/>
          </a:stretch>
        </p:blipFill>
        <p:spPr>
          <a:xfrm rot="10800000">
            <a:off x="4240376" y="1773687"/>
            <a:ext cx="622675" cy="750925"/>
          </a:xfrm>
          <a:prstGeom prst="rect">
            <a:avLst/>
          </a:prstGeom>
          <a:noFill/>
          <a:ln>
            <a:noFill/>
          </a:ln>
        </p:spPr>
      </p:pic>
      <p:cxnSp>
        <p:nvCxnSpPr>
          <p:cNvPr id="5440" name="Google Shape;5440;p191"/>
          <p:cNvCxnSpPr/>
          <p:nvPr/>
        </p:nvCxnSpPr>
        <p:spPr>
          <a:xfrm flipH="1" rot="10800000">
            <a:off x="1247025" y="47950"/>
            <a:ext cx="24300" cy="5131800"/>
          </a:xfrm>
          <a:prstGeom prst="straightConnector1">
            <a:avLst/>
          </a:prstGeom>
          <a:noFill/>
          <a:ln cap="flat" cmpd="sng" w="9525">
            <a:solidFill>
              <a:schemeClr val="dk2"/>
            </a:solidFill>
            <a:prstDash val="solid"/>
            <a:round/>
            <a:headEnd len="med" w="med" type="none"/>
            <a:tailEnd len="med" w="med" type="none"/>
          </a:ln>
        </p:spPr>
      </p:cxnSp>
      <p:pic>
        <p:nvPicPr>
          <p:cNvPr descr="Offroad mountain bike event poster. Vector illustration (Provided by Getty Images)" id="5441" name="Google Shape;5441;p191"/>
          <p:cNvPicPr preferRelativeResize="0"/>
          <p:nvPr/>
        </p:nvPicPr>
        <p:blipFill>
          <a:blip r:embed="rId4">
            <a:alphaModFix/>
          </a:blip>
          <a:stretch>
            <a:fillRect/>
          </a:stretch>
        </p:blipFill>
        <p:spPr>
          <a:xfrm>
            <a:off x="6966574" y="655414"/>
            <a:ext cx="1139638" cy="1579172"/>
          </a:xfrm>
          <a:prstGeom prst="rect">
            <a:avLst/>
          </a:prstGeom>
          <a:noFill/>
          <a:ln>
            <a:noFill/>
          </a:ln>
        </p:spPr>
      </p:pic>
      <p:pic>
        <p:nvPicPr>
          <p:cNvPr descr="High angle view studio shot of rat (Provided by Getty Images)" id="5442" name="Google Shape;5442;p191"/>
          <p:cNvPicPr preferRelativeResize="0"/>
          <p:nvPr/>
        </p:nvPicPr>
        <p:blipFill rotWithShape="1">
          <a:blip r:embed="rId5">
            <a:alphaModFix/>
          </a:blip>
          <a:srcRect b="18265" l="56267" r="9373" t="3981"/>
          <a:stretch/>
        </p:blipFill>
        <p:spPr>
          <a:xfrm rot="2859267">
            <a:off x="7529350" y="4385229"/>
            <a:ext cx="522900" cy="792120"/>
          </a:xfrm>
          <a:prstGeom prst="rect">
            <a:avLst/>
          </a:prstGeom>
          <a:noFill/>
          <a:ln>
            <a:noFill/>
          </a:ln>
        </p:spPr>
      </p:pic>
      <p:pic>
        <p:nvPicPr>
          <p:cNvPr descr="LiquidLibrary (Provided by Getty Images)" id="5443" name="Google Shape;5443;p191"/>
          <p:cNvPicPr preferRelativeResize="0"/>
          <p:nvPr/>
        </p:nvPicPr>
        <p:blipFill>
          <a:blip r:embed="rId6">
            <a:alphaModFix/>
          </a:blip>
          <a:stretch>
            <a:fillRect/>
          </a:stretch>
        </p:blipFill>
        <p:spPr>
          <a:xfrm>
            <a:off x="2440126" y="4496556"/>
            <a:ext cx="912600" cy="569462"/>
          </a:xfrm>
          <a:prstGeom prst="rect">
            <a:avLst/>
          </a:prstGeom>
          <a:noFill/>
          <a:ln>
            <a:noFill/>
          </a:ln>
        </p:spPr>
      </p:pic>
      <p:sp>
        <p:nvSpPr>
          <p:cNvPr id="5444" name="Google Shape;5444;p191"/>
          <p:cNvSpPr/>
          <p:nvPr/>
        </p:nvSpPr>
        <p:spPr>
          <a:xfrm>
            <a:off x="3162827" y="2425413"/>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445" name="Google Shape;5445;p191"/>
          <p:cNvCxnSpPr/>
          <p:nvPr/>
        </p:nvCxnSpPr>
        <p:spPr>
          <a:xfrm>
            <a:off x="3392729" y="2922424"/>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446" name="Google Shape;5446;p191"/>
          <p:cNvSpPr/>
          <p:nvPr/>
        </p:nvSpPr>
        <p:spPr>
          <a:xfrm>
            <a:off x="3344157" y="263025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447" name="Google Shape;5447;p191"/>
          <p:cNvSpPr/>
          <p:nvPr/>
        </p:nvSpPr>
        <p:spPr>
          <a:xfrm>
            <a:off x="3560763" y="2658007"/>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448" name="Google Shape;5448;p191"/>
          <p:cNvSpPr/>
          <p:nvPr/>
        </p:nvSpPr>
        <p:spPr>
          <a:xfrm>
            <a:off x="3376710" y="3267535"/>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449" name="Google Shape;5449;p191"/>
          <p:cNvCxnSpPr/>
          <p:nvPr/>
        </p:nvCxnSpPr>
        <p:spPr>
          <a:xfrm rot="5400000">
            <a:off x="3141812" y="4342090"/>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450" name="Google Shape;5450;p191"/>
          <p:cNvCxnSpPr/>
          <p:nvPr/>
        </p:nvCxnSpPr>
        <p:spPr>
          <a:xfrm flipH="1" rot="-5400000">
            <a:off x="3524019" y="4302040"/>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451" name="Google Shape;5451;p191"/>
          <p:cNvPicPr preferRelativeResize="0"/>
          <p:nvPr/>
        </p:nvPicPr>
        <p:blipFill rotWithShape="1">
          <a:blip r:embed="rId7">
            <a:alphaModFix/>
          </a:blip>
          <a:srcRect b="28376" l="12375" r="10949" t="24332"/>
          <a:stretch/>
        </p:blipFill>
        <p:spPr>
          <a:xfrm>
            <a:off x="3071725" y="2123301"/>
            <a:ext cx="1091487" cy="398710"/>
          </a:xfrm>
          <a:prstGeom prst="rect">
            <a:avLst/>
          </a:prstGeom>
          <a:noFill/>
          <a:ln>
            <a:noFill/>
          </a:ln>
        </p:spPr>
      </p:pic>
      <p:cxnSp>
        <p:nvCxnSpPr>
          <p:cNvPr id="5452" name="Google Shape;5452;p191"/>
          <p:cNvCxnSpPr/>
          <p:nvPr/>
        </p:nvCxnSpPr>
        <p:spPr>
          <a:xfrm>
            <a:off x="3305350" y="2494288"/>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453" name="Google Shape;5453;p191"/>
          <p:cNvCxnSpPr/>
          <p:nvPr/>
        </p:nvCxnSpPr>
        <p:spPr>
          <a:xfrm flipH="1">
            <a:off x="3570650" y="2598425"/>
            <a:ext cx="181500" cy="44400"/>
          </a:xfrm>
          <a:prstGeom prst="straightConnector1">
            <a:avLst/>
          </a:prstGeom>
          <a:noFill/>
          <a:ln cap="flat" cmpd="sng" w="9525">
            <a:solidFill>
              <a:schemeClr val="dk2"/>
            </a:solidFill>
            <a:prstDash val="solid"/>
            <a:round/>
            <a:headEnd len="med" w="med" type="none"/>
            <a:tailEnd len="med" w="med" type="none"/>
          </a:ln>
        </p:spPr>
      </p:cxnSp>
      <p:pic>
        <p:nvPicPr>
          <p:cNvPr descr="a cartoon drawing of a man 's arm with a huge biceps (Provided by Tenor)" id="5454" name="Google Shape;5454;p191"/>
          <p:cNvPicPr preferRelativeResize="0"/>
          <p:nvPr/>
        </p:nvPicPr>
        <p:blipFill>
          <a:blip r:embed="rId8">
            <a:alphaModFix/>
          </a:blip>
          <a:stretch>
            <a:fillRect/>
          </a:stretch>
        </p:blipFill>
        <p:spPr>
          <a:xfrm>
            <a:off x="3812125" y="3107360"/>
            <a:ext cx="879300" cy="692140"/>
          </a:xfrm>
          <a:prstGeom prst="rect">
            <a:avLst/>
          </a:prstGeom>
          <a:noFill/>
          <a:ln>
            <a:noFill/>
          </a:ln>
        </p:spPr>
      </p:pic>
      <p:pic>
        <p:nvPicPr>
          <p:cNvPr descr="a cartoon drawing of a man 's arm with a huge biceps (Provided by Tenor)" id="5455" name="Google Shape;5455;p191"/>
          <p:cNvPicPr preferRelativeResize="0"/>
          <p:nvPr/>
        </p:nvPicPr>
        <p:blipFill>
          <a:blip r:embed="rId8">
            <a:alphaModFix/>
          </a:blip>
          <a:stretch>
            <a:fillRect/>
          </a:stretch>
        </p:blipFill>
        <p:spPr>
          <a:xfrm flipH="1">
            <a:off x="2527871" y="3102059"/>
            <a:ext cx="879300" cy="692140"/>
          </a:xfrm>
          <a:prstGeom prst="rect">
            <a:avLst/>
          </a:prstGeom>
          <a:noFill/>
          <a:ln>
            <a:noFill/>
          </a:ln>
        </p:spPr>
      </p:pic>
      <p:sp>
        <p:nvSpPr>
          <p:cNvPr id="5456" name="Google Shape;5456;p191">
            <a:hlinkClick action="ppaction://hlinksldjump" r:id="rId9"/>
          </p:cNvPr>
          <p:cNvSpPr/>
          <p:nvPr/>
        </p:nvSpPr>
        <p:spPr>
          <a:xfrm>
            <a:off x="1397275" y="1584875"/>
            <a:ext cx="923400" cy="322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460" name="Shape 5460"/>
        <p:cNvGrpSpPr/>
        <p:nvPr/>
      </p:nvGrpSpPr>
      <p:grpSpPr>
        <a:xfrm>
          <a:off x="0" y="0"/>
          <a:ext cx="0" cy="0"/>
          <a:chOff x="0" y="0"/>
          <a:chExt cx="0" cy="0"/>
        </a:xfrm>
      </p:grpSpPr>
      <p:sp>
        <p:nvSpPr>
          <p:cNvPr id="5461" name="Google Shape;5461;p1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62" name="Google Shape;5462;p192">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463" name="Google Shape;5463;p192"/>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464" name="Google Shape;5464;p192"/>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465" name="Google Shape;5465;p192"/>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466" name="Google Shape;5466;p192"/>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470" name="Shape 5470"/>
        <p:cNvGrpSpPr/>
        <p:nvPr/>
      </p:nvGrpSpPr>
      <p:grpSpPr>
        <a:xfrm>
          <a:off x="0" y="0"/>
          <a:ext cx="0" cy="0"/>
          <a:chOff x="0" y="0"/>
          <a:chExt cx="0" cy="0"/>
        </a:xfrm>
      </p:grpSpPr>
      <p:sp>
        <p:nvSpPr>
          <p:cNvPr id="5471" name="Google Shape;5471;p1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72" name="Google Shape;5472;p193">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473" name="Google Shape;5473;p193"/>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474" name="Google Shape;5474;p193"/>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475" name="Google Shape;5475;p193"/>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476" name="Google Shape;5476;p193"/>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0" name="Shape 5480"/>
        <p:cNvGrpSpPr/>
        <p:nvPr/>
      </p:nvGrpSpPr>
      <p:grpSpPr>
        <a:xfrm>
          <a:off x="0" y="0"/>
          <a:ext cx="0" cy="0"/>
          <a:chOff x="0" y="0"/>
          <a:chExt cx="0" cy="0"/>
        </a:xfrm>
      </p:grpSpPr>
      <p:cxnSp>
        <p:nvCxnSpPr>
          <p:cNvPr id="5481" name="Google Shape;5481;p194"/>
          <p:cNvCxnSpPr/>
          <p:nvPr/>
        </p:nvCxnSpPr>
        <p:spPr>
          <a:xfrm rot="10800000">
            <a:off x="8451750" y="3323975"/>
            <a:ext cx="490200" cy="528900"/>
          </a:xfrm>
          <a:prstGeom prst="straightConnector1">
            <a:avLst/>
          </a:prstGeom>
          <a:noFill/>
          <a:ln cap="flat" cmpd="sng" w="8575">
            <a:solidFill>
              <a:schemeClr val="dk2"/>
            </a:solidFill>
            <a:prstDash val="solid"/>
            <a:round/>
            <a:headEnd len="med" w="med" type="none"/>
            <a:tailEnd len="med" w="med" type="none"/>
          </a:ln>
        </p:spPr>
      </p:cxnSp>
      <p:pic>
        <p:nvPicPr>
          <p:cNvPr id="5482" name="Google Shape;5482;p194" title="images (10).jpeg"/>
          <p:cNvPicPr preferRelativeResize="0"/>
          <p:nvPr/>
        </p:nvPicPr>
        <p:blipFill>
          <a:blip r:embed="rId3">
            <a:alphaModFix/>
          </a:blip>
          <a:stretch>
            <a:fillRect/>
          </a:stretch>
        </p:blipFill>
        <p:spPr>
          <a:xfrm>
            <a:off x="9057481" y="2601991"/>
            <a:ext cx="266912" cy="248511"/>
          </a:xfrm>
          <a:prstGeom prst="rect">
            <a:avLst/>
          </a:prstGeom>
          <a:noFill/>
          <a:ln>
            <a:noFill/>
          </a:ln>
        </p:spPr>
      </p:pic>
      <p:cxnSp>
        <p:nvCxnSpPr>
          <p:cNvPr id="5483" name="Google Shape;5483;p194"/>
          <p:cNvCxnSpPr/>
          <p:nvPr/>
        </p:nvCxnSpPr>
        <p:spPr>
          <a:xfrm rot="10800000">
            <a:off x="-71225" y="2718575"/>
            <a:ext cx="3627300" cy="33600"/>
          </a:xfrm>
          <a:prstGeom prst="straightConnector1">
            <a:avLst/>
          </a:prstGeom>
          <a:noFill/>
          <a:ln cap="flat" cmpd="sng" w="9525">
            <a:solidFill>
              <a:schemeClr val="dk2"/>
            </a:solidFill>
            <a:prstDash val="solid"/>
            <a:round/>
            <a:headEnd len="med" w="med" type="none"/>
            <a:tailEnd len="med" w="med" type="none"/>
          </a:ln>
        </p:spPr>
      </p:cxnSp>
      <p:cxnSp>
        <p:nvCxnSpPr>
          <p:cNvPr id="5484" name="Google Shape;5484;p194"/>
          <p:cNvCxnSpPr/>
          <p:nvPr/>
        </p:nvCxnSpPr>
        <p:spPr>
          <a:xfrm rot="10800000">
            <a:off x="3503325" y="32375"/>
            <a:ext cx="21000" cy="2645700"/>
          </a:xfrm>
          <a:prstGeom prst="straightConnector1">
            <a:avLst/>
          </a:prstGeom>
          <a:noFill/>
          <a:ln cap="flat" cmpd="sng" w="9525">
            <a:solidFill>
              <a:schemeClr val="dk2"/>
            </a:solidFill>
            <a:prstDash val="solid"/>
            <a:round/>
            <a:headEnd len="med" w="med" type="none"/>
            <a:tailEnd len="med" w="med" type="none"/>
          </a:ln>
        </p:spPr>
      </p:cxnSp>
      <p:cxnSp>
        <p:nvCxnSpPr>
          <p:cNvPr id="5485" name="Google Shape;5485;p194"/>
          <p:cNvCxnSpPr/>
          <p:nvPr/>
        </p:nvCxnSpPr>
        <p:spPr>
          <a:xfrm rot="10800000">
            <a:off x="5958383" y="-20575"/>
            <a:ext cx="3185700" cy="4317900"/>
          </a:xfrm>
          <a:prstGeom prst="straightConnector1">
            <a:avLst/>
          </a:prstGeom>
          <a:noFill/>
          <a:ln cap="flat" cmpd="sng" w="9525">
            <a:solidFill>
              <a:schemeClr val="dk2"/>
            </a:solidFill>
            <a:prstDash val="solid"/>
            <a:round/>
            <a:headEnd len="med" w="med" type="none"/>
            <a:tailEnd len="med" w="med" type="none"/>
          </a:ln>
        </p:spPr>
      </p:cxnSp>
      <p:cxnSp>
        <p:nvCxnSpPr>
          <p:cNvPr id="5486" name="Google Shape;5486;p194"/>
          <p:cNvCxnSpPr/>
          <p:nvPr/>
        </p:nvCxnSpPr>
        <p:spPr>
          <a:xfrm flipH="1" rot="10800000">
            <a:off x="8421600" y="1154075"/>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487" name="Google Shape;5487;p194"/>
          <p:cNvCxnSpPr/>
          <p:nvPr/>
        </p:nvCxnSpPr>
        <p:spPr>
          <a:xfrm flipH="1" rot="10800000">
            <a:off x="8941950" y="1649400"/>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488" name="Google Shape;5488;p194"/>
          <p:cNvCxnSpPr/>
          <p:nvPr/>
        </p:nvCxnSpPr>
        <p:spPr>
          <a:xfrm>
            <a:off x="3513750" y="2656925"/>
            <a:ext cx="264600" cy="211800"/>
          </a:xfrm>
          <a:prstGeom prst="straightConnector1">
            <a:avLst/>
          </a:prstGeom>
          <a:noFill/>
          <a:ln cap="flat" cmpd="sng" w="9525">
            <a:solidFill>
              <a:schemeClr val="dk2"/>
            </a:solidFill>
            <a:prstDash val="solid"/>
            <a:round/>
            <a:headEnd len="med" w="med" type="none"/>
            <a:tailEnd len="med" w="med" type="none"/>
          </a:ln>
        </p:spPr>
      </p:cxnSp>
      <p:cxnSp>
        <p:nvCxnSpPr>
          <p:cNvPr id="5489" name="Google Shape;5489;p194"/>
          <p:cNvCxnSpPr/>
          <p:nvPr/>
        </p:nvCxnSpPr>
        <p:spPr>
          <a:xfrm rot="10800000">
            <a:off x="3312825" y="138200"/>
            <a:ext cx="211500" cy="2529300"/>
          </a:xfrm>
          <a:prstGeom prst="straightConnector1">
            <a:avLst/>
          </a:prstGeom>
          <a:noFill/>
          <a:ln cap="flat" cmpd="sng" w="9525">
            <a:solidFill>
              <a:schemeClr val="dk2"/>
            </a:solidFill>
            <a:prstDash val="solid"/>
            <a:round/>
            <a:headEnd len="med" w="med" type="none"/>
            <a:tailEnd len="med" w="med" type="none"/>
          </a:ln>
        </p:spPr>
      </p:cxnSp>
      <p:sp>
        <p:nvSpPr>
          <p:cNvPr id="5490" name="Google Shape;5490;p194"/>
          <p:cNvSpPr/>
          <p:nvPr/>
        </p:nvSpPr>
        <p:spPr>
          <a:xfrm>
            <a:off x="8826575" y="1649400"/>
            <a:ext cx="680100" cy="669000"/>
          </a:xfrm>
          <a:prstGeom prst="parallelogram">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491" name="Google Shape;5491;p194"/>
          <p:cNvCxnSpPr/>
          <p:nvPr/>
        </p:nvCxnSpPr>
        <p:spPr>
          <a:xfrm rot="10800000">
            <a:off x="7529025" y="1958775"/>
            <a:ext cx="490200" cy="528900"/>
          </a:xfrm>
          <a:prstGeom prst="straightConnector1">
            <a:avLst/>
          </a:prstGeom>
          <a:noFill/>
          <a:ln cap="flat" cmpd="sng" w="8575">
            <a:solidFill>
              <a:schemeClr val="dk2"/>
            </a:solidFill>
            <a:prstDash val="solid"/>
            <a:round/>
            <a:headEnd len="med" w="med" type="none"/>
            <a:tailEnd len="med" w="med" type="none"/>
          </a:ln>
        </p:spPr>
      </p:cxnSp>
      <p:pic>
        <p:nvPicPr>
          <p:cNvPr id="5492" name="Google Shape;5492;p194" title="images (10).jpeg"/>
          <p:cNvPicPr preferRelativeResize="0"/>
          <p:nvPr/>
        </p:nvPicPr>
        <p:blipFill>
          <a:blip r:embed="rId3">
            <a:alphaModFix/>
          </a:blip>
          <a:stretch>
            <a:fillRect/>
          </a:stretch>
        </p:blipFill>
        <p:spPr>
          <a:xfrm>
            <a:off x="8134756" y="1236791"/>
            <a:ext cx="266912" cy="248511"/>
          </a:xfrm>
          <a:prstGeom prst="rect">
            <a:avLst/>
          </a:prstGeom>
          <a:noFill/>
          <a:ln>
            <a:noFill/>
          </a:ln>
        </p:spPr>
      </p:pic>
      <p:cxnSp>
        <p:nvCxnSpPr>
          <p:cNvPr id="5493" name="Google Shape;5493;p194"/>
          <p:cNvCxnSpPr/>
          <p:nvPr/>
        </p:nvCxnSpPr>
        <p:spPr>
          <a:xfrm flipH="1" rot="10800000">
            <a:off x="7498875" y="-211125"/>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494" name="Google Shape;5494;p194"/>
          <p:cNvCxnSpPr/>
          <p:nvPr/>
        </p:nvCxnSpPr>
        <p:spPr>
          <a:xfrm flipH="1" rot="10800000">
            <a:off x="8019225" y="284200"/>
            <a:ext cx="680100" cy="2153700"/>
          </a:xfrm>
          <a:prstGeom prst="straightConnector1">
            <a:avLst/>
          </a:prstGeom>
          <a:noFill/>
          <a:ln cap="flat" cmpd="sng" w="9525">
            <a:solidFill>
              <a:schemeClr val="dk2"/>
            </a:solidFill>
            <a:prstDash val="solid"/>
            <a:round/>
            <a:headEnd len="med" w="med" type="none"/>
            <a:tailEnd len="med" w="med" type="none"/>
          </a:ln>
        </p:spPr>
      </p:cxnSp>
      <p:sp>
        <p:nvSpPr>
          <p:cNvPr id="5495" name="Google Shape;5495;p194"/>
          <p:cNvSpPr/>
          <p:nvPr/>
        </p:nvSpPr>
        <p:spPr>
          <a:xfrm>
            <a:off x="7903850" y="284200"/>
            <a:ext cx="680100" cy="669000"/>
          </a:xfrm>
          <a:prstGeom prst="parallelogram">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496" name="Google Shape;5496;p194"/>
          <p:cNvCxnSpPr/>
          <p:nvPr/>
        </p:nvCxnSpPr>
        <p:spPr>
          <a:xfrm>
            <a:off x="8189600" y="-200525"/>
            <a:ext cx="529200" cy="455100"/>
          </a:xfrm>
          <a:prstGeom prst="straightConnector1">
            <a:avLst/>
          </a:prstGeom>
          <a:noFill/>
          <a:ln cap="flat" cmpd="sng" w="9525">
            <a:solidFill>
              <a:schemeClr val="dk2"/>
            </a:solidFill>
            <a:prstDash val="solid"/>
            <a:round/>
            <a:headEnd len="med" w="med" type="none"/>
            <a:tailEnd len="med" w="med" type="none"/>
          </a:ln>
        </p:spPr>
      </p:cxnSp>
      <p:cxnSp>
        <p:nvCxnSpPr>
          <p:cNvPr id="5497" name="Google Shape;5497;p194"/>
          <p:cNvCxnSpPr/>
          <p:nvPr/>
        </p:nvCxnSpPr>
        <p:spPr>
          <a:xfrm rot="10800000">
            <a:off x="6671742" y="803008"/>
            <a:ext cx="490200" cy="528900"/>
          </a:xfrm>
          <a:prstGeom prst="straightConnector1">
            <a:avLst/>
          </a:prstGeom>
          <a:noFill/>
          <a:ln cap="flat" cmpd="sng" w="8575">
            <a:solidFill>
              <a:schemeClr val="dk2"/>
            </a:solidFill>
            <a:prstDash val="solid"/>
            <a:round/>
            <a:headEnd len="med" w="med" type="none"/>
            <a:tailEnd len="med" w="med" type="none"/>
          </a:ln>
        </p:spPr>
      </p:cxnSp>
      <p:pic>
        <p:nvPicPr>
          <p:cNvPr id="5498" name="Google Shape;5498;p194" title="images (10).jpeg"/>
          <p:cNvPicPr preferRelativeResize="0"/>
          <p:nvPr/>
        </p:nvPicPr>
        <p:blipFill>
          <a:blip r:embed="rId3">
            <a:alphaModFix/>
          </a:blip>
          <a:stretch>
            <a:fillRect/>
          </a:stretch>
        </p:blipFill>
        <p:spPr>
          <a:xfrm>
            <a:off x="7277473" y="81024"/>
            <a:ext cx="266912" cy="248511"/>
          </a:xfrm>
          <a:prstGeom prst="rect">
            <a:avLst/>
          </a:prstGeom>
          <a:noFill/>
          <a:ln>
            <a:noFill/>
          </a:ln>
        </p:spPr>
      </p:pic>
      <p:cxnSp>
        <p:nvCxnSpPr>
          <p:cNvPr id="5499" name="Google Shape;5499;p194"/>
          <p:cNvCxnSpPr/>
          <p:nvPr/>
        </p:nvCxnSpPr>
        <p:spPr>
          <a:xfrm flipH="1" rot="10800000">
            <a:off x="6641592" y="-1366892"/>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500" name="Google Shape;5500;p194"/>
          <p:cNvCxnSpPr/>
          <p:nvPr/>
        </p:nvCxnSpPr>
        <p:spPr>
          <a:xfrm flipH="1" rot="10800000">
            <a:off x="7161942" y="-871567"/>
            <a:ext cx="680100" cy="2153700"/>
          </a:xfrm>
          <a:prstGeom prst="straightConnector1">
            <a:avLst/>
          </a:prstGeom>
          <a:noFill/>
          <a:ln cap="flat" cmpd="sng" w="9525">
            <a:solidFill>
              <a:schemeClr val="dk2"/>
            </a:solidFill>
            <a:prstDash val="solid"/>
            <a:round/>
            <a:headEnd len="med" w="med" type="none"/>
            <a:tailEnd len="med" w="med" type="none"/>
          </a:ln>
        </p:spPr>
      </p:cxnSp>
      <p:sp>
        <p:nvSpPr>
          <p:cNvPr id="5501" name="Google Shape;5501;p194"/>
          <p:cNvSpPr/>
          <p:nvPr/>
        </p:nvSpPr>
        <p:spPr>
          <a:xfrm>
            <a:off x="7046567" y="-871567"/>
            <a:ext cx="680100" cy="669000"/>
          </a:xfrm>
          <a:prstGeom prst="parallelogram">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502" name="Google Shape;5502;p194"/>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503" name="Google Shape;5503;p194"/>
          <p:cNvSpPr/>
          <p:nvPr/>
        </p:nvSpPr>
        <p:spPr>
          <a:xfrm>
            <a:off x="275250" y="3418925"/>
            <a:ext cx="3566700" cy="1439400"/>
          </a:xfrm>
          <a:prstGeom prst="leftArrow">
            <a:avLst>
              <a:gd fmla="val 50000" name="adj1"/>
              <a:gd fmla="val 50000" name="adj2"/>
            </a:avLst>
          </a:prstGeom>
          <a:no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4" name="Google Shape;5504;p194"/>
          <p:cNvSpPr txBox="1"/>
          <p:nvPr/>
        </p:nvSpPr>
        <p:spPr>
          <a:xfrm>
            <a:off x="1560450" y="3800075"/>
            <a:ext cx="2217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dk2"/>
                </a:solidFill>
              </a:rPr>
              <a:t>LEFT</a:t>
            </a:r>
            <a:endParaRPr sz="3200">
              <a:solidFill>
                <a:schemeClr val="dk2"/>
              </a:solidFill>
            </a:endParaRPr>
          </a:p>
        </p:txBody>
      </p:sp>
      <p:sp>
        <p:nvSpPr>
          <p:cNvPr id="5505" name="Google Shape;5505;p194"/>
          <p:cNvSpPr/>
          <p:nvPr/>
        </p:nvSpPr>
        <p:spPr>
          <a:xfrm>
            <a:off x="8013064" y="21412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506" name="Google Shape;5506;p194"/>
          <p:cNvCxnSpPr/>
          <p:nvPr/>
        </p:nvCxnSpPr>
        <p:spPr>
          <a:xfrm>
            <a:off x="8242966" y="26382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507" name="Google Shape;5507;p194"/>
          <p:cNvSpPr/>
          <p:nvPr/>
        </p:nvSpPr>
        <p:spPr>
          <a:xfrm>
            <a:off x="8194395" y="23460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508" name="Google Shape;5508;p194"/>
          <p:cNvSpPr/>
          <p:nvPr/>
        </p:nvSpPr>
        <p:spPr>
          <a:xfrm>
            <a:off x="8411000" y="23738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509" name="Google Shape;5509;p194"/>
          <p:cNvSpPr/>
          <p:nvPr/>
        </p:nvSpPr>
        <p:spPr>
          <a:xfrm>
            <a:off x="8226947" y="29833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510" name="Google Shape;5510;p194"/>
          <p:cNvCxnSpPr/>
          <p:nvPr/>
        </p:nvCxnSpPr>
        <p:spPr>
          <a:xfrm rot="5400000">
            <a:off x="7992050" y="40579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511" name="Google Shape;5511;p194"/>
          <p:cNvCxnSpPr/>
          <p:nvPr/>
        </p:nvCxnSpPr>
        <p:spPr>
          <a:xfrm flipH="1" rot="-5400000">
            <a:off x="8374257" y="40178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512" name="Google Shape;5512;p194"/>
          <p:cNvCxnSpPr/>
          <p:nvPr/>
        </p:nvCxnSpPr>
        <p:spPr>
          <a:xfrm rot="10800000">
            <a:off x="7882847" y="29023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513" name="Google Shape;5513;p194"/>
          <p:cNvCxnSpPr>
            <a:stCxn id="5509" idx="3"/>
          </p:cNvCxnSpPr>
          <p:nvPr/>
        </p:nvCxnSpPr>
        <p:spPr>
          <a:xfrm flipH="1" rot="10800000">
            <a:off x="8678464" y="33007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514" name="Google Shape;5514;p194"/>
          <p:cNvPicPr preferRelativeResize="0"/>
          <p:nvPr/>
        </p:nvPicPr>
        <p:blipFill rotWithShape="1">
          <a:blip r:embed="rId4">
            <a:alphaModFix/>
          </a:blip>
          <a:srcRect b="28376" l="12375" r="10949" t="24332"/>
          <a:stretch/>
        </p:blipFill>
        <p:spPr>
          <a:xfrm>
            <a:off x="7921963" y="1839126"/>
            <a:ext cx="1091487" cy="398710"/>
          </a:xfrm>
          <a:prstGeom prst="rect">
            <a:avLst/>
          </a:prstGeom>
          <a:noFill/>
          <a:ln>
            <a:noFill/>
          </a:ln>
        </p:spPr>
      </p:pic>
      <p:cxnSp>
        <p:nvCxnSpPr>
          <p:cNvPr id="5515" name="Google Shape;5515;p194"/>
          <p:cNvCxnSpPr/>
          <p:nvPr/>
        </p:nvCxnSpPr>
        <p:spPr>
          <a:xfrm>
            <a:off x="8155588" y="22101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516" name="Google Shape;5516;p194"/>
          <p:cNvCxnSpPr/>
          <p:nvPr/>
        </p:nvCxnSpPr>
        <p:spPr>
          <a:xfrm flipH="1">
            <a:off x="8420888" y="2314250"/>
            <a:ext cx="181500" cy="44400"/>
          </a:xfrm>
          <a:prstGeom prst="straightConnector1">
            <a:avLst/>
          </a:prstGeom>
          <a:noFill/>
          <a:ln cap="flat" cmpd="sng" w="9525">
            <a:solidFill>
              <a:schemeClr val="dk2"/>
            </a:solidFill>
            <a:prstDash val="solid"/>
            <a:round/>
            <a:headEnd len="med" w="med" type="none"/>
            <a:tailEnd len="med" w="med" type="none"/>
          </a:ln>
        </p:spPr>
      </p:cxnSp>
      <p:sp>
        <p:nvSpPr>
          <p:cNvPr id="5517" name="Google Shape;5517;p194"/>
          <p:cNvSpPr txBox="1"/>
          <p:nvPr/>
        </p:nvSpPr>
        <p:spPr>
          <a:xfrm>
            <a:off x="6653655" y="468903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01 - CELLBLOCK</a:t>
            </a:r>
            <a:endParaRPr sz="1800">
              <a:solidFill>
                <a:srgbClr val="FFFFFF"/>
              </a:solidFill>
              <a:latin typeface="Times New Roman"/>
              <a:ea typeface="Times New Roman"/>
              <a:cs typeface="Times New Roman"/>
              <a:sym typeface="Times New Roman"/>
            </a:endParaRPr>
          </a:p>
        </p:txBody>
      </p:sp>
      <p:pic>
        <p:nvPicPr>
          <p:cNvPr id="5518" name="Google Shape;5518;p194" title="a-noise-and-static-filled-cctv-overlay-for-your-footage-composite-using-the-multiply-compositing-style-60-sec-duration-video.jpg"/>
          <p:cNvPicPr preferRelativeResize="0"/>
          <p:nvPr/>
        </p:nvPicPr>
        <p:blipFill>
          <a:blip r:embed="rId5">
            <a:alphaModFix amt="13000"/>
          </a:blip>
          <a:stretch>
            <a:fillRect/>
          </a:stretch>
        </p:blipFill>
        <p:spPr>
          <a:xfrm>
            <a:off x="-130550" y="32375"/>
            <a:ext cx="9144000" cy="5143500"/>
          </a:xfrm>
          <a:prstGeom prst="rect">
            <a:avLst/>
          </a:prstGeom>
          <a:noFill/>
          <a:ln>
            <a:noFill/>
          </a:ln>
          <a:effectLst>
            <a:outerShdw blurRad="57150" rotWithShape="0" algn="bl" dir="5400000" dist="19050">
              <a:srgbClr val="000000">
                <a:alpha val="50000"/>
              </a:srgbClr>
            </a:outerShdw>
          </a:effectLst>
        </p:spPr>
      </p:pic>
      <p:pic>
        <p:nvPicPr>
          <p:cNvPr id="5519" name="Google Shape;5519;p194" title="red-circle-blink.gif"/>
          <p:cNvPicPr preferRelativeResize="0"/>
          <p:nvPr/>
        </p:nvPicPr>
        <p:blipFill rotWithShape="1">
          <a:blip r:embed="rId6">
            <a:alphaModFix/>
          </a:blip>
          <a:srcRect b="-1515" l="-18146" r="-13728" t="-1515"/>
          <a:stretch/>
        </p:blipFill>
        <p:spPr>
          <a:xfrm>
            <a:off x="8195820" y="460978"/>
            <a:ext cx="529200" cy="413422"/>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3" name="Shape 5523"/>
        <p:cNvGrpSpPr/>
        <p:nvPr/>
      </p:nvGrpSpPr>
      <p:grpSpPr>
        <a:xfrm>
          <a:off x="0" y="0"/>
          <a:ext cx="0" cy="0"/>
          <a:chOff x="0" y="0"/>
          <a:chExt cx="0" cy="0"/>
        </a:xfrm>
      </p:grpSpPr>
      <p:cxnSp>
        <p:nvCxnSpPr>
          <p:cNvPr id="5524" name="Google Shape;5524;p195"/>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525" name="Google Shape;5525;p195"/>
          <p:cNvSpPr txBox="1"/>
          <p:nvPr/>
        </p:nvSpPr>
        <p:spPr>
          <a:xfrm>
            <a:off x="6681447" y="478238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02 - ENTRANCE</a:t>
            </a:r>
            <a:endParaRPr sz="1800">
              <a:solidFill>
                <a:srgbClr val="FFFFFF"/>
              </a:solidFill>
              <a:latin typeface="Times New Roman"/>
              <a:ea typeface="Times New Roman"/>
              <a:cs typeface="Times New Roman"/>
              <a:sym typeface="Times New Roman"/>
            </a:endParaRPr>
          </a:p>
        </p:txBody>
      </p:sp>
      <p:pic>
        <p:nvPicPr>
          <p:cNvPr id="5526" name="Google Shape;5526;p195" title="a-noise-and-static-filled-cctv-overlay-for-your-footage-composite-using-the-multiply-compositing-style-60-sec-duration-video.jpg"/>
          <p:cNvPicPr preferRelativeResize="0"/>
          <p:nvPr/>
        </p:nvPicPr>
        <p:blipFill>
          <a:blip r:embed="rId3">
            <a:alphaModFix amt="13000"/>
          </a:blip>
          <a:stretch>
            <a:fillRect/>
          </a:stretch>
        </p:blipFill>
        <p:spPr>
          <a:xfrm>
            <a:off x="-76650" y="0"/>
            <a:ext cx="9144000" cy="5143500"/>
          </a:xfrm>
          <a:prstGeom prst="rect">
            <a:avLst/>
          </a:prstGeom>
          <a:noFill/>
          <a:ln>
            <a:noFill/>
          </a:ln>
          <a:effectLst>
            <a:outerShdw blurRad="57150" rotWithShape="0" algn="bl" dir="5400000" dist="19050">
              <a:srgbClr val="000000">
                <a:alpha val="50000"/>
              </a:srgbClr>
            </a:outerShdw>
          </a:effectLst>
        </p:spPr>
      </p:pic>
      <p:cxnSp>
        <p:nvCxnSpPr>
          <p:cNvPr id="5527" name="Google Shape;5527;p195"/>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528" name="Google Shape;5528;p195"/>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529" name="Google Shape;5529;p195"/>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530" name="Google Shape;5530;p195"/>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531" name="Google Shape;5531;p195"/>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5532" name="Google Shape;5532;p195"/>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5533" name="Google Shape;5533;p195"/>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5534" name="Google Shape;5534;p195"/>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5535" name="Google Shape;5535;p195"/>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5536" name="Google Shape;5536;p195"/>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5537" name="Google Shape;5537;p195"/>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5538" name="Google Shape;5538;p195"/>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5539" name="Google Shape;5539;p195"/>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5540" name="Google Shape;5540;p195"/>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5541" name="Google Shape;5541;p195"/>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5542" name="Google Shape;5542;p195"/>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5543" name="Google Shape;5543;p195"/>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5544" name="Google Shape;5544;p195"/>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5545" name="Google Shape;5545;p195"/>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5546" name="Google Shape;5546;p195"/>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5547" name="Google Shape;5547;p195"/>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5548" name="Google Shape;5548;p195"/>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5549" name="Google Shape;5549;p195"/>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5550" name="Google Shape;5550;p195"/>
          <p:cNvSpPr/>
          <p:nvPr/>
        </p:nvSpPr>
        <p:spPr>
          <a:xfrm>
            <a:off x="6612321" y="16841"/>
            <a:ext cx="592200" cy="544800"/>
          </a:xfrm>
          <a:prstGeom prst="ellipse">
            <a:avLst/>
          </a:prstGeom>
          <a:no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551" name="Google Shape;5551;p195"/>
          <p:cNvCxnSpPr/>
          <p:nvPr/>
        </p:nvCxnSpPr>
        <p:spPr>
          <a:xfrm>
            <a:off x="6767119" y="351491"/>
            <a:ext cx="282300" cy="123900"/>
          </a:xfrm>
          <a:prstGeom prst="curvedConnector3">
            <a:avLst>
              <a:gd fmla="val 50000" name="adj1"/>
            </a:avLst>
          </a:prstGeom>
          <a:noFill/>
          <a:ln cap="flat" cmpd="sng" w="6425">
            <a:solidFill>
              <a:srgbClr val="000000"/>
            </a:solidFill>
            <a:prstDash val="solid"/>
            <a:round/>
            <a:headEnd len="med" w="med" type="none"/>
            <a:tailEnd len="med" w="med" type="none"/>
          </a:ln>
        </p:spPr>
      </p:cxnSp>
      <p:sp>
        <p:nvSpPr>
          <p:cNvPr id="5552" name="Google Shape;5552;p195"/>
          <p:cNvSpPr/>
          <p:nvPr/>
        </p:nvSpPr>
        <p:spPr>
          <a:xfrm>
            <a:off x="6756334" y="183676"/>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553" name="Google Shape;5553;p195"/>
          <p:cNvSpPr/>
          <p:nvPr/>
        </p:nvSpPr>
        <p:spPr>
          <a:xfrm>
            <a:off x="6880181" y="270920"/>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554" name="Google Shape;5554;p195"/>
          <p:cNvSpPr/>
          <p:nvPr/>
        </p:nvSpPr>
        <p:spPr>
          <a:xfrm>
            <a:off x="6756325" y="605042"/>
            <a:ext cx="304025" cy="465600"/>
          </a:xfrm>
          <a:prstGeom prst="flowChartProcess">
            <a:avLst/>
          </a:prstGeom>
          <a:solidFill>
            <a:srgbClr val="FF0000"/>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555" name="Google Shape;5555;p195"/>
          <p:cNvCxnSpPr/>
          <p:nvPr/>
        </p:nvCxnSpPr>
        <p:spPr>
          <a:xfrm flipH="1">
            <a:off x="6389745" y="886744"/>
            <a:ext cx="366600" cy="193500"/>
          </a:xfrm>
          <a:prstGeom prst="straightConnector1">
            <a:avLst/>
          </a:prstGeom>
          <a:noFill/>
          <a:ln cap="flat" cmpd="sng" w="6425">
            <a:solidFill>
              <a:srgbClr val="000000"/>
            </a:solidFill>
            <a:prstDash val="solid"/>
            <a:round/>
            <a:headEnd len="med" w="med" type="none"/>
            <a:tailEnd len="med" w="med" type="none"/>
          </a:ln>
        </p:spPr>
      </p:cxnSp>
      <p:cxnSp>
        <p:nvCxnSpPr>
          <p:cNvPr id="5556" name="Google Shape;5556;p195"/>
          <p:cNvCxnSpPr>
            <a:stCxn id="5554" idx="3"/>
          </p:cNvCxnSpPr>
          <p:nvPr/>
        </p:nvCxnSpPr>
        <p:spPr>
          <a:xfrm>
            <a:off x="7060350" y="837842"/>
            <a:ext cx="609900" cy="192300"/>
          </a:xfrm>
          <a:prstGeom prst="straightConnector1">
            <a:avLst/>
          </a:prstGeom>
          <a:noFill/>
          <a:ln cap="flat" cmpd="sng" w="6425">
            <a:solidFill>
              <a:srgbClr val="000000"/>
            </a:solidFill>
            <a:prstDash val="solid"/>
            <a:round/>
            <a:headEnd len="med" w="med" type="none"/>
            <a:tailEnd len="med" w="med" type="none"/>
          </a:ln>
        </p:spPr>
      </p:cxnSp>
      <p:pic>
        <p:nvPicPr>
          <p:cNvPr descr="cowboy hat icon vector outline illustration (Provided by Getty Images)" id="5557" name="Google Shape;5557;p195"/>
          <p:cNvPicPr preferRelativeResize="0"/>
          <p:nvPr/>
        </p:nvPicPr>
        <p:blipFill rotWithShape="1">
          <a:blip r:embed="rId4">
            <a:alphaModFix/>
          </a:blip>
          <a:srcRect b="28376" l="12375" r="10949" t="24332"/>
          <a:stretch/>
        </p:blipFill>
        <p:spPr>
          <a:xfrm>
            <a:off x="6550981" y="-186578"/>
            <a:ext cx="734920" cy="268462"/>
          </a:xfrm>
          <a:prstGeom prst="rect">
            <a:avLst/>
          </a:prstGeom>
          <a:noFill/>
          <a:ln>
            <a:noFill/>
          </a:ln>
        </p:spPr>
      </p:pic>
      <p:sp>
        <p:nvSpPr>
          <p:cNvPr id="5558" name="Google Shape;5558;p195"/>
          <p:cNvSpPr/>
          <p:nvPr/>
        </p:nvSpPr>
        <p:spPr>
          <a:xfrm>
            <a:off x="7975336" y="2633713"/>
            <a:ext cx="630600" cy="661200"/>
          </a:xfrm>
          <a:prstGeom prst="ellipse">
            <a:avLst/>
          </a:prstGeom>
          <a:no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559" name="Google Shape;5559;p195"/>
          <p:cNvSpPr/>
          <p:nvPr/>
        </p:nvSpPr>
        <p:spPr>
          <a:xfrm>
            <a:off x="8151458" y="281628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560" name="Google Shape;5560;p195"/>
          <p:cNvSpPr/>
          <p:nvPr/>
        </p:nvSpPr>
        <p:spPr>
          <a:xfrm>
            <a:off x="8367559" y="281628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cxnSp>
        <p:nvCxnSpPr>
          <p:cNvPr id="5561" name="Google Shape;5561;p195"/>
          <p:cNvCxnSpPr/>
          <p:nvPr/>
        </p:nvCxnSpPr>
        <p:spPr>
          <a:xfrm flipH="1" rot="10800000">
            <a:off x="8208755" y="3118407"/>
            <a:ext cx="141900" cy="71100"/>
          </a:xfrm>
          <a:prstGeom prst="straightConnector1">
            <a:avLst/>
          </a:prstGeom>
          <a:noFill/>
          <a:ln cap="flat" cmpd="sng" w="6850">
            <a:solidFill>
              <a:schemeClr val="dk2"/>
            </a:solidFill>
            <a:prstDash val="solid"/>
            <a:round/>
            <a:headEnd len="med" w="med" type="none"/>
            <a:tailEnd len="med" w="med" type="none"/>
          </a:ln>
        </p:spPr>
      </p:cxnSp>
      <p:cxnSp>
        <p:nvCxnSpPr>
          <p:cNvPr id="5562" name="Google Shape;5562;p195"/>
          <p:cNvCxnSpPr/>
          <p:nvPr/>
        </p:nvCxnSpPr>
        <p:spPr>
          <a:xfrm flipH="1">
            <a:off x="8328441" y="3140708"/>
            <a:ext cx="4500" cy="71100"/>
          </a:xfrm>
          <a:prstGeom prst="straightConnector1">
            <a:avLst/>
          </a:prstGeom>
          <a:noFill/>
          <a:ln cap="flat" cmpd="sng" w="6850">
            <a:solidFill>
              <a:schemeClr val="dk2"/>
            </a:solidFill>
            <a:prstDash val="solid"/>
            <a:round/>
            <a:headEnd len="med" w="med" type="none"/>
            <a:tailEnd len="med" w="med" type="none"/>
          </a:ln>
        </p:spPr>
      </p:cxnSp>
      <p:cxnSp>
        <p:nvCxnSpPr>
          <p:cNvPr id="5563" name="Google Shape;5563;p195"/>
          <p:cNvCxnSpPr>
            <a:endCxn id="5559" idx="7"/>
          </p:cNvCxnSpPr>
          <p:nvPr/>
        </p:nvCxnSpPr>
        <p:spPr>
          <a:xfrm>
            <a:off x="8151252" y="2697078"/>
            <a:ext cx="69600" cy="139200"/>
          </a:xfrm>
          <a:prstGeom prst="straightConnector1">
            <a:avLst/>
          </a:prstGeom>
          <a:noFill/>
          <a:ln cap="flat" cmpd="sng" w="6850">
            <a:solidFill>
              <a:schemeClr val="dk2"/>
            </a:solidFill>
            <a:prstDash val="solid"/>
            <a:round/>
            <a:headEnd len="med" w="med" type="none"/>
            <a:tailEnd len="med" w="med" type="none"/>
          </a:ln>
        </p:spPr>
      </p:cxnSp>
      <p:cxnSp>
        <p:nvCxnSpPr>
          <p:cNvPr id="5564" name="Google Shape;5564;p195"/>
          <p:cNvCxnSpPr/>
          <p:nvPr/>
        </p:nvCxnSpPr>
        <p:spPr>
          <a:xfrm flipH="1" rot="10800000">
            <a:off x="8337369" y="2730455"/>
            <a:ext cx="176100" cy="51000"/>
          </a:xfrm>
          <a:prstGeom prst="straightConnector1">
            <a:avLst/>
          </a:prstGeom>
          <a:noFill/>
          <a:ln cap="flat" cmpd="sng" w="6850">
            <a:solidFill>
              <a:schemeClr val="dk2"/>
            </a:solidFill>
            <a:prstDash val="solid"/>
            <a:round/>
            <a:headEnd len="med" w="med" type="none"/>
            <a:tailEnd len="med" w="med" type="none"/>
          </a:ln>
        </p:spPr>
      </p:cxnSp>
      <p:pic>
        <p:nvPicPr>
          <p:cNvPr descr="Police hat icon / vector graphics (Provided by Getty Images)" id="5565" name="Google Shape;5565;p195"/>
          <p:cNvPicPr preferRelativeResize="0"/>
          <p:nvPr/>
        </p:nvPicPr>
        <p:blipFill rotWithShape="1">
          <a:blip r:embed="rId5">
            <a:alphaModFix/>
          </a:blip>
          <a:srcRect b="14259" l="13020" r="8215" t="12238"/>
          <a:stretch/>
        </p:blipFill>
        <p:spPr>
          <a:xfrm>
            <a:off x="8028833" y="2157123"/>
            <a:ext cx="577055" cy="538506"/>
          </a:xfrm>
          <a:prstGeom prst="rect">
            <a:avLst/>
          </a:prstGeom>
          <a:noFill/>
          <a:ln>
            <a:noFill/>
          </a:ln>
        </p:spPr>
      </p:pic>
      <p:sp>
        <p:nvSpPr>
          <p:cNvPr id="5566" name="Google Shape;5566;p195"/>
          <p:cNvSpPr/>
          <p:nvPr/>
        </p:nvSpPr>
        <p:spPr>
          <a:xfrm>
            <a:off x="8097925" y="3331512"/>
            <a:ext cx="393478" cy="743676"/>
          </a:xfrm>
          <a:prstGeom prst="flowChartProcess">
            <a:avLst/>
          </a:prstGeom>
          <a:solidFill>
            <a:srgbClr val="0000FF"/>
          </a:solidFill>
          <a:ln cap="flat" cmpd="sng" w="4175">
            <a:solidFill>
              <a:srgbClr val="FF0000"/>
            </a:solidFill>
            <a:prstDash val="solid"/>
            <a:round/>
            <a:headEnd len="sm" w="sm" type="none"/>
            <a:tailEnd len="sm" w="sm" type="none"/>
          </a:ln>
        </p:spPr>
        <p:txBody>
          <a:bodyPr anchorCtr="0" anchor="ctr" bIns="39875" lIns="39875" spcFirstLastPara="1" rIns="39875" wrap="square" tIns="39875">
            <a:noAutofit/>
          </a:bodyPr>
          <a:lstStyle/>
          <a:p>
            <a:pPr indent="0" lvl="0" marL="0" rtl="0" algn="ctr">
              <a:spcBef>
                <a:spcPts val="0"/>
              </a:spcBef>
              <a:spcAft>
                <a:spcPts val="0"/>
              </a:spcAft>
              <a:buNone/>
            </a:pPr>
            <a:r>
              <a:t/>
            </a:r>
            <a:endParaRPr sz="611"/>
          </a:p>
        </p:txBody>
      </p:sp>
      <p:cxnSp>
        <p:nvCxnSpPr>
          <p:cNvPr id="5567" name="Google Shape;5567;p195"/>
          <p:cNvCxnSpPr/>
          <p:nvPr/>
        </p:nvCxnSpPr>
        <p:spPr>
          <a:xfrm flipH="1">
            <a:off x="8061177" y="4075188"/>
            <a:ext cx="171600" cy="405000"/>
          </a:xfrm>
          <a:prstGeom prst="straightConnector1">
            <a:avLst/>
          </a:prstGeom>
          <a:noFill/>
          <a:ln cap="flat" cmpd="sng" w="6850">
            <a:solidFill>
              <a:schemeClr val="dk2"/>
            </a:solidFill>
            <a:prstDash val="solid"/>
            <a:round/>
            <a:headEnd len="med" w="med" type="none"/>
            <a:tailEnd len="med" w="med" type="none"/>
          </a:ln>
        </p:spPr>
      </p:cxnSp>
      <p:cxnSp>
        <p:nvCxnSpPr>
          <p:cNvPr id="5568" name="Google Shape;5568;p195"/>
          <p:cNvCxnSpPr/>
          <p:nvPr/>
        </p:nvCxnSpPr>
        <p:spPr>
          <a:xfrm>
            <a:off x="8400939" y="4075188"/>
            <a:ext cx="191100" cy="421200"/>
          </a:xfrm>
          <a:prstGeom prst="straightConnector1">
            <a:avLst/>
          </a:prstGeom>
          <a:noFill/>
          <a:ln cap="flat" cmpd="sng" w="6850">
            <a:solidFill>
              <a:schemeClr val="dk2"/>
            </a:solidFill>
            <a:prstDash val="solid"/>
            <a:round/>
            <a:headEnd len="med" w="med" type="none"/>
            <a:tailEnd len="med" w="med" type="none"/>
          </a:ln>
        </p:spPr>
      </p:cxnSp>
      <p:cxnSp>
        <p:nvCxnSpPr>
          <p:cNvPr id="5569" name="Google Shape;5569;p195"/>
          <p:cNvCxnSpPr/>
          <p:nvPr/>
        </p:nvCxnSpPr>
        <p:spPr>
          <a:xfrm flipH="1">
            <a:off x="7861518" y="3495389"/>
            <a:ext cx="269700" cy="269700"/>
          </a:xfrm>
          <a:prstGeom prst="straightConnector1">
            <a:avLst/>
          </a:prstGeom>
          <a:noFill/>
          <a:ln cap="flat" cmpd="sng" w="6850">
            <a:solidFill>
              <a:schemeClr val="dk2"/>
            </a:solidFill>
            <a:prstDash val="solid"/>
            <a:round/>
            <a:headEnd len="med" w="med" type="none"/>
            <a:tailEnd len="med" w="med" type="none"/>
          </a:ln>
        </p:spPr>
      </p:cxnSp>
      <p:cxnSp>
        <p:nvCxnSpPr>
          <p:cNvPr id="5570" name="Google Shape;5570;p195"/>
          <p:cNvCxnSpPr/>
          <p:nvPr/>
        </p:nvCxnSpPr>
        <p:spPr>
          <a:xfrm>
            <a:off x="8448915" y="3471563"/>
            <a:ext cx="269700" cy="285900"/>
          </a:xfrm>
          <a:prstGeom prst="straightConnector1">
            <a:avLst/>
          </a:prstGeom>
          <a:noFill/>
          <a:ln cap="flat" cmpd="sng" w="6850">
            <a:solidFill>
              <a:schemeClr val="dk2"/>
            </a:solidFill>
            <a:prstDash val="solid"/>
            <a:round/>
            <a:headEnd len="med" w="med" type="none"/>
            <a:tailEnd len="med" w="med" type="none"/>
          </a:ln>
        </p:spPr>
      </p:cxnSp>
      <p:pic>
        <p:nvPicPr>
          <p:cNvPr descr="a golden police badge with a star and the word police on it (Provided by Tenor)" id="5571" name="Google Shape;5571;p195"/>
          <p:cNvPicPr preferRelativeResize="0"/>
          <p:nvPr/>
        </p:nvPicPr>
        <p:blipFill>
          <a:blip r:embed="rId6">
            <a:alphaModFix/>
          </a:blip>
          <a:stretch>
            <a:fillRect/>
          </a:stretch>
        </p:blipFill>
        <p:spPr>
          <a:xfrm>
            <a:off x="8227455" y="3363055"/>
            <a:ext cx="269991" cy="269991"/>
          </a:xfrm>
          <a:prstGeom prst="rect">
            <a:avLst/>
          </a:prstGeom>
          <a:noFill/>
          <a:ln>
            <a:noFill/>
          </a:ln>
        </p:spPr>
      </p:pic>
      <p:sp>
        <p:nvSpPr>
          <p:cNvPr id="5572" name="Google Shape;5572;p195"/>
          <p:cNvSpPr/>
          <p:nvPr/>
        </p:nvSpPr>
        <p:spPr>
          <a:xfrm>
            <a:off x="244730" y="2718582"/>
            <a:ext cx="653400" cy="685200"/>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573" name="Google Shape;5573;p195"/>
          <p:cNvSpPr/>
          <p:nvPr/>
        </p:nvSpPr>
        <p:spPr>
          <a:xfrm>
            <a:off x="384354" y="2907775"/>
            <a:ext cx="1269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574" name="Google Shape;5574;p195"/>
          <p:cNvSpPr/>
          <p:nvPr/>
        </p:nvSpPr>
        <p:spPr>
          <a:xfrm>
            <a:off x="539155" y="2931257"/>
            <a:ext cx="840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5575" name="Google Shape;5575;p195"/>
          <p:cNvCxnSpPr/>
          <p:nvPr/>
        </p:nvCxnSpPr>
        <p:spPr>
          <a:xfrm flipH="1" rot="10800000">
            <a:off x="486616" y="3221042"/>
            <a:ext cx="147000" cy="73500"/>
          </a:xfrm>
          <a:prstGeom prst="straightConnector1">
            <a:avLst/>
          </a:prstGeom>
          <a:noFill/>
          <a:ln cap="flat" cmpd="sng" w="7075">
            <a:solidFill>
              <a:schemeClr val="dk2"/>
            </a:solidFill>
            <a:prstDash val="solid"/>
            <a:round/>
            <a:headEnd len="med" w="med" type="none"/>
            <a:tailEnd len="med" w="med" type="none"/>
          </a:ln>
        </p:spPr>
      </p:cxnSp>
      <p:cxnSp>
        <p:nvCxnSpPr>
          <p:cNvPr id="5576" name="Google Shape;5576;p195"/>
          <p:cNvCxnSpPr/>
          <p:nvPr/>
        </p:nvCxnSpPr>
        <p:spPr>
          <a:xfrm flipH="1">
            <a:off x="610806" y="3243972"/>
            <a:ext cx="4500" cy="73500"/>
          </a:xfrm>
          <a:prstGeom prst="straightConnector1">
            <a:avLst/>
          </a:prstGeom>
          <a:noFill/>
          <a:ln cap="flat" cmpd="sng" w="7075">
            <a:solidFill>
              <a:schemeClr val="dk2"/>
            </a:solidFill>
            <a:prstDash val="solid"/>
            <a:round/>
            <a:headEnd len="med" w="med" type="none"/>
            <a:tailEnd len="med" w="med" type="none"/>
          </a:ln>
        </p:spPr>
      </p:cxnSp>
      <p:cxnSp>
        <p:nvCxnSpPr>
          <p:cNvPr id="5577" name="Google Shape;5577;p195"/>
          <p:cNvCxnSpPr>
            <a:endCxn id="5573" idx="7"/>
          </p:cNvCxnSpPr>
          <p:nvPr/>
        </p:nvCxnSpPr>
        <p:spPr>
          <a:xfrm>
            <a:off x="420670" y="2784168"/>
            <a:ext cx="72000" cy="144300"/>
          </a:xfrm>
          <a:prstGeom prst="straightConnector1">
            <a:avLst/>
          </a:prstGeom>
          <a:noFill/>
          <a:ln cap="flat" cmpd="sng" w="7075">
            <a:solidFill>
              <a:schemeClr val="dk2"/>
            </a:solidFill>
            <a:prstDash val="solid"/>
            <a:round/>
            <a:headEnd len="med" w="med" type="none"/>
            <a:tailEnd len="med" w="med" type="none"/>
          </a:ln>
        </p:spPr>
      </p:cxnSp>
      <p:cxnSp>
        <p:nvCxnSpPr>
          <p:cNvPr id="5578" name="Google Shape;5578;p195"/>
          <p:cNvCxnSpPr/>
          <p:nvPr/>
        </p:nvCxnSpPr>
        <p:spPr>
          <a:xfrm flipH="1" rot="10800000">
            <a:off x="619895" y="2818885"/>
            <a:ext cx="182400" cy="52800"/>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5579" name="Google Shape;5579;p195"/>
          <p:cNvPicPr preferRelativeResize="0"/>
          <p:nvPr/>
        </p:nvPicPr>
        <p:blipFill rotWithShape="1">
          <a:blip r:embed="rId5">
            <a:alphaModFix/>
          </a:blip>
          <a:srcRect b="14259" l="13020" r="8215" t="12238"/>
          <a:stretch/>
        </p:blipFill>
        <p:spPr>
          <a:xfrm>
            <a:off x="300167" y="2224700"/>
            <a:ext cx="597985" cy="558049"/>
          </a:xfrm>
          <a:prstGeom prst="rect">
            <a:avLst/>
          </a:prstGeom>
          <a:noFill/>
          <a:ln>
            <a:noFill/>
          </a:ln>
        </p:spPr>
      </p:pic>
      <p:sp>
        <p:nvSpPr>
          <p:cNvPr id="5580" name="Google Shape;5580;p195"/>
          <p:cNvSpPr/>
          <p:nvPr/>
        </p:nvSpPr>
        <p:spPr>
          <a:xfrm>
            <a:off x="371765" y="344169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5581" name="Google Shape;5581;p195"/>
          <p:cNvCxnSpPr/>
          <p:nvPr/>
        </p:nvCxnSpPr>
        <p:spPr>
          <a:xfrm flipH="1">
            <a:off x="333609" y="4212358"/>
            <a:ext cx="177900" cy="419700"/>
          </a:xfrm>
          <a:prstGeom prst="straightConnector1">
            <a:avLst/>
          </a:prstGeom>
          <a:noFill/>
          <a:ln cap="flat" cmpd="sng" w="7075">
            <a:solidFill>
              <a:schemeClr val="dk2"/>
            </a:solidFill>
            <a:prstDash val="solid"/>
            <a:round/>
            <a:headEnd len="med" w="med" type="none"/>
            <a:tailEnd len="med" w="med" type="none"/>
          </a:ln>
        </p:spPr>
      </p:cxnSp>
      <p:cxnSp>
        <p:nvCxnSpPr>
          <p:cNvPr id="5582" name="Google Shape;5582;p195"/>
          <p:cNvCxnSpPr/>
          <p:nvPr/>
        </p:nvCxnSpPr>
        <p:spPr>
          <a:xfrm>
            <a:off x="685771" y="4212358"/>
            <a:ext cx="197700" cy="436200"/>
          </a:xfrm>
          <a:prstGeom prst="straightConnector1">
            <a:avLst/>
          </a:prstGeom>
          <a:noFill/>
          <a:ln cap="flat" cmpd="sng" w="7075">
            <a:solidFill>
              <a:schemeClr val="dk2"/>
            </a:solidFill>
            <a:prstDash val="solid"/>
            <a:round/>
            <a:headEnd len="med" w="med" type="none"/>
            <a:tailEnd len="med" w="med" type="none"/>
          </a:ln>
        </p:spPr>
      </p:cxnSp>
      <p:cxnSp>
        <p:nvCxnSpPr>
          <p:cNvPr id="5583" name="Google Shape;5583;p195"/>
          <p:cNvCxnSpPr/>
          <p:nvPr/>
        </p:nvCxnSpPr>
        <p:spPr>
          <a:xfrm flipH="1">
            <a:off x="126366" y="3611523"/>
            <a:ext cx="279900" cy="279900"/>
          </a:xfrm>
          <a:prstGeom prst="straightConnector1">
            <a:avLst/>
          </a:prstGeom>
          <a:noFill/>
          <a:ln cap="flat" cmpd="sng" w="7075">
            <a:solidFill>
              <a:schemeClr val="dk2"/>
            </a:solidFill>
            <a:prstDash val="solid"/>
            <a:round/>
            <a:headEnd len="med" w="med" type="none"/>
            <a:tailEnd len="med" w="med" type="none"/>
          </a:ln>
        </p:spPr>
      </p:cxnSp>
      <p:cxnSp>
        <p:nvCxnSpPr>
          <p:cNvPr id="5584" name="Google Shape;5584;p195"/>
          <p:cNvCxnSpPr/>
          <p:nvPr/>
        </p:nvCxnSpPr>
        <p:spPr>
          <a:xfrm>
            <a:off x="735487" y="3586832"/>
            <a:ext cx="279900" cy="296100"/>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5585" name="Google Shape;5585;p195"/>
          <p:cNvPicPr preferRelativeResize="0"/>
          <p:nvPr/>
        </p:nvPicPr>
        <p:blipFill>
          <a:blip r:embed="rId6">
            <a:alphaModFix/>
          </a:blip>
          <a:stretch>
            <a:fillRect/>
          </a:stretch>
        </p:blipFill>
        <p:spPr>
          <a:xfrm>
            <a:off x="505995" y="3474387"/>
            <a:ext cx="279786" cy="279786"/>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9" name="Shape 5589"/>
        <p:cNvGrpSpPr/>
        <p:nvPr/>
      </p:nvGrpSpPr>
      <p:grpSpPr>
        <a:xfrm>
          <a:off x="0" y="0"/>
          <a:ext cx="0" cy="0"/>
          <a:chOff x="0" y="0"/>
          <a:chExt cx="0" cy="0"/>
        </a:xfrm>
      </p:grpSpPr>
      <p:cxnSp>
        <p:nvCxnSpPr>
          <p:cNvPr id="5590" name="Google Shape;5590;p196"/>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591" name="Google Shape;5591;p196"/>
          <p:cNvSpPr txBox="1"/>
          <p:nvPr/>
        </p:nvSpPr>
        <p:spPr>
          <a:xfrm>
            <a:off x="6659805" y="471108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02 - ENTRANCE</a:t>
            </a:r>
            <a:endParaRPr sz="1800">
              <a:solidFill>
                <a:srgbClr val="FFFFFF"/>
              </a:solidFill>
              <a:latin typeface="Times New Roman"/>
              <a:ea typeface="Times New Roman"/>
              <a:cs typeface="Times New Roman"/>
              <a:sym typeface="Times New Roman"/>
            </a:endParaRPr>
          </a:p>
        </p:txBody>
      </p:sp>
      <p:pic>
        <p:nvPicPr>
          <p:cNvPr id="5592" name="Google Shape;5592;p196" title="a-noise-and-static-filled-cctv-overlay-for-your-footage-composite-using-the-multiply-compositing-style-60-sec-duration-video.jpg"/>
          <p:cNvPicPr preferRelativeResize="0"/>
          <p:nvPr/>
        </p:nvPicPr>
        <p:blipFill>
          <a:blip r:embed="rId3">
            <a:alphaModFix amt="13000"/>
          </a:blip>
          <a:stretch>
            <a:fillRect/>
          </a:stretch>
        </p:blipFill>
        <p:spPr>
          <a:xfrm>
            <a:off x="0" y="0"/>
            <a:ext cx="9144000" cy="5143500"/>
          </a:xfrm>
          <a:prstGeom prst="rect">
            <a:avLst/>
          </a:prstGeom>
          <a:noFill/>
          <a:ln>
            <a:noFill/>
          </a:ln>
          <a:effectLst>
            <a:outerShdw blurRad="57150" rotWithShape="0" algn="bl" dir="5400000" dist="19050">
              <a:srgbClr val="000000">
                <a:alpha val="50000"/>
              </a:srgbClr>
            </a:outerShdw>
          </a:effectLst>
        </p:spPr>
      </p:pic>
      <p:cxnSp>
        <p:nvCxnSpPr>
          <p:cNvPr id="5593" name="Google Shape;5593;p196"/>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594" name="Google Shape;5594;p196"/>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595" name="Google Shape;5595;p196"/>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596" name="Google Shape;5596;p196"/>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597" name="Google Shape;5597;p196"/>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5598" name="Google Shape;5598;p196"/>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5599" name="Google Shape;5599;p196"/>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5600" name="Google Shape;5600;p196"/>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5601" name="Google Shape;5601;p196"/>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5602" name="Google Shape;5602;p196"/>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5603" name="Google Shape;5603;p196"/>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5604" name="Google Shape;5604;p196"/>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5605" name="Google Shape;5605;p196"/>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5606" name="Google Shape;5606;p196"/>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5607" name="Google Shape;5607;p196"/>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5608" name="Google Shape;5608;p196"/>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5609" name="Google Shape;5609;p196"/>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5610" name="Google Shape;5610;p196"/>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5611" name="Google Shape;5611;p196"/>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5612" name="Google Shape;5612;p196"/>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5613" name="Google Shape;5613;p196"/>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5614" name="Google Shape;5614;p196"/>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5615" name="Google Shape;5615;p196"/>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5616" name="Google Shape;5616;p196"/>
          <p:cNvSpPr/>
          <p:nvPr/>
        </p:nvSpPr>
        <p:spPr>
          <a:xfrm>
            <a:off x="4305146" y="1365691"/>
            <a:ext cx="592200" cy="544800"/>
          </a:xfrm>
          <a:prstGeom prst="ellipse">
            <a:avLst/>
          </a:prstGeom>
          <a:no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617" name="Google Shape;5617;p196"/>
          <p:cNvCxnSpPr/>
          <p:nvPr/>
        </p:nvCxnSpPr>
        <p:spPr>
          <a:xfrm>
            <a:off x="4459944" y="1700341"/>
            <a:ext cx="282300" cy="123900"/>
          </a:xfrm>
          <a:prstGeom prst="curvedConnector3">
            <a:avLst>
              <a:gd fmla="val 50000" name="adj1"/>
            </a:avLst>
          </a:prstGeom>
          <a:noFill/>
          <a:ln cap="flat" cmpd="sng" w="6425">
            <a:solidFill>
              <a:srgbClr val="000000"/>
            </a:solidFill>
            <a:prstDash val="solid"/>
            <a:round/>
            <a:headEnd len="med" w="med" type="none"/>
            <a:tailEnd len="med" w="med" type="none"/>
          </a:ln>
        </p:spPr>
      </p:cxnSp>
      <p:sp>
        <p:nvSpPr>
          <p:cNvPr id="5618" name="Google Shape;5618;p196"/>
          <p:cNvSpPr/>
          <p:nvPr/>
        </p:nvSpPr>
        <p:spPr>
          <a:xfrm>
            <a:off x="4449159" y="1532526"/>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619" name="Google Shape;5619;p196"/>
          <p:cNvSpPr/>
          <p:nvPr/>
        </p:nvSpPr>
        <p:spPr>
          <a:xfrm>
            <a:off x="4665744" y="1576158"/>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620" name="Google Shape;5620;p196"/>
          <p:cNvSpPr/>
          <p:nvPr/>
        </p:nvSpPr>
        <p:spPr>
          <a:xfrm>
            <a:off x="4449150" y="1953892"/>
            <a:ext cx="304025" cy="465600"/>
          </a:xfrm>
          <a:prstGeom prst="flowChartProcess">
            <a:avLst/>
          </a:prstGeom>
          <a:solidFill>
            <a:srgbClr val="FF0000"/>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621" name="Google Shape;5621;p196"/>
          <p:cNvCxnSpPr/>
          <p:nvPr/>
        </p:nvCxnSpPr>
        <p:spPr>
          <a:xfrm flipH="1">
            <a:off x="4079182" y="2150306"/>
            <a:ext cx="366600" cy="193500"/>
          </a:xfrm>
          <a:prstGeom prst="straightConnector1">
            <a:avLst/>
          </a:prstGeom>
          <a:noFill/>
          <a:ln cap="flat" cmpd="sng" w="6425">
            <a:solidFill>
              <a:srgbClr val="000000"/>
            </a:solidFill>
            <a:prstDash val="solid"/>
            <a:round/>
            <a:headEnd len="med" w="med" type="none"/>
            <a:tailEnd len="med" w="med" type="none"/>
          </a:ln>
        </p:spPr>
      </p:cxnSp>
      <p:cxnSp>
        <p:nvCxnSpPr>
          <p:cNvPr id="5622" name="Google Shape;5622;p196"/>
          <p:cNvCxnSpPr/>
          <p:nvPr/>
        </p:nvCxnSpPr>
        <p:spPr>
          <a:xfrm>
            <a:off x="4708288" y="2064717"/>
            <a:ext cx="348000" cy="147900"/>
          </a:xfrm>
          <a:prstGeom prst="straightConnector1">
            <a:avLst/>
          </a:prstGeom>
          <a:noFill/>
          <a:ln cap="flat" cmpd="sng" w="6425">
            <a:solidFill>
              <a:srgbClr val="000000"/>
            </a:solidFill>
            <a:prstDash val="solid"/>
            <a:round/>
            <a:headEnd len="med" w="med" type="none"/>
            <a:tailEnd len="med" w="med" type="none"/>
          </a:ln>
        </p:spPr>
      </p:cxnSp>
      <p:pic>
        <p:nvPicPr>
          <p:cNvPr descr="cowboy hat icon vector outline illustration (Provided by Getty Images)" id="5623" name="Google Shape;5623;p196"/>
          <p:cNvPicPr preferRelativeResize="0"/>
          <p:nvPr/>
        </p:nvPicPr>
        <p:blipFill rotWithShape="1">
          <a:blip r:embed="rId4">
            <a:alphaModFix/>
          </a:blip>
          <a:srcRect b="28376" l="12375" r="10949" t="24332"/>
          <a:stretch/>
        </p:blipFill>
        <p:spPr>
          <a:xfrm>
            <a:off x="4243806" y="1162272"/>
            <a:ext cx="734920" cy="268462"/>
          </a:xfrm>
          <a:prstGeom prst="rect">
            <a:avLst/>
          </a:prstGeom>
          <a:noFill/>
          <a:ln>
            <a:noFill/>
          </a:ln>
        </p:spPr>
      </p:pic>
      <p:sp>
        <p:nvSpPr>
          <p:cNvPr id="5624" name="Google Shape;5624;p196"/>
          <p:cNvSpPr/>
          <p:nvPr/>
        </p:nvSpPr>
        <p:spPr>
          <a:xfrm>
            <a:off x="7975336" y="2633713"/>
            <a:ext cx="630600" cy="661200"/>
          </a:xfrm>
          <a:prstGeom prst="ellipse">
            <a:avLst/>
          </a:prstGeom>
          <a:no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625" name="Google Shape;5625;p196"/>
          <p:cNvSpPr/>
          <p:nvPr/>
        </p:nvSpPr>
        <p:spPr>
          <a:xfrm>
            <a:off x="8086683" y="277143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626" name="Google Shape;5626;p196"/>
          <p:cNvSpPr/>
          <p:nvPr/>
        </p:nvSpPr>
        <p:spPr>
          <a:xfrm>
            <a:off x="8322059" y="280833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cxnSp>
        <p:nvCxnSpPr>
          <p:cNvPr id="5627" name="Google Shape;5627;p196"/>
          <p:cNvCxnSpPr/>
          <p:nvPr/>
        </p:nvCxnSpPr>
        <p:spPr>
          <a:xfrm flipH="1" rot="10800000">
            <a:off x="8208755" y="3118407"/>
            <a:ext cx="141900" cy="71100"/>
          </a:xfrm>
          <a:prstGeom prst="straightConnector1">
            <a:avLst/>
          </a:prstGeom>
          <a:noFill/>
          <a:ln cap="flat" cmpd="sng" w="6850">
            <a:solidFill>
              <a:schemeClr val="dk2"/>
            </a:solidFill>
            <a:prstDash val="solid"/>
            <a:round/>
            <a:headEnd len="med" w="med" type="none"/>
            <a:tailEnd len="med" w="med" type="none"/>
          </a:ln>
        </p:spPr>
      </p:cxnSp>
      <p:cxnSp>
        <p:nvCxnSpPr>
          <p:cNvPr id="5628" name="Google Shape;5628;p196"/>
          <p:cNvCxnSpPr/>
          <p:nvPr/>
        </p:nvCxnSpPr>
        <p:spPr>
          <a:xfrm flipH="1">
            <a:off x="8328441" y="3140708"/>
            <a:ext cx="4500" cy="71100"/>
          </a:xfrm>
          <a:prstGeom prst="straightConnector1">
            <a:avLst/>
          </a:prstGeom>
          <a:noFill/>
          <a:ln cap="flat" cmpd="sng" w="6850">
            <a:solidFill>
              <a:schemeClr val="dk2"/>
            </a:solidFill>
            <a:prstDash val="solid"/>
            <a:round/>
            <a:headEnd len="med" w="med" type="none"/>
            <a:tailEnd len="med" w="med" type="none"/>
          </a:ln>
        </p:spPr>
      </p:cxnSp>
      <p:cxnSp>
        <p:nvCxnSpPr>
          <p:cNvPr id="5629" name="Google Shape;5629;p196"/>
          <p:cNvCxnSpPr>
            <a:endCxn id="5625" idx="7"/>
          </p:cNvCxnSpPr>
          <p:nvPr/>
        </p:nvCxnSpPr>
        <p:spPr>
          <a:xfrm>
            <a:off x="8086477" y="2652228"/>
            <a:ext cx="69600" cy="139200"/>
          </a:xfrm>
          <a:prstGeom prst="straightConnector1">
            <a:avLst/>
          </a:prstGeom>
          <a:noFill/>
          <a:ln cap="flat" cmpd="sng" w="6850">
            <a:solidFill>
              <a:schemeClr val="dk2"/>
            </a:solidFill>
            <a:prstDash val="solid"/>
            <a:round/>
            <a:headEnd len="med" w="med" type="none"/>
            <a:tailEnd len="med" w="med" type="none"/>
          </a:ln>
        </p:spPr>
      </p:cxnSp>
      <p:cxnSp>
        <p:nvCxnSpPr>
          <p:cNvPr id="5630" name="Google Shape;5630;p196"/>
          <p:cNvCxnSpPr/>
          <p:nvPr/>
        </p:nvCxnSpPr>
        <p:spPr>
          <a:xfrm flipH="1" rot="10800000">
            <a:off x="8337369" y="2730455"/>
            <a:ext cx="176100" cy="51000"/>
          </a:xfrm>
          <a:prstGeom prst="straightConnector1">
            <a:avLst/>
          </a:prstGeom>
          <a:noFill/>
          <a:ln cap="flat" cmpd="sng" w="6850">
            <a:solidFill>
              <a:schemeClr val="dk2"/>
            </a:solidFill>
            <a:prstDash val="solid"/>
            <a:round/>
            <a:headEnd len="med" w="med" type="none"/>
            <a:tailEnd len="med" w="med" type="none"/>
          </a:ln>
        </p:spPr>
      </p:cxnSp>
      <p:pic>
        <p:nvPicPr>
          <p:cNvPr descr="Police hat icon / vector graphics (Provided by Getty Images)" id="5631" name="Google Shape;5631;p196"/>
          <p:cNvPicPr preferRelativeResize="0"/>
          <p:nvPr/>
        </p:nvPicPr>
        <p:blipFill rotWithShape="1">
          <a:blip r:embed="rId5">
            <a:alphaModFix/>
          </a:blip>
          <a:srcRect b="14259" l="13020" r="8215" t="12238"/>
          <a:stretch/>
        </p:blipFill>
        <p:spPr>
          <a:xfrm>
            <a:off x="8028833" y="2157123"/>
            <a:ext cx="577055" cy="538506"/>
          </a:xfrm>
          <a:prstGeom prst="rect">
            <a:avLst/>
          </a:prstGeom>
          <a:noFill/>
          <a:ln>
            <a:noFill/>
          </a:ln>
        </p:spPr>
      </p:pic>
      <p:sp>
        <p:nvSpPr>
          <p:cNvPr id="5632" name="Google Shape;5632;p196"/>
          <p:cNvSpPr/>
          <p:nvPr/>
        </p:nvSpPr>
        <p:spPr>
          <a:xfrm>
            <a:off x="8097925" y="3331512"/>
            <a:ext cx="393478" cy="743676"/>
          </a:xfrm>
          <a:prstGeom prst="flowChartProcess">
            <a:avLst/>
          </a:prstGeom>
          <a:solidFill>
            <a:srgbClr val="0000FF"/>
          </a:solidFill>
          <a:ln cap="flat" cmpd="sng" w="4175">
            <a:solidFill>
              <a:srgbClr val="FF0000"/>
            </a:solidFill>
            <a:prstDash val="solid"/>
            <a:round/>
            <a:headEnd len="sm" w="sm" type="none"/>
            <a:tailEnd len="sm" w="sm" type="none"/>
          </a:ln>
        </p:spPr>
        <p:txBody>
          <a:bodyPr anchorCtr="0" anchor="ctr" bIns="39875" lIns="39875" spcFirstLastPara="1" rIns="39875" wrap="square" tIns="39875">
            <a:noAutofit/>
          </a:bodyPr>
          <a:lstStyle/>
          <a:p>
            <a:pPr indent="0" lvl="0" marL="0" rtl="0" algn="ctr">
              <a:spcBef>
                <a:spcPts val="0"/>
              </a:spcBef>
              <a:spcAft>
                <a:spcPts val="0"/>
              </a:spcAft>
              <a:buNone/>
            </a:pPr>
            <a:r>
              <a:t/>
            </a:r>
            <a:endParaRPr sz="611"/>
          </a:p>
        </p:txBody>
      </p:sp>
      <p:cxnSp>
        <p:nvCxnSpPr>
          <p:cNvPr id="5633" name="Google Shape;5633;p196"/>
          <p:cNvCxnSpPr/>
          <p:nvPr/>
        </p:nvCxnSpPr>
        <p:spPr>
          <a:xfrm flipH="1">
            <a:off x="8061177" y="4075188"/>
            <a:ext cx="171600" cy="405000"/>
          </a:xfrm>
          <a:prstGeom prst="straightConnector1">
            <a:avLst/>
          </a:prstGeom>
          <a:noFill/>
          <a:ln cap="flat" cmpd="sng" w="6850">
            <a:solidFill>
              <a:schemeClr val="dk2"/>
            </a:solidFill>
            <a:prstDash val="solid"/>
            <a:round/>
            <a:headEnd len="med" w="med" type="none"/>
            <a:tailEnd len="med" w="med" type="none"/>
          </a:ln>
        </p:spPr>
      </p:cxnSp>
      <p:cxnSp>
        <p:nvCxnSpPr>
          <p:cNvPr id="5634" name="Google Shape;5634;p196"/>
          <p:cNvCxnSpPr/>
          <p:nvPr/>
        </p:nvCxnSpPr>
        <p:spPr>
          <a:xfrm>
            <a:off x="8400939" y="4075188"/>
            <a:ext cx="191100" cy="421200"/>
          </a:xfrm>
          <a:prstGeom prst="straightConnector1">
            <a:avLst/>
          </a:prstGeom>
          <a:noFill/>
          <a:ln cap="flat" cmpd="sng" w="6850">
            <a:solidFill>
              <a:schemeClr val="dk2"/>
            </a:solidFill>
            <a:prstDash val="solid"/>
            <a:round/>
            <a:headEnd len="med" w="med" type="none"/>
            <a:tailEnd len="med" w="med" type="none"/>
          </a:ln>
        </p:spPr>
      </p:cxnSp>
      <p:cxnSp>
        <p:nvCxnSpPr>
          <p:cNvPr id="5635" name="Google Shape;5635;p196"/>
          <p:cNvCxnSpPr/>
          <p:nvPr/>
        </p:nvCxnSpPr>
        <p:spPr>
          <a:xfrm flipH="1">
            <a:off x="7861518" y="3495389"/>
            <a:ext cx="269700" cy="269700"/>
          </a:xfrm>
          <a:prstGeom prst="straightConnector1">
            <a:avLst/>
          </a:prstGeom>
          <a:noFill/>
          <a:ln cap="flat" cmpd="sng" w="6850">
            <a:solidFill>
              <a:schemeClr val="dk2"/>
            </a:solidFill>
            <a:prstDash val="solid"/>
            <a:round/>
            <a:headEnd len="med" w="med" type="none"/>
            <a:tailEnd len="med" w="med" type="none"/>
          </a:ln>
        </p:spPr>
      </p:cxnSp>
      <p:cxnSp>
        <p:nvCxnSpPr>
          <p:cNvPr id="5636" name="Google Shape;5636;p196"/>
          <p:cNvCxnSpPr/>
          <p:nvPr/>
        </p:nvCxnSpPr>
        <p:spPr>
          <a:xfrm>
            <a:off x="8448915" y="3471563"/>
            <a:ext cx="269700" cy="285900"/>
          </a:xfrm>
          <a:prstGeom prst="straightConnector1">
            <a:avLst/>
          </a:prstGeom>
          <a:noFill/>
          <a:ln cap="flat" cmpd="sng" w="6850">
            <a:solidFill>
              <a:schemeClr val="dk2"/>
            </a:solidFill>
            <a:prstDash val="solid"/>
            <a:round/>
            <a:headEnd len="med" w="med" type="none"/>
            <a:tailEnd len="med" w="med" type="none"/>
          </a:ln>
        </p:spPr>
      </p:cxnSp>
      <p:pic>
        <p:nvPicPr>
          <p:cNvPr descr="a golden police badge with a star and the word police on it (Provided by Tenor)" id="5637" name="Google Shape;5637;p196"/>
          <p:cNvPicPr preferRelativeResize="0"/>
          <p:nvPr/>
        </p:nvPicPr>
        <p:blipFill>
          <a:blip r:embed="rId6">
            <a:alphaModFix/>
          </a:blip>
          <a:stretch>
            <a:fillRect/>
          </a:stretch>
        </p:blipFill>
        <p:spPr>
          <a:xfrm>
            <a:off x="8227455" y="3363055"/>
            <a:ext cx="269991" cy="269991"/>
          </a:xfrm>
          <a:prstGeom prst="rect">
            <a:avLst/>
          </a:prstGeom>
          <a:noFill/>
          <a:ln>
            <a:noFill/>
          </a:ln>
        </p:spPr>
      </p:pic>
      <p:sp>
        <p:nvSpPr>
          <p:cNvPr id="5638" name="Google Shape;5638;p196"/>
          <p:cNvSpPr/>
          <p:nvPr/>
        </p:nvSpPr>
        <p:spPr>
          <a:xfrm>
            <a:off x="965130" y="2514432"/>
            <a:ext cx="653400" cy="685200"/>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639" name="Google Shape;5639;p196"/>
          <p:cNvSpPr/>
          <p:nvPr/>
        </p:nvSpPr>
        <p:spPr>
          <a:xfrm>
            <a:off x="1141079" y="2727100"/>
            <a:ext cx="1269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640" name="Google Shape;5640;p196"/>
          <p:cNvSpPr/>
          <p:nvPr/>
        </p:nvSpPr>
        <p:spPr>
          <a:xfrm>
            <a:off x="1409830" y="2703657"/>
            <a:ext cx="840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5641" name="Google Shape;5641;p196"/>
          <p:cNvCxnSpPr/>
          <p:nvPr/>
        </p:nvCxnSpPr>
        <p:spPr>
          <a:xfrm flipH="1" rot="10800000">
            <a:off x="1207016" y="3016892"/>
            <a:ext cx="147000" cy="73500"/>
          </a:xfrm>
          <a:prstGeom prst="straightConnector1">
            <a:avLst/>
          </a:prstGeom>
          <a:noFill/>
          <a:ln cap="flat" cmpd="sng" w="7075">
            <a:solidFill>
              <a:schemeClr val="dk2"/>
            </a:solidFill>
            <a:prstDash val="solid"/>
            <a:round/>
            <a:headEnd len="med" w="med" type="none"/>
            <a:tailEnd len="med" w="med" type="none"/>
          </a:ln>
        </p:spPr>
      </p:cxnSp>
      <p:cxnSp>
        <p:nvCxnSpPr>
          <p:cNvPr id="5642" name="Google Shape;5642;p196"/>
          <p:cNvCxnSpPr/>
          <p:nvPr/>
        </p:nvCxnSpPr>
        <p:spPr>
          <a:xfrm flipH="1">
            <a:off x="1331206" y="3039822"/>
            <a:ext cx="4500" cy="73500"/>
          </a:xfrm>
          <a:prstGeom prst="straightConnector1">
            <a:avLst/>
          </a:prstGeom>
          <a:noFill/>
          <a:ln cap="flat" cmpd="sng" w="7075">
            <a:solidFill>
              <a:schemeClr val="dk2"/>
            </a:solidFill>
            <a:prstDash val="solid"/>
            <a:round/>
            <a:headEnd len="med" w="med" type="none"/>
            <a:tailEnd len="med" w="med" type="none"/>
          </a:ln>
        </p:spPr>
      </p:cxnSp>
      <p:cxnSp>
        <p:nvCxnSpPr>
          <p:cNvPr id="5643" name="Google Shape;5643;p196"/>
          <p:cNvCxnSpPr>
            <a:endCxn id="5639" idx="7"/>
          </p:cNvCxnSpPr>
          <p:nvPr/>
        </p:nvCxnSpPr>
        <p:spPr>
          <a:xfrm>
            <a:off x="1177395" y="2603493"/>
            <a:ext cx="72000" cy="144300"/>
          </a:xfrm>
          <a:prstGeom prst="straightConnector1">
            <a:avLst/>
          </a:prstGeom>
          <a:noFill/>
          <a:ln cap="flat" cmpd="sng" w="7075">
            <a:solidFill>
              <a:schemeClr val="dk2"/>
            </a:solidFill>
            <a:prstDash val="solid"/>
            <a:round/>
            <a:headEnd len="med" w="med" type="none"/>
            <a:tailEnd len="med" w="med" type="none"/>
          </a:ln>
        </p:spPr>
      </p:cxnSp>
      <p:cxnSp>
        <p:nvCxnSpPr>
          <p:cNvPr id="5644" name="Google Shape;5644;p196"/>
          <p:cNvCxnSpPr/>
          <p:nvPr/>
        </p:nvCxnSpPr>
        <p:spPr>
          <a:xfrm flipH="1" rot="10800000">
            <a:off x="1340295" y="2614735"/>
            <a:ext cx="182400" cy="52800"/>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5645" name="Google Shape;5645;p196"/>
          <p:cNvPicPr preferRelativeResize="0"/>
          <p:nvPr/>
        </p:nvPicPr>
        <p:blipFill rotWithShape="1">
          <a:blip r:embed="rId5">
            <a:alphaModFix/>
          </a:blip>
          <a:srcRect b="14259" l="13020" r="8215" t="12238"/>
          <a:stretch/>
        </p:blipFill>
        <p:spPr>
          <a:xfrm>
            <a:off x="1020567" y="2020550"/>
            <a:ext cx="597985" cy="558049"/>
          </a:xfrm>
          <a:prstGeom prst="rect">
            <a:avLst/>
          </a:prstGeom>
          <a:noFill/>
          <a:ln>
            <a:noFill/>
          </a:ln>
        </p:spPr>
      </p:pic>
      <p:sp>
        <p:nvSpPr>
          <p:cNvPr id="5646" name="Google Shape;5646;p196"/>
          <p:cNvSpPr/>
          <p:nvPr/>
        </p:nvSpPr>
        <p:spPr>
          <a:xfrm>
            <a:off x="1092165" y="323754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5647" name="Google Shape;5647;p196"/>
          <p:cNvCxnSpPr/>
          <p:nvPr/>
        </p:nvCxnSpPr>
        <p:spPr>
          <a:xfrm flipH="1">
            <a:off x="1054009" y="4008208"/>
            <a:ext cx="177900" cy="419700"/>
          </a:xfrm>
          <a:prstGeom prst="straightConnector1">
            <a:avLst/>
          </a:prstGeom>
          <a:noFill/>
          <a:ln cap="flat" cmpd="sng" w="7075">
            <a:solidFill>
              <a:schemeClr val="dk2"/>
            </a:solidFill>
            <a:prstDash val="solid"/>
            <a:round/>
            <a:headEnd len="med" w="med" type="none"/>
            <a:tailEnd len="med" w="med" type="none"/>
          </a:ln>
        </p:spPr>
      </p:cxnSp>
      <p:cxnSp>
        <p:nvCxnSpPr>
          <p:cNvPr id="5648" name="Google Shape;5648;p196"/>
          <p:cNvCxnSpPr/>
          <p:nvPr/>
        </p:nvCxnSpPr>
        <p:spPr>
          <a:xfrm>
            <a:off x="1406171" y="4008208"/>
            <a:ext cx="197700" cy="436200"/>
          </a:xfrm>
          <a:prstGeom prst="straightConnector1">
            <a:avLst/>
          </a:prstGeom>
          <a:noFill/>
          <a:ln cap="flat" cmpd="sng" w="7075">
            <a:solidFill>
              <a:schemeClr val="dk2"/>
            </a:solidFill>
            <a:prstDash val="solid"/>
            <a:round/>
            <a:headEnd len="med" w="med" type="none"/>
            <a:tailEnd len="med" w="med" type="none"/>
          </a:ln>
        </p:spPr>
      </p:cxnSp>
      <p:cxnSp>
        <p:nvCxnSpPr>
          <p:cNvPr id="5649" name="Google Shape;5649;p196"/>
          <p:cNvCxnSpPr/>
          <p:nvPr/>
        </p:nvCxnSpPr>
        <p:spPr>
          <a:xfrm flipH="1">
            <a:off x="846766" y="3407373"/>
            <a:ext cx="279900" cy="279900"/>
          </a:xfrm>
          <a:prstGeom prst="straightConnector1">
            <a:avLst/>
          </a:prstGeom>
          <a:noFill/>
          <a:ln cap="flat" cmpd="sng" w="7075">
            <a:solidFill>
              <a:schemeClr val="dk2"/>
            </a:solidFill>
            <a:prstDash val="solid"/>
            <a:round/>
            <a:headEnd len="med" w="med" type="none"/>
            <a:tailEnd len="med" w="med" type="none"/>
          </a:ln>
        </p:spPr>
      </p:cxnSp>
      <p:cxnSp>
        <p:nvCxnSpPr>
          <p:cNvPr id="5650" name="Google Shape;5650;p196"/>
          <p:cNvCxnSpPr/>
          <p:nvPr/>
        </p:nvCxnSpPr>
        <p:spPr>
          <a:xfrm flipH="1" rot="10800000">
            <a:off x="1455887" y="3196982"/>
            <a:ext cx="404100" cy="185700"/>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5651" name="Google Shape;5651;p196"/>
          <p:cNvPicPr preferRelativeResize="0"/>
          <p:nvPr/>
        </p:nvPicPr>
        <p:blipFill>
          <a:blip r:embed="rId6">
            <a:alphaModFix/>
          </a:blip>
          <a:stretch>
            <a:fillRect/>
          </a:stretch>
        </p:blipFill>
        <p:spPr>
          <a:xfrm>
            <a:off x="1226395" y="3270237"/>
            <a:ext cx="279786" cy="279786"/>
          </a:xfrm>
          <a:prstGeom prst="rect">
            <a:avLst/>
          </a:prstGeom>
          <a:noFill/>
          <a:ln>
            <a:noFill/>
          </a:ln>
        </p:spPr>
      </p:pic>
      <p:cxnSp>
        <p:nvCxnSpPr>
          <p:cNvPr id="5652" name="Google Shape;5652;p196"/>
          <p:cNvCxnSpPr/>
          <p:nvPr/>
        </p:nvCxnSpPr>
        <p:spPr>
          <a:xfrm rot="5400000">
            <a:off x="4156900" y="2600486"/>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653" name="Google Shape;5653;p196"/>
          <p:cNvCxnSpPr/>
          <p:nvPr/>
        </p:nvCxnSpPr>
        <p:spPr>
          <a:xfrm flipH="1" rot="-5400000">
            <a:off x="4491787" y="2590453"/>
            <a:ext cx="539100" cy="170400"/>
          </a:xfrm>
          <a:prstGeom prst="curvedConnector3">
            <a:avLst>
              <a:gd fmla="val 50000" name="adj1"/>
            </a:avLst>
          </a:prstGeom>
          <a:noFill/>
          <a:ln cap="flat" cmpd="sng" w="5800">
            <a:solidFill>
              <a:schemeClr val="dk2"/>
            </a:solidFill>
            <a:prstDash val="solid"/>
            <a:round/>
            <a:headEnd len="med" w="med" type="none"/>
            <a:tailEnd len="med" w="med" type="none"/>
          </a:ln>
        </p:spPr>
      </p:cxn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7" name="Shape 5657"/>
        <p:cNvGrpSpPr/>
        <p:nvPr/>
      </p:nvGrpSpPr>
      <p:grpSpPr>
        <a:xfrm>
          <a:off x="0" y="0"/>
          <a:ext cx="0" cy="0"/>
          <a:chOff x="0" y="0"/>
          <a:chExt cx="0" cy="0"/>
        </a:xfrm>
      </p:grpSpPr>
      <p:cxnSp>
        <p:nvCxnSpPr>
          <p:cNvPr id="5658" name="Google Shape;5658;p197"/>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659" name="Google Shape;5659;p197"/>
          <p:cNvSpPr txBox="1"/>
          <p:nvPr/>
        </p:nvSpPr>
        <p:spPr>
          <a:xfrm>
            <a:off x="6548230" y="474018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02 - ENTRANCE</a:t>
            </a:r>
            <a:endParaRPr sz="1800">
              <a:solidFill>
                <a:srgbClr val="FFFFFF"/>
              </a:solidFill>
              <a:latin typeface="Times New Roman"/>
              <a:ea typeface="Times New Roman"/>
              <a:cs typeface="Times New Roman"/>
              <a:sym typeface="Times New Roman"/>
            </a:endParaRPr>
          </a:p>
        </p:txBody>
      </p:sp>
      <p:pic>
        <p:nvPicPr>
          <p:cNvPr id="5660" name="Google Shape;5660;p197" title="a-noise-and-static-filled-cctv-overlay-for-your-footage-composite-using-the-multiply-compositing-style-60-sec-duration-video.jpg"/>
          <p:cNvPicPr preferRelativeResize="0"/>
          <p:nvPr/>
        </p:nvPicPr>
        <p:blipFill>
          <a:blip r:embed="rId3">
            <a:alphaModFix amt="13000"/>
          </a:blip>
          <a:stretch>
            <a:fillRect/>
          </a:stretch>
        </p:blipFill>
        <p:spPr>
          <a:xfrm>
            <a:off x="0" y="0"/>
            <a:ext cx="9144000" cy="5143500"/>
          </a:xfrm>
          <a:prstGeom prst="rect">
            <a:avLst/>
          </a:prstGeom>
          <a:noFill/>
          <a:ln>
            <a:noFill/>
          </a:ln>
          <a:effectLst>
            <a:outerShdw blurRad="57150" rotWithShape="0" algn="bl" dir="5400000" dist="19050">
              <a:srgbClr val="000000">
                <a:alpha val="50000"/>
              </a:srgbClr>
            </a:outerShdw>
          </a:effectLst>
        </p:spPr>
      </p:pic>
      <p:cxnSp>
        <p:nvCxnSpPr>
          <p:cNvPr id="5661" name="Google Shape;5661;p197"/>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662" name="Google Shape;5662;p197"/>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663" name="Google Shape;5663;p197"/>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664" name="Google Shape;5664;p197"/>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665" name="Google Shape;5665;p197"/>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5666" name="Google Shape;5666;p197"/>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5667" name="Google Shape;5667;p197"/>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5668" name="Google Shape;5668;p197"/>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5669" name="Google Shape;5669;p197"/>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5670" name="Google Shape;5670;p197"/>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5671" name="Google Shape;5671;p197"/>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5672" name="Google Shape;5672;p197"/>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5673" name="Google Shape;5673;p197"/>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5674" name="Google Shape;5674;p197"/>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5675" name="Google Shape;5675;p197"/>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5676" name="Google Shape;5676;p197"/>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5677" name="Google Shape;5677;p197"/>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5678" name="Google Shape;5678;p197"/>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5679" name="Google Shape;5679;p197"/>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5680" name="Google Shape;5680;p197"/>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5681" name="Google Shape;5681;p197"/>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5682" name="Google Shape;5682;p197"/>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5683" name="Google Shape;5683;p197"/>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5684" name="Google Shape;5684;p197"/>
          <p:cNvSpPr/>
          <p:nvPr/>
        </p:nvSpPr>
        <p:spPr>
          <a:xfrm rot="-3943650">
            <a:off x="4712509" y="2838876"/>
            <a:ext cx="630539" cy="661152"/>
          </a:xfrm>
          <a:prstGeom prst="ellipse">
            <a:avLst/>
          </a:prstGeom>
          <a:no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685" name="Google Shape;5685;p197"/>
          <p:cNvSpPr/>
          <p:nvPr/>
        </p:nvSpPr>
        <p:spPr>
          <a:xfrm rot="-3936510">
            <a:off x="4806504" y="3198632"/>
            <a:ext cx="81362" cy="136433"/>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686" name="Google Shape;5686;p197"/>
          <p:cNvSpPr/>
          <p:nvPr/>
        </p:nvSpPr>
        <p:spPr>
          <a:xfrm rot="-3936510">
            <a:off x="4936823" y="2999182"/>
            <a:ext cx="81362" cy="136433"/>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cxnSp>
        <p:nvCxnSpPr>
          <p:cNvPr id="5687" name="Google Shape;5687;p197"/>
          <p:cNvCxnSpPr/>
          <p:nvPr/>
        </p:nvCxnSpPr>
        <p:spPr>
          <a:xfrm flipH="1" rot="6860623">
            <a:off x="5125341" y="3221694"/>
            <a:ext cx="141918" cy="71034"/>
          </a:xfrm>
          <a:prstGeom prst="straightConnector1">
            <a:avLst/>
          </a:prstGeom>
          <a:noFill/>
          <a:ln cap="flat" cmpd="sng" w="6850">
            <a:solidFill>
              <a:schemeClr val="dk2"/>
            </a:solidFill>
            <a:prstDash val="solid"/>
            <a:round/>
            <a:headEnd len="med" w="med" type="none"/>
            <a:tailEnd len="med" w="med" type="none"/>
          </a:ln>
        </p:spPr>
      </p:cxnSp>
      <p:cxnSp>
        <p:nvCxnSpPr>
          <p:cNvPr id="5688" name="Google Shape;5688;p197"/>
          <p:cNvCxnSpPr/>
          <p:nvPr/>
        </p:nvCxnSpPr>
        <p:spPr>
          <a:xfrm flipH="1" rot="-4008085">
            <a:off x="5235179" y="3184274"/>
            <a:ext cx="4569" cy="71034"/>
          </a:xfrm>
          <a:prstGeom prst="straightConnector1">
            <a:avLst/>
          </a:prstGeom>
          <a:noFill/>
          <a:ln cap="flat" cmpd="sng" w="6850">
            <a:solidFill>
              <a:schemeClr val="dk2"/>
            </a:solidFill>
            <a:prstDash val="solid"/>
            <a:round/>
            <a:headEnd len="med" w="med" type="none"/>
            <a:tailEnd len="med" w="med" type="none"/>
          </a:ln>
        </p:spPr>
      </p:cxnSp>
      <p:cxnSp>
        <p:nvCxnSpPr>
          <p:cNvPr id="5689" name="Google Shape;5689;p197"/>
          <p:cNvCxnSpPr>
            <a:endCxn id="5685" idx="7"/>
          </p:cNvCxnSpPr>
          <p:nvPr/>
        </p:nvCxnSpPr>
        <p:spPr>
          <a:xfrm flipH="1" rot="10800000">
            <a:off x="4659647" y="3220922"/>
            <a:ext cx="155400" cy="6600"/>
          </a:xfrm>
          <a:prstGeom prst="straightConnector1">
            <a:avLst/>
          </a:prstGeom>
          <a:noFill/>
          <a:ln cap="flat" cmpd="sng" w="6850">
            <a:solidFill>
              <a:schemeClr val="dk2"/>
            </a:solidFill>
            <a:prstDash val="solid"/>
            <a:round/>
            <a:headEnd len="med" w="med" type="none"/>
            <a:tailEnd len="med" w="med" type="none"/>
          </a:ln>
        </p:spPr>
      </p:cxnSp>
      <p:cxnSp>
        <p:nvCxnSpPr>
          <p:cNvPr id="5690" name="Google Shape;5690;p197"/>
          <p:cNvCxnSpPr/>
          <p:nvPr/>
        </p:nvCxnSpPr>
        <p:spPr>
          <a:xfrm flipH="1" rot="6855000">
            <a:off x="4805115" y="2935287"/>
            <a:ext cx="176033" cy="51022"/>
          </a:xfrm>
          <a:prstGeom prst="straightConnector1">
            <a:avLst/>
          </a:prstGeom>
          <a:noFill/>
          <a:ln cap="flat" cmpd="sng" w="6850">
            <a:solidFill>
              <a:schemeClr val="dk2"/>
            </a:solidFill>
            <a:prstDash val="solid"/>
            <a:round/>
            <a:headEnd len="med" w="med" type="none"/>
            <a:tailEnd len="med" w="med" type="none"/>
          </a:ln>
        </p:spPr>
      </p:cxnSp>
      <p:pic>
        <p:nvPicPr>
          <p:cNvPr descr="Police hat icon / vector graphics (Provided by Getty Images)" id="5691" name="Google Shape;5691;p197"/>
          <p:cNvPicPr preferRelativeResize="0"/>
          <p:nvPr/>
        </p:nvPicPr>
        <p:blipFill rotWithShape="1">
          <a:blip r:embed="rId4">
            <a:alphaModFix/>
          </a:blip>
          <a:srcRect b="14259" l="13020" r="8215" t="12238"/>
          <a:stretch/>
        </p:blipFill>
        <p:spPr>
          <a:xfrm rot="-3944985">
            <a:off x="4259738" y="2654696"/>
            <a:ext cx="577056" cy="538506"/>
          </a:xfrm>
          <a:prstGeom prst="rect">
            <a:avLst/>
          </a:prstGeom>
          <a:noFill/>
          <a:ln>
            <a:noFill/>
          </a:ln>
        </p:spPr>
      </p:pic>
      <p:sp>
        <p:nvSpPr>
          <p:cNvPr id="5692" name="Google Shape;5692;p197"/>
          <p:cNvSpPr/>
          <p:nvPr/>
        </p:nvSpPr>
        <p:spPr>
          <a:xfrm rot="-3944965">
            <a:off x="5506497" y="3097295"/>
            <a:ext cx="393478" cy="743676"/>
          </a:xfrm>
          <a:prstGeom prst="flowChartProcess">
            <a:avLst/>
          </a:prstGeom>
          <a:solidFill>
            <a:srgbClr val="0000FF"/>
          </a:solidFill>
          <a:ln cap="flat" cmpd="sng" w="4175">
            <a:solidFill>
              <a:srgbClr val="FF0000"/>
            </a:solidFill>
            <a:prstDash val="solid"/>
            <a:round/>
            <a:headEnd len="sm" w="sm" type="none"/>
            <a:tailEnd len="sm" w="sm" type="none"/>
          </a:ln>
        </p:spPr>
        <p:txBody>
          <a:bodyPr anchorCtr="0" anchor="ctr" bIns="39875" lIns="39875" spcFirstLastPara="1" rIns="39875" wrap="square" tIns="39875">
            <a:noAutofit/>
          </a:bodyPr>
          <a:lstStyle/>
          <a:p>
            <a:pPr indent="0" lvl="0" marL="0" rtl="0" algn="ctr">
              <a:spcBef>
                <a:spcPts val="0"/>
              </a:spcBef>
              <a:spcAft>
                <a:spcPts val="0"/>
              </a:spcAft>
              <a:buNone/>
            </a:pPr>
            <a:r>
              <a:t/>
            </a:r>
            <a:endParaRPr sz="611"/>
          </a:p>
        </p:txBody>
      </p:sp>
      <p:cxnSp>
        <p:nvCxnSpPr>
          <p:cNvPr id="5693" name="Google Shape;5693;p197"/>
          <p:cNvCxnSpPr/>
          <p:nvPr/>
        </p:nvCxnSpPr>
        <p:spPr>
          <a:xfrm flipH="1" rot="-3943319">
            <a:off x="6080512" y="3637046"/>
            <a:ext cx="171464" cy="404975"/>
          </a:xfrm>
          <a:prstGeom prst="straightConnector1">
            <a:avLst/>
          </a:prstGeom>
          <a:noFill/>
          <a:ln cap="flat" cmpd="sng" w="6850">
            <a:solidFill>
              <a:schemeClr val="dk2"/>
            </a:solidFill>
            <a:prstDash val="solid"/>
            <a:round/>
            <a:headEnd len="med" w="med" type="none"/>
            <a:tailEnd len="med" w="med" type="none"/>
          </a:ln>
        </p:spPr>
      </p:cxnSp>
      <p:cxnSp>
        <p:nvCxnSpPr>
          <p:cNvPr id="5694" name="Google Shape;5694;p197"/>
          <p:cNvCxnSpPr/>
          <p:nvPr/>
        </p:nvCxnSpPr>
        <p:spPr>
          <a:xfrm rot="-3948550">
            <a:off x="6221523" y="3313666"/>
            <a:ext cx="191080" cy="421089"/>
          </a:xfrm>
          <a:prstGeom prst="straightConnector1">
            <a:avLst/>
          </a:prstGeom>
          <a:noFill/>
          <a:ln cap="flat" cmpd="sng" w="6850">
            <a:solidFill>
              <a:schemeClr val="dk2"/>
            </a:solidFill>
            <a:prstDash val="solid"/>
            <a:round/>
            <a:headEnd len="med" w="med" type="none"/>
            <a:tailEnd len="med" w="med" type="none"/>
          </a:ln>
        </p:spPr>
      </p:cxnSp>
      <p:cxnSp>
        <p:nvCxnSpPr>
          <p:cNvPr id="5695" name="Google Shape;5695;p197"/>
          <p:cNvCxnSpPr/>
          <p:nvPr/>
        </p:nvCxnSpPr>
        <p:spPr>
          <a:xfrm flipH="1" rot="-3946335">
            <a:off x="5379264" y="3576211"/>
            <a:ext cx="269760" cy="269760"/>
          </a:xfrm>
          <a:prstGeom prst="straightConnector1">
            <a:avLst/>
          </a:prstGeom>
          <a:noFill/>
          <a:ln cap="flat" cmpd="sng" w="6850">
            <a:solidFill>
              <a:schemeClr val="dk2"/>
            </a:solidFill>
            <a:prstDash val="solid"/>
            <a:round/>
            <a:headEnd len="med" w="med" type="none"/>
            <a:tailEnd len="med" w="med" type="none"/>
          </a:ln>
        </p:spPr>
      </p:cxnSp>
      <p:cxnSp>
        <p:nvCxnSpPr>
          <p:cNvPr id="5696" name="Google Shape;5696;p197"/>
          <p:cNvCxnSpPr/>
          <p:nvPr/>
        </p:nvCxnSpPr>
        <p:spPr>
          <a:xfrm rot="-3946335">
            <a:off x="5606078" y="3026094"/>
            <a:ext cx="269760" cy="285997"/>
          </a:xfrm>
          <a:prstGeom prst="straightConnector1">
            <a:avLst/>
          </a:prstGeom>
          <a:noFill/>
          <a:ln cap="flat" cmpd="sng" w="6850">
            <a:solidFill>
              <a:schemeClr val="dk2"/>
            </a:solidFill>
            <a:prstDash val="solid"/>
            <a:round/>
            <a:headEnd len="med" w="med" type="none"/>
            <a:tailEnd len="med" w="med" type="none"/>
          </a:ln>
        </p:spPr>
      </p:cxnSp>
      <p:pic>
        <p:nvPicPr>
          <p:cNvPr descr="a golden police badge with a star and the word police on it (Provided by Tenor)" id="5697" name="Google Shape;5697;p197"/>
          <p:cNvPicPr preferRelativeResize="0"/>
          <p:nvPr/>
        </p:nvPicPr>
        <p:blipFill>
          <a:blip r:embed="rId5">
            <a:alphaModFix/>
          </a:blip>
          <a:stretch>
            <a:fillRect/>
          </a:stretch>
        </p:blipFill>
        <p:spPr>
          <a:xfrm rot="-3944974">
            <a:off x="5408899" y="3188010"/>
            <a:ext cx="269991" cy="269991"/>
          </a:xfrm>
          <a:prstGeom prst="rect">
            <a:avLst/>
          </a:prstGeom>
          <a:noFill/>
          <a:ln>
            <a:noFill/>
          </a:ln>
        </p:spPr>
      </p:pic>
      <p:sp>
        <p:nvSpPr>
          <p:cNvPr id="5698" name="Google Shape;5698;p197"/>
          <p:cNvSpPr/>
          <p:nvPr/>
        </p:nvSpPr>
        <p:spPr>
          <a:xfrm rot="3935975">
            <a:off x="4310011" y="3054918"/>
            <a:ext cx="653577" cy="685134"/>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699" name="Google Shape;5699;p197"/>
          <p:cNvSpPr/>
          <p:nvPr/>
        </p:nvSpPr>
        <p:spPr>
          <a:xfrm rot="3933363">
            <a:off x="4591249" y="3222824"/>
            <a:ext cx="126872" cy="141372"/>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700" name="Google Shape;5700;p197"/>
          <p:cNvSpPr/>
          <p:nvPr/>
        </p:nvSpPr>
        <p:spPr>
          <a:xfrm rot="3932347">
            <a:off x="4736159" y="3438401"/>
            <a:ext cx="84043" cy="141372"/>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5701" name="Google Shape;5701;p197"/>
          <p:cNvCxnSpPr/>
          <p:nvPr/>
        </p:nvCxnSpPr>
        <p:spPr>
          <a:xfrm flipH="1" rot="-6861989">
            <a:off x="4379465" y="3431631"/>
            <a:ext cx="146884" cy="73442"/>
          </a:xfrm>
          <a:prstGeom prst="straightConnector1">
            <a:avLst/>
          </a:prstGeom>
          <a:noFill/>
          <a:ln cap="flat" cmpd="sng" w="7075">
            <a:solidFill>
              <a:schemeClr val="dk2"/>
            </a:solidFill>
            <a:prstDash val="solid"/>
            <a:round/>
            <a:headEnd len="med" w="med" type="none"/>
            <a:tailEnd len="med" w="med" type="none"/>
          </a:ln>
        </p:spPr>
      </p:cxnSp>
      <p:cxnSp>
        <p:nvCxnSpPr>
          <p:cNvPr id="5702" name="Google Shape;5702;p197"/>
          <p:cNvCxnSpPr/>
          <p:nvPr/>
        </p:nvCxnSpPr>
        <p:spPr>
          <a:xfrm flipH="1" rot="4008085">
            <a:off x="4451727" y="3489247"/>
            <a:ext cx="4569" cy="73442"/>
          </a:xfrm>
          <a:prstGeom prst="straightConnector1">
            <a:avLst/>
          </a:prstGeom>
          <a:noFill/>
          <a:ln cap="flat" cmpd="sng" w="7075">
            <a:solidFill>
              <a:schemeClr val="dk2"/>
            </a:solidFill>
            <a:prstDash val="solid"/>
            <a:round/>
            <a:headEnd len="med" w="med" type="none"/>
            <a:tailEnd len="med" w="med" type="none"/>
          </a:ln>
        </p:spPr>
      </p:cxnSp>
      <p:cxnSp>
        <p:nvCxnSpPr>
          <p:cNvPr id="5703" name="Google Shape;5703;p197"/>
          <p:cNvCxnSpPr>
            <a:endCxn id="5699" idx="7"/>
          </p:cNvCxnSpPr>
          <p:nvPr/>
        </p:nvCxnSpPr>
        <p:spPr>
          <a:xfrm flipH="1">
            <a:off x="4718749" y="3188262"/>
            <a:ext cx="101700" cy="125400"/>
          </a:xfrm>
          <a:prstGeom prst="straightConnector1">
            <a:avLst/>
          </a:prstGeom>
          <a:noFill/>
          <a:ln cap="flat" cmpd="sng" w="7075">
            <a:solidFill>
              <a:schemeClr val="dk2"/>
            </a:solidFill>
            <a:prstDash val="solid"/>
            <a:round/>
            <a:headEnd len="med" w="med" type="none"/>
            <a:tailEnd len="med" w="med" type="none"/>
          </a:ln>
        </p:spPr>
      </p:cxnSp>
      <p:cxnSp>
        <p:nvCxnSpPr>
          <p:cNvPr id="5704" name="Google Shape;5704;p197"/>
          <p:cNvCxnSpPr/>
          <p:nvPr/>
        </p:nvCxnSpPr>
        <p:spPr>
          <a:xfrm flipH="1" rot="-6862427">
            <a:off x="4799729" y="3409110"/>
            <a:ext cx="182462" cy="52760"/>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5705" name="Google Shape;5705;p197"/>
          <p:cNvPicPr preferRelativeResize="0"/>
          <p:nvPr/>
        </p:nvPicPr>
        <p:blipFill rotWithShape="1">
          <a:blip r:embed="rId4">
            <a:alphaModFix/>
          </a:blip>
          <a:srcRect b="14259" l="13020" r="8215" t="12238"/>
          <a:stretch/>
        </p:blipFill>
        <p:spPr>
          <a:xfrm rot="3936366">
            <a:off x="4856865" y="2913463"/>
            <a:ext cx="597988" cy="558049"/>
          </a:xfrm>
          <a:prstGeom prst="rect">
            <a:avLst/>
          </a:prstGeom>
          <a:noFill/>
          <a:ln>
            <a:noFill/>
          </a:ln>
        </p:spPr>
      </p:pic>
      <p:sp>
        <p:nvSpPr>
          <p:cNvPr id="5706" name="Google Shape;5706;p197"/>
          <p:cNvSpPr/>
          <p:nvPr/>
        </p:nvSpPr>
        <p:spPr>
          <a:xfrm rot="3936374">
            <a:off x="3737098" y="333226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5707" name="Google Shape;5707;p197"/>
          <p:cNvCxnSpPr/>
          <p:nvPr/>
        </p:nvCxnSpPr>
        <p:spPr>
          <a:xfrm flipH="1" rot="3935762">
            <a:off x="3246759" y="3614188"/>
            <a:ext cx="177894" cy="419696"/>
          </a:xfrm>
          <a:prstGeom prst="straightConnector1">
            <a:avLst/>
          </a:prstGeom>
          <a:noFill/>
          <a:ln cap="flat" cmpd="sng" w="7075">
            <a:solidFill>
              <a:schemeClr val="dk2"/>
            </a:solidFill>
            <a:prstDash val="solid"/>
            <a:round/>
            <a:headEnd len="med" w="med" type="none"/>
            <a:tailEnd len="med" w="med" type="none"/>
          </a:ln>
        </p:spPr>
      </p:cxnSp>
      <p:cxnSp>
        <p:nvCxnSpPr>
          <p:cNvPr id="5708" name="Google Shape;5708;p197"/>
          <p:cNvCxnSpPr/>
          <p:nvPr/>
        </p:nvCxnSpPr>
        <p:spPr>
          <a:xfrm rot="3936818">
            <a:off x="3378911" y="3939088"/>
            <a:ext cx="197632" cy="436206"/>
          </a:xfrm>
          <a:prstGeom prst="straightConnector1">
            <a:avLst/>
          </a:prstGeom>
          <a:noFill/>
          <a:ln cap="flat" cmpd="sng" w="7075">
            <a:solidFill>
              <a:schemeClr val="dk2"/>
            </a:solidFill>
            <a:prstDash val="solid"/>
            <a:round/>
            <a:headEnd len="med" w="med" type="none"/>
            <a:tailEnd len="med" w="med" type="none"/>
          </a:ln>
        </p:spPr>
      </p:cxnSp>
      <p:cxnSp>
        <p:nvCxnSpPr>
          <p:cNvPr id="5709" name="Google Shape;5709;p197"/>
          <p:cNvCxnSpPr/>
          <p:nvPr/>
        </p:nvCxnSpPr>
        <p:spPr>
          <a:xfrm flipH="1" rot="3937936">
            <a:off x="3742070" y="3264620"/>
            <a:ext cx="279938" cy="279938"/>
          </a:xfrm>
          <a:prstGeom prst="straightConnector1">
            <a:avLst/>
          </a:prstGeom>
          <a:noFill/>
          <a:ln cap="flat" cmpd="sng" w="7075">
            <a:solidFill>
              <a:schemeClr val="dk2"/>
            </a:solidFill>
            <a:prstDash val="solid"/>
            <a:round/>
            <a:headEnd len="med" w="med" type="none"/>
            <a:tailEnd len="med" w="med" type="none"/>
          </a:ln>
        </p:spPr>
      </p:cxnSp>
      <p:cxnSp>
        <p:nvCxnSpPr>
          <p:cNvPr id="5710" name="Google Shape;5710;p197"/>
          <p:cNvCxnSpPr/>
          <p:nvPr/>
        </p:nvCxnSpPr>
        <p:spPr>
          <a:xfrm flipH="1" rot="-6862624">
            <a:off x="4191681" y="3816716"/>
            <a:ext cx="404129" cy="185814"/>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5711" name="Google Shape;5711;p197"/>
          <p:cNvPicPr preferRelativeResize="0"/>
          <p:nvPr/>
        </p:nvPicPr>
        <p:blipFill>
          <a:blip r:embed="rId5">
            <a:alphaModFix/>
          </a:blip>
          <a:stretch>
            <a:fillRect/>
          </a:stretch>
        </p:blipFill>
        <p:spPr>
          <a:xfrm rot="3936371">
            <a:off x="4023849" y="3553815"/>
            <a:ext cx="279786" cy="279786"/>
          </a:xfrm>
          <a:prstGeom prst="rect">
            <a:avLst/>
          </a:prstGeom>
          <a:noFill/>
          <a:ln>
            <a:noFill/>
          </a:ln>
        </p:spPr>
      </p:pic>
      <p:sp>
        <p:nvSpPr>
          <p:cNvPr id="5712" name="Google Shape;5712;p197"/>
          <p:cNvSpPr/>
          <p:nvPr/>
        </p:nvSpPr>
        <p:spPr>
          <a:xfrm rot="4236902">
            <a:off x="4646857" y="3394454"/>
            <a:ext cx="675176" cy="620993"/>
          </a:xfrm>
          <a:prstGeom prst="ellipse">
            <a:avLst/>
          </a:prstGeom>
          <a:noFill/>
          <a:ln cap="flat" cmpd="sng" w="4450">
            <a:solidFill>
              <a:schemeClr val="dk2"/>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cxnSp>
        <p:nvCxnSpPr>
          <p:cNvPr id="5713" name="Google Shape;5713;p197"/>
          <p:cNvCxnSpPr/>
          <p:nvPr/>
        </p:nvCxnSpPr>
        <p:spPr>
          <a:xfrm rot="4235196">
            <a:off x="4689833" y="3681492"/>
            <a:ext cx="322220" cy="141282"/>
          </a:xfrm>
          <a:prstGeom prst="curvedConnector3">
            <a:avLst>
              <a:gd fmla="val 50000" name="adj1"/>
            </a:avLst>
          </a:prstGeom>
          <a:noFill/>
          <a:ln cap="flat" cmpd="sng" w="4450">
            <a:solidFill>
              <a:schemeClr val="dk2"/>
            </a:solidFill>
            <a:prstDash val="solid"/>
            <a:round/>
            <a:headEnd len="med" w="med" type="none"/>
            <a:tailEnd len="med" w="med" type="none"/>
          </a:ln>
        </p:spPr>
      </p:cxnSp>
      <p:sp>
        <p:nvSpPr>
          <p:cNvPr id="5714" name="Google Shape;5714;p197"/>
          <p:cNvSpPr/>
          <p:nvPr/>
        </p:nvSpPr>
        <p:spPr>
          <a:xfrm rot="4241480">
            <a:off x="4960516" y="3441417"/>
            <a:ext cx="87099" cy="141282"/>
          </a:xfrm>
          <a:prstGeom prst="ellipse">
            <a:avLst/>
          </a:prstGeom>
          <a:solidFill>
            <a:schemeClr val="lt2"/>
          </a:solidFill>
          <a:ln cap="flat" cmpd="sng" w="4450">
            <a:solidFill>
              <a:schemeClr val="dk2"/>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sp>
        <p:nvSpPr>
          <p:cNvPr id="5715" name="Google Shape;5715;p197"/>
          <p:cNvSpPr/>
          <p:nvPr/>
        </p:nvSpPr>
        <p:spPr>
          <a:xfrm rot="4241480">
            <a:off x="4987696" y="3617996"/>
            <a:ext cx="87099" cy="141282"/>
          </a:xfrm>
          <a:prstGeom prst="ellipse">
            <a:avLst/>
          </a:prstGeom>
          <a:solidFill>
            <a:schemeClr val="lt2"/>
          </a:solidFill>
          <a:ln cap="flat" cmpd="sng" w="4450">
            <a:solidFill>
              <a:schemeClr val="dk2"/>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sp>
        <p:nvSpPr>
          <p:cNvPr id="5716" name="Google Shape;5716;p197"/>
          <p:cNvSpPr/>
          <p:nvPr/>
        </p:nvSpPr>
        <p:spPr>
          <a:xfrm rot="4237514">
            <a:off x="4168595" y="3585728"/>
            <a:ext cx="346573" cy="690331"/>
          </a:xfrm>
          <a:prstGeom prst="flowChartProcess">
            <a:avLst/>
          </a:prstGeom>
          <a:solidFill>
            <a:srgbClr val="FF0000"/>
          </a:solidFill>
          <a:ln cap="flat" cmpd="sng" w="4450">
            <a:solidFill>
              <a:srgbClr val="FF0000"/>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cxnSp>
        <p:nvCxnSpPr>
          <p:cNvPr id="5717" name="Google Shape;5717;p197"/>
          <p:cNvCxnSpPr/>
          <p:nvPr/>
        </p:nvCxnSpPr>
        <p:spPr>
          <a:xfrm rot="9638924">
            <a:off x="3578601" y="3900807"/>
            <a:ext cx="397454" cy="128851"/>
          </a:xfrm>
          <a:prstGeom prst="curvedConnector3">
            <a:avLst>
              <a:gd fmla="val 50000" name="adj1"/>
            </a:avLst>
          </a:prstGeom>
          <a:noFill/>
          <a:ln cap="flat" cmpd="sng" w="4450">
            <a:solidFill>
              <a:schemeClr val="dk2"/>
            </a:solidFill>
            <a:prstDash val="solid"/>
            <a:round/>
            <a:headEnd len="med" w="med" type="none"/>
            <a:tailEnd len="med" w="med" type="none"/>
          </a:ln>
        </p:spPr>
      </p:cxnSp>
      <p:cxnSp>
        <p:nvCxnSpPr>
          <p:cNvPr id="5718" name="Google Shape;5718;p197"/>
          <p:cNvCxnSpPr/>
          <p:nvPr/>
        </p:nvCxnSpPr>
        <p:spPr>
          <a:xfrm flipH="1" rot="-1163906">
            <a:off x="3700643" y="4142905"/>
            <a:ext cx="366718" cy="159205"/>
          </a:xfrm>
          <a:prstGeom prst="curvedConnector3">
            <a:avLst>
              <a:gd fmla="val 50000" name="adj1"/>
            </a:avLst>
          </a:prstGeom>
          <a:noFill/>
          <a:ln cap="flat" cmpd="sng" w="4450">
            <a:solidFill>
              <a:schemeClr val="dk2"/>
            </a:solidFill>
            <a:prstDash val="solid"/>
            <a:round/>
            <a:headEnd len="med" w="med" type="none"/>
            <a:tailEnd len="med" w="med" type="none"/>
          </a:ln>
        </p:spPr>
      </p:cxnSp>
      <p:cxnSp>
        <p:nvCxnSpPr>
          <p:cNvPr id="5719" name="Google Shape;5719;p197"/>
          <p:cNvCxnSpPr/>
          <p:nvPr/>
        </p:nvCxnSpPr>
        <p:spPr>
          <a:xfrm flipH="1" rot="4234831">
            <a:off x="4027449" y="3585579"/>
            <a:ext cx="231892" cy="217282"/>
          </a:xfrm>
          <a:prstGeom prst="straightConnector1">
            <a:avLst/>
          </a:prstGeom>
          <a:noFill/>
          <a:ln cap="flat" cmpd="sng" w="4450">
            <a:solidFill>
              <a:schemeClr val="dk2"/>
            </a:solidFill>
            <a:prstDash val="solid"/>
            <a:round/>
            <a:headEnd len="med" w="med" type="none"/>
            <a:tailEnd len="med" w="med" type="none"/>
          </a:ln>
        </p:spPr>
      </p:cxnSp>
      <p:pic>
        <p:nvPicPr>
          <p:cNvPr descr="cowboy hat icon vector outline illustration (Provided by Getty Images)" id="5720" name="Google Shape;5720;p197"/>
          <p:cNvPicPr preferRelativeResize="0"/>
          <p:nvPr/>
        </p:nvPicPr>
        <p:blipFill rotWithShape="1">
          <a:blip r:embed="rId6">
            <a:alphaModFix/>
          </a:blip>
          <a:srcRect b="28376" l="12375" r="10949" t="24332"/>
          <a:stretch/>
        </p:blipFill>
        <p:spPr>
          <a:xfrm rot="4237503">
            <a:off x="4936624" y="3433623"/>
            <a:ext cx="837800" cy="306044"/>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4" name="Shape 5724"/>
        <p:cNvGrpSpPr/>
        <p:nvPr/>
      </p:nvGrpSpPr>
      <p:grpSpPr>
        <a:xfrm>
          <a:off x="0" y="0"/>
          <a:ext cx="0" cy="0"/>
          <a:chOff x="0" y="0"/>
          <a:chExt cx="0" cy="0"/>
        </a:xfrm>
      </p:grpSpPr>
      <p:cxnSp>
        <p:nvCxnSpPr>
          <p:cNvPr id="5725" name="Google Shape;5725;p198"/>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cxnSp>
        <p:nvCxnSpPr>
          <p:cNvPr id="5726" name="Google Shape;5726;p198"/>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727" name="Google Shape;5727;p198"/>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728" name="Google Shape;5728;p198"/>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729" name="Google Shape;5729;p198"/>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730" name="Google Shape;5730;p198"/>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5731" name="Google Shape;5731;p198"/>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5732" name="Google Shape;5732;p198"/>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5733" name="Google Shape;5733;p198"/>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5734" name="Google Shape;5734;p198"/>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5735" name="Google Shape;5735;p198"/>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5736" name="Google Shape;5736;p198"/>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5737" name="Google Shape;5737;p198"/>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5738" name="Google Shape;5738;p198"/>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5739" name="Google Shape;5739;p198"/>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5740" name="Google Shape;5740;p198"/>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5741" name="Google Shape;5741;p198"/>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5742" name="Google Shape;5742;p198"/>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5743" name="Google Shape;5743;p198"/>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5744" name="Google Shape;5744;p198"/>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5745" name="Google Shape;5745;p198"/>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5746" name="Google Shape;5746;p198"/>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5747" name="Google Shape;5747;p198"/>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5748" name="Google Shape;5748;p198"/>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5749" name="Google Shape;5749;p198"/>
          <p:cNvSpPr/>
          <p:nvPr/>
        </p:nvSpPr>
        <p:spPr>
          <a:xfrm rot="-3943650">
            <a:off x="4712509" y="2838876"/>
            <a:ext cx="630539" cy="661152"/>
          </a:xfrm>
          <a:prstGeom prst="ellipse">
            <a:avLst/>
          </a:prstGeom>
          <a:no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750" name="Google Shape;5750;p198"/>
          <p:cNvSpPr/>
          <p:nvPr/>
        </p:nvSpPr>
        <p:spPr>
          <a:xfrm rot="-3936510">
            <a:off x="4806504" y="3198632"/>
            <a:ext cx="81362" cy="136433"/>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751" name="Google Shape;5751;p198"/>
          <p:cNvSpPr/>
          <p:nvPr/>
        </p:nvSpPr>
        <p:spPr>
          <a:xfrm rot="-3936510">
            <a:off x="4936823" y="2999182"/>
            <a:ext cx="81362" cy="136433"/>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cxnSp>
        <p:nvCxnSpPr>
          <p:cNvPr id="5752" name="Google Shape;5752;p198"/>
          <p:cNvCxnSpPr/>
          <p:nvPr/>
        </p:nvCxnSpPr>
        <p:spPr>
          <a:xfrm flipH="1" rot="6860623">
            <a:off x="5125341" y="3221694"/>
            <a:ext cx="141918" cy="71034"/>
          </a:xfrm>
          <a:prstGeom prst="straightConnector1">
            <a:avLst/>
          </a:prstGeom>
          <a:noFill/>
          <a:ln cap="flat" cmpd="sng" w="6850">
            <a:solidFill>
              <a:schemeClr val="dk2"/>
            </a:solidFill>
            <a:prstDash val="solid"/>
            <a:round/>
            <a:headEnd len="med" w="med" type="none"/>
            <a:tailEnd len="med" w="med" type="none"/>
          </a:ln>
        </p:spPr>
      </p:cxnSp>
      <p:cxnSp>
        <p:nvCxnSpPr>
          <p:cNvPr id="5753" name="Google Shape;5753;p198"/>
          <p:cNvCxnSpPr/>
          <p:nvPr/>
        </p:nvCxnSpPr>
        <p:spPr>
          <a:xfrm flipH="1" rot="-4008085">
            <a:off x="5235179" y="3184274"/>
            <a:ext cx="4569" cy="71034"/>
          </a:xfrm>
          <a:prstGeom prst="straightConnector1">
            <a:avLst/>
          </a:prstGeom>
          <a:noFill/>
          <a:ln cap="flat" cmpd="sng" w="6850">
            <a:solidFill>
              <a:schemeClr val="dk2"/>
            </a:solidFill>
            <a:prstDash val="solid"/>
            <a:round/>
            <a:headEnd len="med" w="med" type="none"/>
            <a:tailEnd len="med" w="med" type="none"/>
          </a:ln>
        </p:spPr>
      </p:cxnSp>
      <p:cxnSp>
        <p:nvCxnSpPr>
          <p:cNvPr id="5754" name="Google Shape;5754;p198"/>
          <p:cNvCxnSpPr>
            <a:endCxn id="5750" idx="7"/>
          </p:cNvCxnSpPr>
          <p:nvPr/>
        </p:nvCxnSpPr>
        <p:spPr>
          <a:xfrm flipH="1" rot="10800000">
            <a:off x="4659647" y="3220922"/>
            <a:ext cx="155400" cy="6600"/>
          </a:xfrm>
          <a:prstGeom prst="straightConnector1">
            <a:avLst/>
          </a:prstGeom>
          <a:noFill/>
          <a:ln cap="flat" cmpd="sng" w="6850">
            <a:solidFill>
              <a:schemeClr val="dk2"/>
            </a:solidFill>
            <a:prstDash val="solid"/>
            <a:round/>
            <a:headEnd len="med" w="med" type="none"/>
            <a:tailEnd len="med" w="med" type="none"/>
          </a:ln>
        </p:spPr>
      </p:cxnSp>
      <p:cxnSp>
        <p:nvCxnSpPr>
          <p:cNvPr id="5755" name="Google Shape;5755;p198"/>
          <p:cNvCxnSpPr/>
          <p:nvPr/>
        </p:nvCxnSpPr>
        <p:spPr>
          <a:xfrm flipH="1" rot="6855000">
            <a:off x="4805115" y="2935287"/>
            <a:ext cx="176033" cy="51022"/>
          </a:xfrm>
          <a:prstGeom prst="straightConnector1">
            <a:avLst/>
          </a:prstGeom>
          <a:noFill/>
          <a:ln cap="flat" cmpd="sng" w="6850">
            <a:solidFill>
              <a:schemeClr val="dk2"/>
            </a:solidFill>
            <a:prstDash val="solid"/>
            <a:round/>
            <a:headEnd len="med" w="med" type="none"/>
            <a:tailEnd len="med" w="med" type="none"/>
          </a:ln>
        </p:spPr>
      </p:cxnSp>
      <p:pic>
        <p:nvPicPr>
          <p:cNvPr descr="Police hat icon / vector graphics (Provided by Getty Images)" id="5756" name="Google Shape;5756;p198"/>
          <p:cNvPicPr preferRelativeResize="0"/>
          <p:nvPr/>
        </p:nvPicPr>
        <p:blipFill rotWithShape="1">
          <a:blip r:embed="rId3">
            <a:alphaModFix/>
          </a:blip>
          <a:srcRect b="14259" l="13020" r="8215" t="12238"/>
          <a:stretch/>
        </p:blipFill>
        <p:spPr>
          <a:xfrm rot="-3944985">
            <a:off x="4259738" y="2654696"/>
            <a:ext cx="577056" cy="538506"/>
          </a:xfrm>
          <a:prstGeom prst="rect">
            <a:avLst/>
          </a:prstGeom>
          <a:noFill/>
          <a:ln>
            <a:noFill/>
          </a:ln>
        </p:spPr>
      </p:pic>
      <p:sp>
        <p:nvSpPr>
          <p:cNvPr id="5757" name="Google Shape;5757;p198"/>
          <p:cNvSpPr/>
          <p:nvPr/>
        </p:nvSpPr>
        <p:spPr>
          <a:xfrm rot="-3944965">
            <a:off x="5506497" y="3097295"/>
            <a:ext cx="393478" cy="743676"/>
          </a:xfrm>
          <a:prstGeom prst="flowChartProcess">
            <a:avLst/>
          </a:prstGeom>
          <a:solidFill>
            <a:srgbClr val="0000FF"/>
          </a:solidFill>
          <a:ln cap="flat" cmpd="sng" w="4175">
            <a:solidFill>
              <a:srgbClr val="FF0000"/>
            </a:solidFill>
            <a:prstDash val="solid"/>
            <a:round/>
            <a:headEnd len="sm" w="sm" type="none"/>
            <a:tailEnd len="sm" w="sm" type="none"/>
          </a:ln>
        </p:spPr>
        <p:txBody>
          <a:bodyPr anchorCtr="0" anchor="ctr" bIns="39875" lIns="39875" spcFirstLastPara="1" rIns="39875" wrap="square" tIns="39875">
            <a:noAutofit/>
          </a:bodyPr>
          <a:lstStyle/>
          <a:p>
            <a:pPr indent="0" lvl="0" marL="0" rtl="0" algn="ctr">
              <a:spcBef>
                <a:spcPts val="0"/>
              </a:spcBef>
              <a:spcAft>
                <a:spcPts val="0"/>
              </a:spcAft>
              <a:buNone/>
            </a:pPr>
            <a:r>
              <a:t/>
            </a:r>
            <a:endParaRPr sz="611"/>
          </a:p>
        </p:txBody>
      </p:sp>
      <p:cxnSp>
        <p:nvCxnSpPr>
          <p:cNvPr id="5758" name="Google Shape;5758;p198"/>
          <p:cNvCxnSpPr/>
          <p:nvPr/>
        </p:nvCxnSpPr>
        <p:spPr>
          <a:xfrm flipH="1" rot="-3943319">
            <a:off x="6080512" y="3637046"/>
            <a:ext cx="171464" cy="404975"/>
          </a:xfrm>
          <a:prstGeom prst="straightConnector1">
            <a:avLst/>
          </a:prstGeom>
          <a:noFill/>
          <a:ln cap="flat" cmpd="sng" w="6850">
            <a:solidFill>
              <a:schemeClr val="dk2"/>
            </a:solidFill>
            <a:prstDash val="solid"/>
            <a:round/>
            <a:headEnd len="med" w="med" type="none"/>
            <a:tailEnd len="med" w="med" type="none"/>
          </a:ln>
        </p:spPr>
      </p:cxnSp>
      <p:cxnSp>
        <p:nvCxnSpPr>
          <p:cNvPr id="5759" name="Google Shape;5759;p198"/>
          <p:cNvCxnSpPr/>
          <p:nvPr/>
        </p:nvCxnSpPr>
        <p:spPr>
          <a:xfrm rot="-3948550">
            <a:off x="6221523" y="3313666"/>
            <a:ext cx="191080" cy="421089"/>
          </a:xfrm>
          <a:prstGeom prst="straightConnector1">
            <a:avLst/>
          </a:prstGeom>
          <a:noFill/>
          <a:ln cap="flat" cmpd="sng" w="6850">
            <a:solidFill>
              <a:schemeClr val="dk2"/>
            </a:solidFill>
            <a:prstDash val="solid"/>
            <a:round/>
            <a:headEnd len="med" w="med" type="none"/>
            <a:tailEnd len="med" w="med" type="none"/>
          </a:ln>
        </p:spPr>
      </p:cxnSp>
      <p:cxnSp>
        <p:nvCxnSpPr>
          <p:cNvPr id="5760" name="Google Shape;5760;p198"/>
          <p:cNvCxnSpPr/>
          <p:nvPr/>
        </p:nvCxnSpPr>
        <p:spPr>
          <a:xfrm flipH="1" rot="-3946335">
            <a:off x="5379264" y="3576211"/>
            <a:ext cx="269760" cy="269760"/>
          </a:xfrm>
          <a:prstGeom prst="straightConnector1">
            <a:avLst/>
          </a:prstGeom>
          <a:noFill/>
          <a:ln cap="flat" cmpd="sng" w="6850">
            <a:solidFill>
              <a:schemeClr val="dk2"/>
            </a:solidFill>
            <a:prstDash val="solid"/>
            <a:round/>
            <a:headEnd len="med" w="med" type="none"/>
            <a:tailEnd len="med" w="med" type="none"/>
          </a:ln>
        </p:spPr>
      </p:cxnSp>
      <p:cxnSp>
        <p:nvCxnSpPr>
          <p:cNvPr id="5761" name="Google Shape;5761;p198"/>
          <p:cNvCxnSpPr/>
          <p:nvPr/>
        </p:nvCxnSpPr>
        <p:spPr>
          <a:xfrm rot="-3946335">
            <a:off x="5606078" y="3026094"/>
            <a:ext cx="269760" cy="285997"/>
          </a:xfrm>
          <a:prstGeom prst="straightConnector1">
            <a:avLst/>
          </a:prstGeom>
          <a:noFill/>
          <a:ln cap="flat" cmpd="sng" w="6850">
            <a:solidFill>
              <a:schemeClr val="dk2"/>
            </a:solidFill>
            <a:prstDash val="solid"/>
            <a:round/>
            <a:headEnd len="med" w="med" type="none"/>
            <a:tailEnd len="med" w="med" type="none"/>
          </a:ln>
        </p:spPr>
      </p:cxnSp>
      <p:pic>
        <p:nvPicPr>
          <p:cNvPr descr="a golden police badge with a star and the word police on it (Provided by Tenor)" id="5762" name="Google Shape;5762;p198"/>
          <p:cNvPicPr preferRelativeResize="0"/>
          <p:nvPr/>
        </p:nvPicPr>
        <p:blipFill>
          <a:blip r:embed="rId4">
            <a:alphaModFix/>
          </a:blip>
          <a:stretch>
            <a:fillRect/>
          </a:stretch>
        </p:blipFill>
        <p:spPr>
          <a:xfrm rot="-3944974">
            <a:off x="5408899" y="3188010"/>
            <a:ext cx="269991" cy="269991"/>
          </a:xfrm>
          <a:prstGeom prst="rect">
            <a:avLst/>
          </a:prstGeom>
          <a:noFill/>
          <a:ln>
            <a:noFill/>
          </a:ln>
        </p:spPr>
      </p:pic>
      <p:sp>
        <p:nvSpPr>
          <p:cNvPr id="5763" name="Google Shape;5763;p198"/>
          <p:cNvSpPr/>
          <p:nvPr/>
        </p:nvSpPr>
        <p:spPr>
          <a:xfrm rot="3935975">
            <a:off x="4310011" y="3054918"/>
            <a:ext cx="653577" cy="685134"/>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764" name="Google Shape;5764;p198"/>
          <p:cNvSpPr/>
          <p:nvPr/>
        </p:nvSpPr>
        <p:spPr>
          <a:xfrm rot="3933363">
            <a:off x="4591249" y="3222824"/>
            <a:ext cx="126872" cy="141372"/>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765" name="Google Shape;5765;p198"/>
          <p:cNvSpPr/>
          <p:nvPr/>
        </p:nvSpPr>
        <p:spPr>
          <a:xfrm rot="3932347">
            <a:off x="4736159" y="3438401"/>
            <a:ext cx="84043" cy="141372"/>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5766" name="Google Shape;5766;p198"/>
          <p:cNvCxnSpPr/>
          <p:nvPr/>
        </p:nvCxnSpPr>
        <p:spPr>
          <a:xfrm flipH="1" rot="-6861989">
            <a:off x="4379465" y="3431631"/>
            <a:ext cx="146884" cy="73442"/>
          </a:xfrm>
          <a:prstGeom prst="straightConnector1">
            <a:avLst/>
          </a:prstGeom>
          <a:noFill/>
          <a:ln cap="flat" cmpd="sng" w="7075">
            <a:solidFill>
              <a:schemeClr val="dk2"/>
            </a:solidFill>
            <a:prstDash val="solid"/>
            <a:round/>
            <a:headEnd len="med" w="med" type="none"/>
            <a:tailEnd len="med" w="med" type="none"/>
          </a:ln>
        </p:spPr>
      </p:cxnSp>
      <p:cxnSp>
        <p:nvCxnSpPr>
          <p:cNvPr id="5767" name="Google Shape;5767;p198"/>
          <p:cNvCxnSpPr/>
          <p:nvPr/>
        </p:nvCxnSpPr>
        <p:spPr>
          <a:xfrm flipH="1" rot="4008085">
            <a:off x="4451727" y="3489247"/>
            <a:ext cx="4569" cy="73442"/>
          </a:xfrm>
          <a:prstGeom prst="straightConnector1">
            <a:avLst/>
          </a:prstGeom>
          <a:noFill/>
          <a:ln cap="flat" cmpd="sng" w="7075">
            <a:solidFill>
              <a:schemeClr val="dk2"/>
            </a:solidFill>
            <a:prstDash val="solid"/>
            <a:round/>
            <a:headEnd len="med" w="med" type="none"/>
            <a:tailEnd len="med" w="med" type="none"/>
          </a:ln>
        </p:spPr>
      </p:cxnSp>
      <p:cxnSp>
        <p:nvCxnSpPr>
          <p:cNvPr id="5768" name="Google Shape;5768;p198"/>
          <p:cNvCxnSpPr>
            <a:endCxn id="5764" idx="7"/>
          </p:cNvCxnSpPr>
          <p:nvPr/>
        </p:nvCxnSpPr>
        <p:spPr>
          <a:xfrm flipH="1">
            <a:off x="4718749" y="3188262"/>
            <a:ext cx="101700" cy="125400"/>
          </a:xfrm>
          <a:prstGeom prst="straightConnector1">
            <a:avLst/>
          </a:prstGeom>
          <a:noFill/>
          <a:ln cap="flat" cmpd="sng" w="7075">
            <a:solidFill>
              <a:schemeClr val="dk2"/>
            </a:solidFill>
            <a:prstDash val="solid"/>
            <a:round/>
            <a:headEnd len="med" w="med" type="none"/>
            <a:tailEnd len="med" w="med" type="none"/>
          </a:ln>
        </p:spPr>
      </p:cxnSp>
      <p:cxnSp>
        <p:nvCxnSpPr>
          <p:cNvPr id="5769" name="Google Shape;5769;p198"/>
          <p:cNvCxnSpPr/>
          <p:nvPr/>
        </p:nvCxnSpPr>
        <p:spPr>
          <a:xfrm flipH="1" rot="-6862427">
            <a:off x="4799729" y="3409110"/>
            <a:ext cx="182462" cy="52760"/>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5770" name="Google Shape;5770;p198"/>
          <p:cNvPicPr preferRelativeResize="0"/>
          <p:nvPr/>
        </p:nvPicPr>
        <p:blipFill rotWithShape="1">
          <a:blip r:embed="rId3">
            <a:alphaModFix/>
          </a:blip>
          <a:srcRect b="14259" l="13020" r="8215" t="12238"/>
          <a:stretch/>
        </p:blipFill>
        <p:spPr>
          <a:xfrm rot="3936366">
            <a:off x="4856865" y="2913463"/>
            <a:ext cx="597988" cy="558049"/>
          </a:xfrm>
          <a:prstGeom prst="rect">
            <a:avLst/>
          </a:prstGeom>
          <a:noFill/>
          <a:ln>
            <a:noFill/>
          </a:ln>
        </p:spPr>
      </p:pic>
      <p:sp>
        <p:nvSpPr>
          <p:cNvPr id="5771" name="Google Shape;5771;p198"/>
          <p:cNvSpPr/>
          <p:nvPr/>
        </p:nvSpPr>
        <p:spPr>
          <a:xfrm rot="3936374">
            <a:off x="3737098" y="333226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5772" name="Google Shape;5772;p198"/>
          <p:cNvCxnSpPr/>
          <p:nvPr/>
        </p:nvCxnSpPr>
        <p:spPr>
          <a:xfrm flipH="1" rot="3935762">
            <a:off x="3246759" y="3614188"/>
            <a:ext cx="177894" cy="419696"/>
          </a:xfrm>
          <a:prstGeom prst="straightConnector1">
            <a:avLst/>
          </a:prstGeom>
          <a:noFill/>
          <a:ln cap="flat" cmpd="sng" w="7075">
            <a:solidFill>
              <a:schemeClr val="dk2"/>
            </a:solidFill>
            <a:prstDash val="solid"/>
            <a:round/>
            <a:headEnd len="med" w="med" type="none"/>
            <a:tailEnd len="med" w="med" type="none"/>
          </a:ln>
        </p:spPr>
      </p:cxnSp>
      <p:cxnSp>
        <p:nvCxnSpPr>
          <p:cNvPr id="5773" name="Google Shape;5773;p198"/>
          <p:cNvCxnSpPr/>
          <p:nvPr/>
        </p:nvCxnSpPr>
        <p:spPr>
          <a:xfrm rot="3936818">
            <a:off x="3378911" y="3939088"/>
            <a:ext cx="197632" cy="436206"/>
          </a:xfrm>
          <a:prstGeom prst="straightConnector1">
            <a:avLst/>
          </a:prstGeom>
          <a:noFill/>
          <a:ln cap="flat" cmpd="sng" w="7075">
            <a:solidFill>
              <a:schemeClr val="dk2"/>
            </a:solidFill>
            <a:prstDash val="solid"/>
            <a:round/>
            <a:headEnd len="med" w="med" type="none"/>
            <a:tailEnd len="med" w="med" type="none"/>
          </a:ln>
        </p:spPr>
      </p:cxnSp>
      <p:cxnSp>
        <p:nvCxnSpPr>
          <p:cNvPr id="5774" name="Google Shape;5774;p198"/>
          <p:cNvCxnSpPr/>
          <p:nvPr/>
        </p:nvCxnSpPr>
        <p:spPr>
          <a:xfrm flipH="1" rot="3937936">
            <a:off x="3742070" y="3264620"/>
            <a:ext cx="279938" cy="279938"/>
          </a:xfrm>
          <a:prstGeom prst="straightConnector1">
            <a:avLst/>
          </a:prstGeom>
          <a:noFill/>
          <a:ln cap="flat" cmpd="sng" w="7075">
            <a:solidFill>
              <a:schemeClr val="dk2"/>
            </a:solidFill>
            <a:prstDash val="solid"/>
            <a:round/>
            <a:headEnd len="med" w="med" type="none"/>
            <a:tailEnd len="med" w="med" type="none"/>
          </a:ln>
        </p:spPr>
      </p:cxnSp>
      <p:cxnSp>
        <p:nvCxnSpPr>
          <p:cNvPr id="5775" name="Google Shape;5775;p198"/>
          <p:cNvCxnSpPr/>
          <p:nvPr/>
        </p:nvCxnSpPr>
        <p:spPr>
          <a:xfrm flipH="1" rot="-6862624">
            <a:off x="4191681" y="3816716"/>
            <a:ext cx="404129" cy="185814"/>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5776" name="Google Shape;5776;p198"/>
          <p:cNvPicPr preferRelativeResize="0"/>
          <p:nvPr/>
        </p:nvPicPr>
        <p:blipFill>
          <a:blip r:embed="rId4">
            <a:alphaModFix/>
          </a:blip>
          <a:stretch>
            <a:fillRect/>
          </a:stretch>
        </p:blipFill>
        <p:spPr>
          <a:xfrm rot="3936371">
            <a:off x="4023849" y="3553815"/>
            <a:ext cx="279786" cy="279786"/>
          </a:xfrm>
          <a:prstGeom prst="rect">
            <a:avLst/>
          </a:prstGeom>
          <a:noFill/>
          <a:ln>
            <a:noFill/>
          </a:ln>
        </p:spPr>
      </p:pic>
      <p:sp>
        <p:nvSpPr>
          <p:cNvPr id="5777" name="Google Shape;5777;p198"/>
          <p:cNvSpPr/>
          <p:nvPr/>
        </p:nvSpPr>
        <p:spPr>
          <a:xfrm rot="4236902">
            <a:off x="4646857" y="3394454"/>
            <a:ext cx="675176" cy="620993"/>
          </a:xfrm>
          <a:prstGeom prst="ellipse">
            <a:avLst/>
          </a:prstGeom>
          <a:noFill/>
          <a:ln cap="flat" cmpd="sng" w="4450">
            <a:solidFill>
              <a:schemeClr val="dk2"/>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cxnSp>
        <p:nvCxnSpPr>
          <p:cNvPr id="5778" name="Google Shape;5778;p198"/>
          <p:cNvCxnSpPr/>
          <p:nvPr/>
        </p:nvCxnSpPr>
        <p:spPr>
          <a:xfrm rot="4235196">
            <a:off x="4689833" y="3681492"/>
            <a:ext cx="322220" cy="141282"/>
          </a:xfrm>
          <a:prstGeom prst="curvedConnector3">
            <a:avLst>
              <a:gd fmla="val 50000" name="adj1"/>
            </a:avLst>
          </a:prstGeom>
          <a:noFill/>
          <a:ln cap="flat" cmpd="sng" w="4450">
            <a:solidFill>
              <a:schemeClr val="dk2"/>
            </a:solidFill>
            <a:prstDash val="solid"/>
            <a:round/>
            <a:headEnd len="med" w="med" type="none"/>
            <a:tailEnd len="med" w="med" type="none"/>
          </a:ln>
        </p:spPr>
      </p:cxnSp>
      <p:sp>
        <p:nvSpPr>
          <p:cNvPr id="5779" name="Google Shape;5779;p198"/>
          <p:cNvSpPr/>
          <p:nvPr/>
        </p:nvSpPr>
        <p:spPr>
          <a:xfrm rot="4241480">
            <a:off x="4960516" y="3441417"/>
            <a:ext cx="87099" cy="141282"/>
          </a:xfrm>
          <a:prstGeom prst="ellipse">
            <a:avLst/>
          </a:prstGeom>
          <a:solidFill>
            <a:schemeClr val="lt2"/>
          </a:solidFill>
          <a:ln cap="flat" cmpd="sng" w="4450">
            <a:solidFill>
              <a:schemeClr val="dk2"/>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sp>
        <p:nvSpPr>
          <p:cNvPr id="5780" name="Google Shape;5780;p198"/>
          <p:cNvSpPr/>
          <p:nvPr/>
        </p:nvSpPr>
        <p:spPr>
          <a:xfrm rot="4241480">
            <a:off x="4987696" y="3617996"/>
            <a:ext cx="87099" cy="141282"/>
          </a:xfrm>
          <a:prstGeom prst="ellipse">
            <a:avLst/>
          </a:prstGeom>
          <a:solidFill>
            <a:schemeClr val="lt2"/>
          </a:solidFill>
          <a:ln cap="flat" cmpd="sng" w="4450">
            <a:solidFill>
              <a:schemeClr val="dk2"/>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sp>
        <p:nvSpPr>
          <p:cNvPr id="5781" name="Google Shape;5781;p198"/>
          <p:cNvSpPr/>
          <p:nvPr/>
        </p:nvSpPr>
        <p:spPr>
          <a:xfrm rot="4237514">
            <a:off x="4168595" y="3585728"/>
            <a:ext cx="346573" cy="690331"/>
          </a:xfrm>
          <a:prstGeom prst="flowChartProcess">
            <a:avLst/>
          </a:prstGeom>
          <a:solidFill>
            <a:srgbClr val="FF0000"/>
          </a:solidFill>
          <a:ln cap="flat" cmpd="sng" w="4450">
            <a:solidFill>
              <a:srgbClr val="FF0000"/>
            </a:solidFill>
            <a:prstDash val="solid"/>
            <a:round/>
            <a:headEnd len="sm" w="sm" type="none"/>
            <a:tailEnd len="sm" w="sm" type="none"/>
          </a:ln>
        </p:spPr>
        <p:txBody>
          <a:bodyPr anchorCtr="0" anchor="ctr" bIns="42675" lIns="42675" spcFirstLastPara="1" rIns="42675" wrap="square" tIns="42675">
            <a:noAutofit/>
          </a:bodyPr>
          <a:lstStyle/>
          <a:p>
            <a:pPr indent="0" lvl="0" marL="0" rtl="0" algn="ctr">
              <a:spcBef>
                <a:spcPts val="0"/>
              </a:spcBef>
              <a:spcAft>
                <a:spcPts val="0"/>
              </a:spcAft>
              <a:buNone/>
            </a:pPr>
            <a:r>
              <a:t/>
            </a:r>
            <a:endParaRPr sz="654"/>
          </a:p>
        </p:txBody>
      </p:sp>
      <p:cxnSp>
        <p:nvCxnSpPr>
          <p:cNvPr id="5782" name="Google Shape;5782;p198"/>
          <p:cNvCxnSpPr/>
          <p:nvPr/>
        </p:nvCxnSpPr>
        <p:spPr>
          <a:xfrm rot="9638924">
            <a:off x="3578601" y="3900807"/>
            <a:ext cx="397454" cy="128851"/>
          </a:xfrm>
          <a:prstGeom prst="curvedConnector3">
            <a:avLst>
              <a:gd fmla="val 50000" name="adj1"/>
            </a:avLst>
          </a:prstGeom>
          <a:noFill/>
          <a:ln cap="flat" cmpd="sng" w="4450">
            <a:solidFill>
              <a:schemeClr val="dk2"/>
            </a:solidFill>
            <a:prstDash val="solid"/>
            <a:round/>
            <a:headEnd len="med" w="med" type="none"/>
            <a:tailEnd len="med" w="med" type="none"/>
          </a:ln>
        </p:spPr>
      </p:cxnSp>
      <p:cxnSp>
        <p:nvCxnSpPr>
          <p:cNvPr id="5783" name="Google Shape;5783;p198"/>
          <p:cNvCxnSpPr/>
          <p:nvPr/>
        </p:nvCxnSpPr>
        <p:spPr>
          <a:xfrm flipH="1" rot="-1163906">
            <a:off x="3700643" y="4142905"/>
            <a:ext cx="366718" cy="159205"/>
          </a:xfrm>
          <a:prstGeom prst="curvedConnector3">
            <a:avLst>
              <a:gd fmla="val 50000" name="adj1"/>
            </a:avLst>
          </a:prstGeom>
          <a:noFill/>
          <a:ln cap="flat" cmpd="sng" w="4450">
            <a:solidFill>
              <a:schemeClr val="dk2"/>
            </a:solidFill>
            <a:prstDash val="solid"/>
            <a:round/>
            <a:headEnd len="med" w="med" type="none"/>
            <a:tailEnd len="med" w="med" type="none"/>
          </a:ln>
        </p:spPr>
      </p:cxnSp>
      <p:cxnSp>
        <p:nvCxnSpPr>
          <p:cNvPr id="5784" name="Google Shape;5784;p198"/>
          <p:cNvCxnSpPr/>
          <p:nvPr/>
        </p:nvCxnSpPr>
        <p:spPr>
          <a:xfrm flipH="1" rot="4234831">
            <a:off x="4027449" y="3585579"/>
            <a:ext cx="231892" cy="217282"/>
          </a:xfrm>
          <a:prstGeom prst="straightConnector1">
            <a:avLst/>
          </a:prstGeom>
          <a:noFill/>
          <a:ln cap="flat" cmpd="sng" w="4450">
            <a:solidFill>
              <a:schemeClr val="dk2"/>
            </a:solidFill>
            <a:prstDash val="solid"/>
            <a:round/>
            <a:headEnd len="med" w="med" type="none"/>
            <a:tailEnd len="med" w="med" type="none"/>
          </a:ln>
        </p:spPr>
      </p:cxnSp>
      <p:pic>
        <p:nvPicPr>
          <p:cNvPr descr="cowboy hat icon vector outline illustration (Provided by Getty Images)" id="5785" name="Google Shape;5785;p198"/>
          <p:cNvPicPr preferRelativeResize="0"/>
          <p:nvPr/>
        </p:nvPicPr>
        <p:blipFill rotWithShape="1">
          <a:blip r:embed="rId5">
            <a:alphaModFix/>
          </a:blip>
          <a:srcRect b="28376" l="12375" r="10949" t="24332"/>
          <a:stretch/>
        </p:blipFill>
        <p:spPr>
          <a:xfrm rot="4237503">
            <a:off x="4936624" y="3433623"/>
            <a:ext cx="837800" cy="306044"/>
          </a:xfrm>
          <a:prstGeom prst="rect">
            <a:avLst/>
          </a:prstGeom>
          <a:noFill/>
          <a:ln>
            <a:noFill/>
          </a:ln>
        </p:spPr>
      </p:pic>
      <p:sp>
        <p:nvSpPr>
          <p:cNvPr id="5786" name="Google Shape;5786;p198"/>
          <p:cNvSpPr/>
          <p:nvPr/>
        </p:nvSpPr>
        <p:spPr>
          <a:xfrm>
            <a:off x="-60100" y="-346675"/>
            <a:ext cx="9302400" cy="5599200"/>
          </a:xfrm>
          <a:prstGeom prst="rect">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7" name="Google Shape;5787;p198"/>
          <p:cNvSpPr/>
          <p:nvPr/>
        </p:nvSpPr>
        <p:spPr>
          <a:xfrm>
            <a:off x="1989000" y="1158438"/>
            <a:ext cx="4871400" cy="5430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DIED</a:t>
            </a:r>
            <a:endParaRPr b="1" sz="4400">
              <a:solidFill>
                <a:srgbClr val="FFFFFF"/>
              </a:solidFill>
            </a:endParaRPr>
          </a:p>
        </p:txBody>
      </p:sp>
      <p:sp>
        <p:nvSpPr>
          <p:cNvPr id="5788" name="Google Shape;5788;p198"/>
          <p:cNvSpPr/>
          <p:nvPr/>
        </p:nvSpPr>
        <p:spPr>
          <a:xfrm>
            <a:off x="254825" y="3000900"/>
            <a:ext cx="4379100" cy="1676400"/>
          </a:xfrm>
          <a:prstGeom prst="parallelogram">
            <a:avLst>
              <a:gd fmla="val 25000" name="adj"/>
            </a:avLst>
          </a:prstGeom>
          <a:solidFill>
            <a:srgbClr val="FF00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only you were stronger..</a:t>
            </a:r>
            <a:endParaRPr/>
          </a:p>
        </p:txBody>
      </p:sp>
      <p:sp>
        <p:nvSpPr>
          <p:cNvPr id="5789" name="Google Shape;5789;p198">
            <a:hlinkClick action="ppaction://hlinksldjump" r:id="rId6"/>
          </p:cNvPr>
          <p:cNvSpPr/>
          <p:nvPr/>
        </p:nvSpPr>
        <p:spPr>
          <a:xfrm>
            <a:off x="5912675" y="3677000"/>
            <a:ext cx="2337900" cy="1038300"/>
          </a:xfrm>
          <a:prstGeom prst="parallelogram">
            <a:avLst>
              <a:gd fmla="val 250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793" name="Shape 5793"/>
        <p:cNvGrpSpPr/>
        <p:nvPr/>
      </p:nvGrpSpPr>
      <p:grpSpPr>
        <a:xfrm>
          <a:off x="0" y="0"/>
          <a:ext cx="0" cy="0"/>
          <a:chOff x="0" y="0"/>
          <a:chExt cx="0" cy="0"/>
        </a:xfrm>
      </p:grpSpPr>
      <p:sp>
        <p:nvSpPr>
          <p:cNvPr id="5794" name="Google Shape;5794;p1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95" name="Google Shape;5795;p199">
            <a:hlinkClick action="ppaction://hlinkshowjump?jump=lastslide"/>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796" name="Google Shape;5796;p199"/>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797" name="Google Shape;5797;p199"/>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798" name="Google Shape;5798;p199"/>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799" name="Google Shape;5799;p199"/>
          <p:cNvPicPr preferRelativeResize="0"/>
          <p:nvPr/>
        </p:nvPicPr>
        <p:blipFill>
          <a:blip r:embed="rId3">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03" name="Shape 5803"/>
        <p:cNvGrpSpPr/>
        <p:nvPr/>
      </p:nvGrpSpPr>
      <p:grpSpPr>
        <a:xfrm>
          <a:off x="0" y="0"/>
          <a:ext cx="0" cy="0"/>
          <a:chOff x="0" y="0"/>
          <a:chExt cx="0" cy="0"/>
        </a:xfrm>
      </p:grpSpPr>
      <p:sp>
        <p:nvSpPr>
          <p:cNvPr id="5804" name="Google Shape;5804;p2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05" name="Google Shape;5805;p200">
            <a:hlinkClick action="ppaction://hlinksldjump" r:id="rId3"/>
          </p:cNvPr>
          <p:cNvSpPr/>
          <p:nvPr/>
        </p:nvSpPr>
        <p:spPr>
          <a:xfrm>
            <a:off x="1238000" y="3727975"/>
            <a:ext cx="6352800" cy="857400"/>
          </a:xfrm>
          <a:prstGeom prst="parallelogram">
            <a:avLst>
              <a:gd fmla="val 25000" name="adj"/>
            </a:avLst>
          </a:prstGeom>
          <a:solidFill>
            <a:srgbClr val="FF0000"/>
          </a:solid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endParaRPr>
          </a:p>
        </p:txBody>
      </p:sp>
      <p:sp>
        <p:nvSpPr>
          <p:cNvPr id="5806" name="Google Shape;5806;p200"/>
          <p:cNvSpPr txBox="1"/>
          <p:nvPr/>
        </p:nvSpPr>
        <p:spPr>
          <a:xfrm>
            <a:off x="1403781" y="3827477"/>
            <a:ext cx="44088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t>BACK</a:t>
            </a:r>
            <a:endParaRPr b="1" sz="3100"/>
          </a:p>
        </p:txBody>
      </p:sp>
      <p:sp>
        <p:nvSpPr>
          <p:cNvPr id="5807" name="Google Shape;5807;p200"/>
          <p:cNvSpPr txBox="1"/>
          <p:nvPr/>
        </p:nvSpPr>
        <p:spPr>
          <a:xfrm>
            <a:off x="1170500" y="810000"/>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You clicked somewhere wrong..</a:t>
            </a:r>
            <a:endParaRPr b="1" sz="3200">
              <a:solidFill>
                <a:schemeClr val="lt1"/>
              </a:solidFill>
            </a:endParaRPr>
          </a:p>
        </p:txBody>
      </p:sp>
      <p:sp>
        <p:nvSpPr>
          <p:cNvPr id="5808" name="Google Shape;5808;p200"/>
          <p:cNvSpPr txBox="1"/>
          <p:nvPr/>
        </p:nvSpPr>
        <p:spPr>
          <a:xfrm>
            <a:off x="259000" y="2462575"/>
            <a:ext cx="642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Click on highlighted items: </a:t>
            </a:r>
            <a:endParaRPr b="1" sz="3200">
              <a:solidFill>
                <a:schemeClr val="lt1"/>
              </a:solidFill>
            </a:endParaRPr>
          </a:p>
        </p:txBody>
      </p:sp>
      <p:pic>
        <p:nvPicPr>
          <p:cNvPr descr="Christmas Present (Square) with Bow &amp; Tag isolated (Provided by Getty Images)" id="5809" name="Google Shape;5809;p200"/>
          <p:cNvPicPr preferRelativeResize="0"/>
          <p:nvPr/>
        </p:nvPicPr>
        <p:blipFill>
          <a:blip r:embed="rId4">
            <a:alphaModFix/>
          </a:blip>
          <a:stretch>
            <a:fillRect/>
          </a:stretch>
        </p:blipFill>
        <p:spPr>
          <a:xfrm>
            <a:off x="5812575" y="2343262"/>
            <a:ext cx="1226501" cy="1022874"/>
          </a:xfrm>
          <a:prstGeom prst="rect">
            <a:avLst/>
          </a:prstGeom>
          <a:noFill/>
          <a:ln cap="flat" cmpd="sng" w="76200">
            <a:solidFill>
              <a:srgbClr val="00FF00"/>
            </a:solidFill>
            <a:prstDash val="solid"/>
            <a:round/>
            <a:headEnd len="sm" w="sm" type="none"/>
            <a:tailEnd len="sm" w="sm" type="none"/>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3" name="Shape 5813"/>
        <p:cNvGrpSpPr/>
        <p:nvPr/>
      </p:nvGrpSpPr>
      <p:grpSpPr>
        <a:xfrm>
          <a:off x="0" y="0"/>
          <a:ext cx="0" cy="0"/>
          <a:chOff x="0" y="0"/>
          <a:chExt cx="0" cy="0"/>
        </a:xfrm>
      </p:grpSpPr>
      <p:cxnSp>
        <p:nvCxnSpPr>
          <p:cNvPr id="5814" name="Google Shape;5814;p201"/>
          <p:cNvCxnSpPr/>
          <p:nvPr/>
        </p:nvCxnSpPr>
        <p:spPr>
          <a:xfrm rot="10800000">
            <a:off x="8451750" y="3323975"/>
            <a:ext cx="490200" cy="528900"/>
          </a:xfrm>
          <a:prstGeom prst="straightConnector1">
            <a:avLst/>
          </a:prstGeom>
          <a:noFill/>
          <a:ln cap="flat" cmpd="sng" w="8575">
            <a:solidFill>
              <a:schemeClr val="dk2"/>
            </a:solidFill>
            <a:prstDash val="solid"/>
            <a:round/>
            <a:headEnd len="med" w="med" type="none"/>
            <a:tailEnd len="med" w="med" type="none"/>
          </a:ln>
        </p:spPr>
      </p:cxnSp>
      <p:pic>
        <p:nvPicPr>
          <p:cNvPr id="5815" name="Google Shape;5815;p201" title="images (10).jpeg"/>
          <p:cNvPicPr preferRelativeResize="0"/>
          <p:nvPr/>
        </p:nvPicPr>
        <p:blipFill>
          <a:blip r:embed="rId3">
            <a:alphaModFix/>
          </a:blip>
          <a:stretch>
            <a:fillRect/>
          </a:stretch>
        </p:blipFill>
        <p:spPr>
          <a:xfrm>
            <a:off x="9057481" y="2601991"/>
            <a:ext cx="266912" cy="248511"/>
          </a:xfrm>
          <a:prstGeom prst="rect">
            <a:avLst/>
          </a:prstGeom>
          <a:noFill/>
          <a:ln>
            <a:noFill/>
          </a:ln>
        </p:spPr>
      </p:pic>
      <p:cxnSp>
        <p:nvCxnSpPr>
          <p:cNvPr id="5816" name="Google Shape;5816;p201"/>
          <p:cNvCxnSpPr/>
          <p:nvPr/>
        </p:nvCxnSpPr>
        <p:spPr>
          <a:xfrm rot="10800000">
            <a:off x="-71225" y="2718575"/>
            <a:ext cx="3627300" cy="33600"/>
          </a:xfrm>
          <a:prstGeom prst="straightConnector1">
            <a:avLst/>
          </a:prstGeom>
          <a:noFill/>
          <a:ln cap="flat" cmpd="sng" w="9525">
            <a:solidFill>
              <a:schemeClr val="dk2"/>
            </a:solidFill>
            <a:prstDash val="solid"/>
            <a:round/>
            <a:headEnd len="med" w="med" type="none"/>
            <a:tailEnd len="med" w="med" type="none"/>
          </a:ln>
        </p:spPr>
      </p:cxnSp>
      <p:cxnSp>
        <p:nvCxnSpPr>
          <p:cNvPr id="5817" name="Google Shape;5817;p201"/>
          <p:cNvCxnSpPr/>
          <p:nvPr/>
        </p:nvCxnSpPr>
        <p:spPr>
          <a:xfrm rot="10800000">
            <a:off x="3503325" y="32375"/>
            <a:ext cx="21000" cy="2645700"/>
          </a:xfrm>
          <a:prstGeom prst="straightConnector1">
            <a:avLst/>
          </a:prstGeom>
          <a:noFill/>
          <a:ln cap="flat" cmpd="sng" w="9525">
            <a:solidFill>
              <a:schemeClr val="dk2"/>
            </a:solidFill>
            <a:prstDash val="solid"/>
            <a:round/>
            <a:headEnd len="med" w="med" type="none"/>
            <a:tailEnd len="med" w="med" type="none"/>
          </a:ln>
        </p:spPr>
      </p:cxnSp>
      <p:cxnSp>
        <p:nvCxnSpPr>
          <p:cNvPr id="5818" name="Google Shape;5818;p201"/>
          <p:cNvCxnSpPr/>
          <p:nvPr/>
        </p:nvCxnSpPr>
        <p:spPr>
          <a:xfrm rot="10800000">
            <a:off x="5958383" y="-20575"/>
            <a:ext cx="3185700" cy="4317900"/>
          </a:xfrm>
          <a:prstGeom prst="straightConnector1">
            <a:avLst/>
          </a:prstGeom>
          <a:noFill/>
          <a:ln cap="flat" cmpd="sng" w="9525">
            <a:solidFill>
              <a:schemeClr val="dk2"/>
            </a:solidFill>
            <a:prstDash val="solid"/>
            <a:round/>
            <a:headEnd len="med" w="med" type="none"/>
            <a:tailEnd len="med" w="med" type="none"/>
          </a:ln>
        </p:spPr>
      </p:cxnSp>
      <p:cxnSp>
        <p:nvCxnSpPr>
          <p:cNvPr id="5819" name="Google Shape;5819;p201"/>
          <p:cNvCxnSpPr/>
          <p:nvPr/>
        </p:nvCxnSpPr>
        <p:spPr>
          <a:xfrm flipH="1" rot="10800000">
            <a:off x="8421600" y="1154075"/>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820" name="Google Shape;5820;p201"/>
          <p:cNvCxnSpPr/>
          <p:nvPr/>
        </p:nvCxnSpPr>
        <p:spPr>
          <a:xfrm flipH="1" rot="10800000">
            <a:off x="8941950" y="1649400"/>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821" name="Google Shape;5821;p201"/>
          <p:cNvCxnSpPr/>
          <p:nvPr/>
        </p:nvCxnSpPr>
        <p:spPr>
          <a:xfrm>
            <a:off x="3513750" y="2656925"/>
            <a:ext cx="264600" cy="211800"/>
          </a:xfrm>
          <a:prstGeom prst="straightConnector1">
            <a:avLst/>
          </a:prstGeom>
          <a:noFill/>
          <a:ln cap="flat" cmpd="sng" w="9525">
            <a:solidFill>
              <a:schemeClr val="dk2"/>
            </a:solidFill>
            <a:prstDash val="solid"/>
            <a:round/>
            <a:headEnd len="med" w="med" type="none"/>
            <a:tailEnd len="med" w="med" type="none"/>
          </a:ln>
        </p:spPr>
      </p:cxnSp>
      <p:cxnSp>
        <p:nvCxnSpPr>
          <p:cNvPr id="5822" name="Google Shape;5822;p201"/>
          <p:cNvCxnSpPr/>
          <p:nvPr/>
        </p:nvCxnSpPr>
        <p:spPr>
          <a:xfrm rot="10800000">
            <a:off x="3312825" y="138200"/>
            <a:ext cx="211500" cy="2529300"/>
          </a:xfrm>
          <a:prstGeom prst="straightConnector1">
            <a:avLst/>
          </a:prstGeom>
          <a:noFill/>
          <a:ln cap="flat" cmpd="sng" w="9525">
            <a:solidFill>
              <a:schemeClr val="dk2"/>
            </a:solidFill>
            <a:prstDash val="solid"/>
            <a:round/>
            <a:headEnd len="med" w="med" type="none"/>
            <a:tailEnd len="med" w="med" type="none"/>
          </a:ln>
        </p:spPr>
      </p:cxnSp>
      <p:sp>
        <p:nvSpPr>
          <p:cNvPr id="5823" name="Google Shape;5823;p201"/>
          <p:cNvSpPr/>
          <p:nvPr/>
        </p:nvSpPr>
        <p:spPr>
          <a:xfrm>
            <a:off x="8826575" y="1649400"/>
            <a:ext cx="680100" cy="669000"/>
          </a:xfrm>
          <a:prstGeom prst="parallelogram">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24" name="Google Shape;5824;p201"/>
          <p:cNvCxnSpPr/>
          <p:nvPr/>
        </p:nvCxnSpPr>
        <p:spPr>
          <a:xfrm rot="10800000">
            <a:off x="7529025" y="1958775"/>
            <a:ext cx="490200" cy="528900"/>
          </a:xfrm>
          <a:prstGeom prst="straightConnector1">
            <a:avLst/>
          </a:prstGeom>
          <a:noFill/>
          <a:ln cap="flat" cmpd="sng" w="8575">
            <a:solidFill>
              <a:schemeClr val="dk2"/>
            </a:solidFill>
            <a:prstDash val="solid"/>
            <a:round/>
            <a:headEnd len="med" w="med" type="none"/>
            <a:tailEnd len="med" w="med" type="none"/>
          </a:ln>
        </p:spPr>
      </p:cxnSp>
      <p:pic>
        <p:nvPicPr>
          <p:cNvPr id="5825" name="Google Shape;5825;p201" title="images (10).jpeg"/>
          <p:cNvPicPr preferRelativeResize="0"/>
          <p:nvPr/>
        </p:nvPicPr>
        <p:blipFill>
          <a:blip r:embed="rId3">
            <a:alphaModFix/>
          </a:blip>
          <a:stretch>
            <a:fillRect/>
          </a:stretch>
        </p:blipFill>
        <p:spPr>
          <a:xfrm>
            <a:off x="8134756" y="1236791"/>
            <a:ext cx="266912" cy="248511"/>
          </a:xfrm>
          <a:prstGeom prst="rect">
            <a:avLst/>
          </a:prstGeom>
          <a:noFill/>
          <a:ln>
            <a:noFill/>
          </a:ln>
        </p:spPr>
      </p:pic>
      <p:cxnSp>
        <p:nvCxnSpPr>
          <p:cNvPr id="5826" name="Google Shape;5826;p201"/>
          <p:cNvCxnSpPr/>
          <p:nvPr/>
        </p:nvCxnSpPr>
        <p:spPr>
          <a:xfrm flipH="1" rot="10800000">
            <a:off x="7498875" y="-211125"/>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827" name="Google Shape;5827;p201"/>
          <p:cNvCxnSpPr/>
          <p:nvPr/>
        </p:nvCxnSpPr>
        <p:spPr>
          <a:xfrm flipH="1" rot="10800000">
            <a:off x="8019225" y="284200"/>
            <a:ext cx="680100" cy="2153700"/>
          </a:xfrm>
          <a:prstGeom prst="straightConnector1">
            <a:avLst/>
          </a:prstGeom>
          <a:noFill/>
          <a:ln cap="flat" cmpd="sng" w="9525">
            <a:solidFill>
              <a:schemeClr val="dk2"/>
            </a:solidFill>
            <a:prstDash val="solid"/>
            <a:round/>
            <a:headEnd len="med" w="med" type="none"/>
            <a:tailEnd len="med" w="med" type="none"/>
          </a:ln>
        </p:spPr>
      </p:cxnSp>
      <p:sp>
        <p:nvSpPr>
          <p:cNvPr id="5828" name="Google Shape;5828;p201"/>
          <p:cNvSpPr/>
          <p:nvPr/>
        </p:nvSpPr>
        <p:spPr>
          <a:xfrm>
            <a:off x="7903850" y="284200"/>
            <a:ext cx="680100" cy="669000"/>
          </a:xfrm>
          <a:prstGeom prst="parallelogram">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29" name="Google Shape;5829;p201"/>
          <p:cNvCxnSpPr/>
          <p:nvPr/>
        </p:nvCxnSpPr>
        <p:spPr>
          <a:xfrm>
            <a:off x="8189600" y="-200525"/>
            <a:ext cx="529200" cy="455100"/>
          </a:xfrm>
          <a:prstGeom prst="straightConnector1">
            <a:avLst/>
          </a:prstGeom>
          <a:noFill/>
          <a:ln cap="flat" cmpd="sng" w="9525">
            <a:solidFill>
              <a:schemeClr val="dk2"/>
            </a:solidFill>
            <a:prstDash val="solid"/>
            <a:round/>
            <a:headEnd len="med" w="med" type="none"/>
            <a:tailEnd len="med" w="med" type="none"/>
          </a:ln>
        </p:spPr>
      </p:cxnSp>
      <p:cxnSp>
        <p:nvCxnSpPr>
          <p:cNvPr id="5830" name="Google Shape;5830;p201"/>
          <p:cNvCxnSpPr/>
          <p:nvPr/>
        </p:nvCxnSpPr>
        <p:spPr>
          <a:xfrm rot="10800000">
            <a:off x="6671742" y="803008"/>
            <a:ext cx="490200" cy="528900"/>
          </a:xfrm>
          <a:prstGeom prst="straightConnector1">
            <a:avLst/>
          </a:prstGeom>
          <a:noFill/>
          <a:ln cap="flat" cmpd="sng" w="8575">
            <a:solidFill>
              <a:schemeClr val="dk2"/>
            </a:solidFill>
            <a:prstDash val="solid"/>
            <a:round/>
            <a:headEnd len="med" w="med" type="none"/>
            <a:tailEnd len="med" w="med" type="none"/>
          </a:ln>
        </p:spPr>
      </p:cxnSp>
      <p:pic>
        <p:nvPicPr>
          <p:cNvPr id="5831" name="Google Shape;5831;p201" title="images (10).jpeg"/>
          <p:cNvPicPr preferRelativeResize="0"/>
          <p:nvPr/>
        </p:nvPicPr>
        <p:blipFill>
          <a:blip r:embed="rId3">
            <a:alphaModFix/>
          </a:blip>
          <a:stretch>
            <a:fillRect/>
          </a:stretch>
        </p:blipFill>
        <p:spPr>
          <a:xfrm>
            <a:off x="7277473" y="81024"/>
            <a:ext cx="266912" cy="248511"/>
          </a:xfrm>
          <a:prstGeom prst="rect">
            <a:avLst/>
          </a:prstGeom>
          <a:noFill/>
          <a:ln>
            <a:noFill/>
          </a:ln>
        </p:spPr>
      </p:pic>
      <p:cxnSp>
        <p:nvCxnSpPr>
          <p:cNvPr id="5832" name="Google Shape;5832;p201"/>
          <p:cNvCxnSpPr/>
          <p:nvPr/>
        </p:nvCxnSpPr>
        <p:spPr>
          <a:xfrm flipH="1" rot="10800000">
            <a:off x="6641592" y="-1366892"/>
            <a:ext cx="680100" cy="2153700"/>
          </a:xfrm>
          <a:prstGeom prst="straightConnector1">
            <a:avLst/>
          </a:prstGeom>
          <a:noFill/>
          <a:ln cap="flat" cmpd="sng" w="9525">
            <a:solidFill>
              <a:schemeClr val="dk2"/>
            </a:solidFill>
            <a:prstDash val="solid"/>
            <a:round/>
            <a:headEnd len="med" w="med" type="none"/>
            <a:tailEnd len="med" w="med" type="none"/>
          </a:ln>
        </p:spPr>
      </p:cxnSp>
      <p:cxnSp>
        <p:nvCxnSpPr>
          <p:cNvPr id="5833" name="Google Shape;5833;p201"/>
          <p:cNvCxnSpPr/>
          <p:nvPr/>
        </p:nvCxnSpPr>
        <p:spPr>
          <a:xfrm flipH="1" rot="10800000">
            <a:off x="7161942" y="-871567"/>
            <a:ext cx="680100" cy="2153700"/>
          </a:xfrm>
          <a:prstGeom prst="straightConnector1">
            <a:avLst/>
          </a:prstGeom>
          <a:noFill/>
          <a:ln cap="flat" cmpd="sng" w="9525">
            <a:solidFill>
              <a:schemeClr val="dk2"/>
            </a:solidFill>
            <a:prstDash val="solid"/>
            <a:round/>
            <a:headEnd len="med" w="med" type="none"/>
            <a:tailEnd len="med" w="med" type="none"/>
          </a:ln>
        </p:spPr>
      </p:cxnSp>
      <p:sp>
        <p:nvSpPr>
          <p:cNvPr id="5834" name="Google Shape;5834;p201"/>
          <p:cNvSpPr/>
          <p:nvPr/>
        </p:nvSpPr>
        <p:spPr>
          <a:xfrm>
            <a:off x="7046567" y="-871567"/>
            <a:ext cx="680100" cy="669000"/>
          </a:xfrm>
          <a:prstGeom prst="parallelogram">
            <a:avLst>
              <a:gd fmla="val 25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35" name="Google Shape;5835;p201"/>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836" name="Google Shape;5836;p201"/>
          <p:cNvSpPr/>
          <p:nvPr/>
        </p:nvSpPr>
        <p:spPr>
          <a:xfrm>
            <a:off x="275250" y="3418925"/>
            <a:ext cx="3566700" cy="1439400"/>
          </a:xfrm>
          <a:prstGeom prst="leftArrow">
            <a:avLst>
              <a:gd fmla="val 50000" name="adj1"/>
              <a:gd fmla="val 50000" name="adj2"/>
            </a:avLst>
          </a:prstGeom>
          <a:no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7" name="Google Shape;5837;p201"/>
          <p:cNvSpPr txBox="1"/>
          <p:nvPr/>
        </p:nvSpPr>
        <p:spPr>
          <a:xfrm>
            <a:off x="1560450" y="3800075"/>
            <a:ext cx="2217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dk2"/>
                </a:solidFill>
              </a:rPr>
              <a:t>LEFT</a:t>
            </a:r>
            <a:endParaRPr sz="3200">
              <a:solidFill>
                <a:schemeClr val="dk2"/>
              </a:solidFill>
            </a:endParaRPr>
          </a:p>
        </p:txBody>
      </p:sp>
      <p:sp>
        <p:nvSpPr>
          <p:cNvPr id="5838" name="Google Shape;5838;p201"/>
          <p:cNvSpPr/>
          <p:nvPr/>
        </p:nvSpPr>
        <p:spPr>
          <a:xfrm>
            <a:off x="8013064" y="2141238"/>
            <a:ext cx="879300" cy="809100"/>
          </a:xfrm>
          <a:prstGeom prst="ellipse">
            <a:avLst/>
          </a:prstGeom>
          <a:no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839" name="Google Shape;5839;p201"/>
          <p:cNvCxnSpPr/>
          <p:nvPr/>
        </p:nvCxnSpPr>
        <p:spPr>
          <a:xfrm>
            <a:off x="8242966" y="2638249"/>
            <a:ext cx="419400" cy="183900"/>
          </a:xfrm>
          <a:prstGeom prst="curvedConnector3">
            <a:avLst>
              <a:gd fmla="val 50000" name="adj1"/>
            </a:avLst>
          </a:prstGeom>
          <a:noFill/>
          <a:ln cap="flat" cmpd="sng" w="5800">
            <a:solidFill>
              <a:schemeClr val="dk2"/>
            </a:solidFill>
            <a:prstDash val="solid"/>
            <a:round/>
            <a:headEnd len="med" w="med" type="none"/>
            <a:tailEnd len="med" w="med" type="none"/>
          </a:ln>
        </p:spPr>
      </p:cxnSp>
      <p:sp>
        <p:nvSpPr>
          <p:cNvPr id="5840" name="Google Shape;5840;p201"/>
          <p:cNvSpPr/>
          <p:nvPr/>
        </p:nvSpPr>
        <p:spPr>
          <a:xfrm>
            <a:off x="8194395" y="234608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841" name="Google Shape;5841;p201"/>
          <p:cNvSpPr/>
          <p:nvPr/>
        </p:nvSpPr>
        <p:spPr>
          <a:xfrm>
            <a:off x="8411000" y="2373832"/>
            <a:ext cx="113400" cy="183900"/>
          </a:xfrm>
          <a:prstGeom prst="ellipse">
            <a:avLst/>
          </a:prstGeom>
          <a:solidFill>
            <a:schemeClr val="lt2"/>
          </a:solidFill>
          <a:ln cap="flat" cmpd="sng" w="5800">
            <a:solidFill>
              <a:schemeClr val="dk2"/>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sp>
        <p:nvSpPr>
          <p:cNvPr id="5842" name="Google Shape;5842;p201"/>
          <p:cNvSpPr/>
          <p:nvPr/>
        </p:nvSpPr>
        <p:spPr>
          <a:xfrm>
            <a:off x="8226947" y="2983360"/>
            <a:ext cx="451517" cy="899355"/>
          </a:xfrm>
          <a:prstGeom prst="flowChartProcess">
            <a:avLst/>
          </a:prstGeom>
          <a:solidFill>
            <a:srgbClr val="FF0000"/>
          </a:solidFill>
          <a:ln cap="flat" cmpd="sng" w="5800">
            <a:solidFill>
              <a:srgbClr val="FF0000"/>
            </a:solidFill>
            <a:prstDash val="solid"/>
            <a:round/>
            <a:headEnd len="sm" w="sm" type="none"/>
            <a:tailEnd len="sm" w="sm" type="none"/>
          </a:ln>
        </p:spPr>
        <p:txBody>
          <a:bodyPr anchorCtr="0" anchor="ctr" bIns="55600" lIns="55600" spcFirstLastPara="1" rIns="55600" wrap="square" tIns="55600">
            <a:noAutofit/>
          </a:bodyPr>
          <a:lstStyle/>
          <a:p>
            <a:pPr indent="0" lvl="0" marL="0" rtl="0" algn="ctr">
              <a:spcBef>
                <a:spcPts val="0"/>
              </a:spcBef>
              <a:spcAft>
                <a:spcPts val="0"/>
              </a:spcAft>
              <a:buNone/>
            </a:pPr>
            <a:r>
              <a:t/>
            </a:r>
            <a:endParaRPr sz="851"/>
          </a:p>
        </p:txBody>
      </p:sp>
      <p:cxnSp>
        <p:nvCxnSpPr>
          <p:cNvPr id="5843" name="Google Shape;5843;p201"/>
          <p:cNvCxnSpPr/>
          <p:nvPr/>
        </p:nvCxnSpPr>
        <p:spPr>
          <a:xfrm rot="5400000">
            <a:off x="7992050" y="4057915"/>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844" name="Google Shape;5844;p201"/>
          <p:cNvCxnSpPr/>
          <p:nvPr/>
        </p:nvCxnSpPr>
        <p:spPr>
          <a:xfrm flipH="1" rot="-5400000">
            <a:off x="8374257" y="4017865"/>
            <a:ext cx="477600" cy="2073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845" name="Google Shape;5845;p201"/>
          <p:cNvCxnSpPr/>
          <p:nvPr/>
        </p:nvCxnSpPr>
        <p:spPr>
          <a:xfrm rot="10800000">
            <a:off x="7882847" y="2902338"/>
            <a:ext cx="344100" cy="530700"/>
          </a:xfrm>
          <a:prstGeom prst="straightConnector1">
            <a:avLst/>
          </a:prstGeom>
          <a:noFill/>
          <a:ln cap="flat" cmpd="sng" w="5800">
            <a:solidFill>
              <a:schemeClr val="dk2"/>
            </a:solidFill>
            <a:prstDash val="solid"/>
            <a:round/>
            <a:headEnd len="med" w="med" type="none"/>
            <a:tailEnd len="med" w="med" type="none"/>
          </a:ln>
        </p:spPr>
      </p:cxnSp>
      <p:cxnSp>
        <p:nvCxnSpPr>
          <p:cNvPr id="5846" name="Google Shape;5846;p201"/>
          <p:cNvCxnSpPr>
            <a:stCxn id="5842" idx="3"/>
          </p:cNvCxnSpPr>
          <p:nvPr/>
        </p:nvCxnSpPr>
        <p:spPr>
          <a:xfrm flipH="1" rot="10800000">
            <a:off x="8678464" y="3300738"/>
            <a:ext cx="347100" cy="132300"/>
          </a:xfrm>
          <a:prstGeom prst="straightConnector1">
            <a:avLst/>
          </a:prstGeom>
          <a:noFill/>
          <a:ln cap="flat" cmpd="sng" w="5800">
            <a:solidFill>
              <a:schemeClr val="dk2"/>
            </a:solidFill>
            <a:prstDash val="solid"/>
            <a:round/>
            <a:headEnd len="med" w="med" type="none"/>
            <a:tailEnd len="med" w="med" type="none"/>
          </a:ln>
        </p:spPr>
      </p:cxnSp>
      <p:pic>
        <p:nvPicPr>
          <p:cNvPr descr="cowboy hat icon vector outline illustration (Provided by Getty Images)" id="5847" name="Google Shape;5847;p201"/>
          <p:cNvPicPr preferRelativeResize="0"/>
          <p:nvPr/>
        </p:nvPicPr>
        <p:blipFill rotWithShape="1">
          <a:blip r:embed="rId4">
            <a:alphaModFix/>
          </a:blip>
          <a:srcRect b="28376" l="12375" r="10949" t="24332"/>
          <a:stretch/>
        </p:blipFill>
        <p:spPr>
          <a:xfrm>
            <a:off x="7921963" y="1839126"/>
            <a:ext cx="1091487" cy="398710"/>
          </a:xfrm>
          <a:prstGeom prst="rect">
            <a:avLst/>
          </a:prstGeom>
          <a:noFill/>
          <a:ln>
            <a:noFill/>
          </a:ln>
        </p:spPr>
      </p:pic>
      <p:cxnSp>
        <p:nvCxnSpPr>
          <p:cNvPr id="5848" name="Google Shape;5848;p201"/>
          <p:cNvCxnSpPr/>
          <p:nvPr/>
        </p:nvCxnSpPr>
        <p:spPr>
          <a:xfrm>
            <a:off x="8155588" y="2210113"/>
            <a:ext cx="196500" cy="132300"/>
          </a:xfrm>
          <a:prstGeom prst="straightConnector1">
            <a:avLst/>
          </a:prstGeom>
          <a:noFill/>
          <a:ln cap="flat" cmpd="sng" w="9525">
            <a:solidFill>
              <a:schemeClr val="dk2"/>
            </a:solidFill>
            <a:prstDash val="solid"/>
            <a:round/>
            <a:headEnd len="med" w="med" type="none"/>
            <a:tailEnd len="med" w="med" type="none"/>
          </a:ln>
        </p:spPr>
      </p:cxnSp>
      <p:cxnSp>
        <p:nvCxnSpPr>
          <p:cNvPr id="5849" name="Google Shape;5849;p201"/>
          <p:cNvCxnSpPr/>
          <p:nvPr/>
        </p:nvCxnSpPr>
        <p:spPr>
          <a:xfrm flipH="1">
            <a:off x="8420888" y="2314250"/>
            <a:ext cx="181500" cy="44400"/>
          </a:xfrm>
          <a:prstGeom prst="straightConnector1">
            <a:avLst/>
          </a:prstGeom>
          <a:noFill/>
          <a:ln cap="flat" cmpd="sng" w="9525">
            <a:solidFill>
              <a:schemeClr val="dk2"/>
            </a:solidFill>
            <a:prstDash val="solid"/>
            <a:round/>
            <a:headEnd len="med" w="med" type="none"/>
            <a:tailEnd len="med" w="med" type="none"/>
          </a:ln>
        </p:spPr>
      </p:cxnSp>
      <p:sp>
        <p:nvSpPr>
          <p:cNvPr id="5850" name="Google Shape;5850;p201"/>
          <p:cNvSpPr txBox="1"/>
          <p:nvPr/>
        </p:nvSpPr>
        <p:spPr>
          <a:xfrm>
            <a:off x="6653655" y="468903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01 - CELLBLOCK</a:t>
            </a:r>
            <a:endParaRPr sz="1800">
              <a:solidFill>
                <a:srgbClr val="FFFFFF"/>
              </a:solidFill>
              <a:latin typeface="Times New Roman"/>
              <a:ea typeface="Times New Roman"/>
              <a:cs typeface="Times New Roman"/>
              <a:sym typeface="Times New Roman"/>
            </a:endParaRPr>
          </a:p>
        </p:txBody>
      </p:sp>
      <p:pic>
        <p:nvPicPr>
          <p:cNvPr id="5851" name="Google Shape;5851;p201" title="a-noise-and-static-filled-cctv-overlay-for-your-footage-composite-using-the-multiply-compositing-style-60-sec-duration-video.jpg"/>
          <p:cNvPicPr preferRelativeResize="0"/>
          <p:nvPr/>
        </p:nvPicPr>
        <p:blipFill>
          <a:blip r:embed="rId5">
            <a:alphaModFix amt="13000"/>
          </a:blip>
          <a:stretch>
            <a:fillRect/>
          </a:stretch>
        </p:blipFill>
        <p:spPr>
          <a:xfrm>
            <a:off x="0" y="-25950"/>
            <a:ext cx="9144000" cy="5143500"/>
          </a:xfrm>
          <a:prstGeom prst="rect">
            <a:avLst/>
          </a:prstGeom>
          <a:noFill/>
          <a:ln>
            <a:noFill/>
          </a:ln>
          <a:effectLst>
            <a:outerShdw blurRad="57150" rotWithShape="0" algn="bl" dir="5400000" dist="19050">
              <a:srgbClr val="000000">
                <a:alpha val="50000"/>
              </a:srgbClr>
            </a:outerShdw>
          </a:effectLst>
        </p:spPr>
      </p:pic>
      <p:pic>
        <p:nvPicPr>
          <p:cNvPr id="5852" name="Google Shape;5852;p201" title="red-circle-blink.gif"/>
          <p:cNvPicPr preferRelativeResize="0"/>
          <p:nvPr/>
        </p:nvPicPr>
        <p:blipFill rotWithShape="1">
          <a:blip r:embed="rId6">
            <a:alphaModFix/>
          </a:blip>
          <a:srcRect b="-1515" l="-18146" r="-13728" t="-1515"/>
          <a:stretch/>
        </p:blipFill>
        <p:spPr>
          <a:xfrm>
            <a:off x="8195820" y="460978"/>
            <a:ext cx="529200" cy="413422"/>
          </a:xfrm>
          <a:prstGeom prst="rect">
            <a:avLst/>
          </a:prstGeom>
          <a:noFill/>
          <a:ln>
            <a:noFill/>
          </a:ln>
          <a:effectLst>
            <a:outerShdw blurRad="57150" rotWithShape="0" algn="bl" dir="5400000" dist="19050">
              <a:srgbClr val="000000">
                <a:alpha val="50000"/>
              </a:srgbClr>
            </a:outerShdw>
          </a:effectLst>
        </p:spPr>
      </p:pic>
      <p:pic>
        <p:nvPicPr>
          <p:cNvPr descr="Biceps line and solid icon, gym workout concept, bicep sign on white background, sportsman arm icon in outline style for mobile concept and web design. Vector graphics. (Provided by Getty Images)" id="5853" name="Google Shape;5853;p201"/>
          <p:cNvPicPr preferRelativeResize="0"/>
          <p:nvPr/>
        </p:nvPicPr>
        <p:blipFill rotWithShape="1">
          <a:blip r:embed="rId7">
            <a:alphaModFix/>
          </a:blip>
          <a:srcRect b="27060" l="0" r="51590" t="27460"/>
          <a:stretch/>
        </p:blipFill>
        <p:spPr>
          <a:xfrm>
            <a:off x="8678470" y="2950345"/>
            <a:ext cx="680100" cy="638945"/>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5854" name="Google Shape;5854;p201"/>
          <p:cNvPicPr preferRelativeResize="0"/>
          <p:nvPr/>
        </p:nvPicPr>
        <p:blipFill rotWithShape="1">
          <a:blip r:embed="rId7">
            <a:alphaModFix/>
          </a:blip>
          <a:srcRect b="27060" l="0" r="51590" t="27460"/>
          <a:stretch/>
        </p:blipFill>
        <p:spPr>
          <a:xfrm flipH="1">
            <a:off x="7552550" y="2865725"/>
            <a:ext cx="747377" cy="63895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8" name="Shape 5858"/>
        <p:cNvGrpSpPr/>
        <p:nvPr/>
      </p:nvGrpSpPr>
      <p:grpSpPr>
        <a:xfrm>
          <a:off x="0" y="0"/>
          <a:ext cx="0" cy="0"/>
          <a:chOff x="0" y="0"/>
          <a:chExt cx="0" cy="0"/>
        </a:xfrm>
      </p:grpSpPr>
      <p:cxnSp>
        <p:nvCxnSpPr>
          <p:cNvPr id="5859" name="Google Shape;5859;p202"/>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860" name="Google Shape;5860;p202"/>
          <p:cNvSpPr txBox="1"/>
          <p:nvPr/>
        </p:nvSpPr>
        <p:spPr>
          <a:xfrm>
            <a:off x="6681447" y="478238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02 - ENTRANCE</a:t>
            </a:r>
            <a:endParaRPr sz="1800">
              <a:solidFill>
                <a:srgbClr val="FFFFFF"/>
              </a:solidFill>
              <a:latin typeface="Times New Roman"/>
              <a:ea typeface="Times New Roman"/>
              <a:cs typeface="Times New Roman"/>
              <a:sym typeface="Times New Roman"/>
            </a:endParaRPr>
          </a:p>
        </p:txBody>
      </p:sp>
      <p:pic>
        <p:nvPicPr>
          <p:cNvPr id="5861" name="Google Shape;5861;p202" title="a-noise-and-static-filled-cctv-overlay-for-your-footage-composite-using-the-multiply-compositing-style-60-sec-duration-video.jpg"/>
          <p:cNvPicPr preferRelativeResize="0"/>
          <p:nvPr/>
        </p:nvPicPr>
        <p:blipFill>
          <a:blip r:embed="rId3">
            <a:alphaModFix amt="13000"/>
          </a:blip>
          <a:stretch>
            <a:fillRect/>
          </a:stretch>
        </p:blipFill>
        <p:spPr>
          <a:xfrm>
            <a:off x="0" y="-107700"/>
            <a:ext cx="9144000" cy="5143500"/>
          </a:xfrm>
          <a:prstGeom prst="rect">
            <a:avLst/>
          </a:prstGeom>
          <a:noFill/>
          <a:ln>
            <a:noFill/>
          </a:ln>
          <a:effectLst>
            <a:outerShdw blurRad="57150" rotWithShape="0" algn="bl" dir="5400000" dist="19050">
              <a:srgbClr val="000000">
                <a:alpha val="50000"/>
              </a:srgbClr>
            </a:outerShdw>
          </a:effectLst>
        </p:spPr>
      </p:pic>
      <p:cxnSp>
        <p:nvCxnSpPr>
          <p:cNvPr id="5862" name="Google Shape;5862;p202"/>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863" name="Google Shape;5863;p202"/>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864" name="Google Shape;5864;p202"/>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865" name="Google Shape;5865;p202"/>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866" name="Google Shape;5866;p202"/>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5867" name="Google Shape;5867;p202"/>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5868" name="Google Shape;5868;p202"/>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5869" name="Google Shape;5869;p202"/>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5870" name="Google Shape;5870;p202"/>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5871" name="Google Shape;5871;p202"/>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5872" name="Google Shape;5872;p202"/>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5873" name="Google Shape;5873;p202"/>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5874" name="Google Shape;5874;p202"/>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5875" name="Google Shape;5875;p202"/>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5876" name="Google Shape;5876;p202"/>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5877" name="Google Shape;5877;p202"/>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5878" name="Google Shape;5878;p202"/>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5879" name="Google Shape;5879;p202"/>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5880" name="Google Shape;5880;p202"/>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5881" name="Google Shape;5881;p202"/>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5882" name="Google Shape;5882;p202"/>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5883" name="Google Shape;5883;p202"/>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5884" name="Google Shape;5884;p202"/>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5885" name="Google Shape;5885;p202"/>
          <p:cNvSpPr/>
          <p:nvPr/>
        </p:nvSpPr>
        <p:spPr>
          <a:xfrm>
            <a:off x="6612321" y="16841"/>
            <a:ext cx="592200" cy="544800"/>
          </a:xfrm>
          <a:prstGeom prst="ellipse">
            <a:avLst/>
          </a:prstGeom>
          <a:no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886" name="Google Shape;5886;p202"/>
          <p:cNvCxnSpPr/>
          <p:nvPr/>
        </p:nvCxnSpPr>
        <p:spPr>
          <a:xfrm>
            <a:off x="6767119" y="351491"/>
            <a:ext cx="282300" cy="123900"/>
          </a:xfrm>
          <a:prstGeom prst="curvedConnector3">
            <a:avLst>
              <a:gd fmla="val 50000" name="adj1"/>
            </a:avLst>
          </a:prstGeom>
          <a:noFill/>
          <a:ln cap="flat" cmpd="sng" w="6425">
            <a:solidFill>
              <a:srgbClr val="000000"/>
            </a:solidFill>
            <a:prstDash val="solid"/>
            <a:round/>
            <a:headEnd len="med" w="med" type="none"/>
            <a:tailEnd len="med" w="med" type="none"/>
          </a:ln>
        </p:spPr>
      </p:cxnSp>
      <p:sp>
        <p:nvSpPr>
          <p:cNvPr id="5887" name="Google Shape;5887;p202"/>
          <p:cNvSpPr/>
          <p:nvPr/>
        </p:nvSpPr>
        <p:spPr>
          <a:xfrm>
            <a:off x="6756334" y="183676"/>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888" name="Google Shape;5888;p202"/>
          <p:cNvSpPr/>
          <p:nvPr/>
        </p:nvSpPr>
        <p:spPr>
          <a:xfrm>
            <a:off x="6880181" y="270920"/>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889" name="Google Shape;5889;p202"/>
          <p:cNvSpPr/>
          <p:nvPr/>
        </p:nvSpPr>
        <p:spPr>
          <a:xfrm>
            <a:off x="6756325" y="605042"/>
            <a:ext cx="304025" cy="465600"/>
          </a:xfrm>
          <a:prstGeom prst="flowChartProcess">
            <a:avLst/>
          </a:prstGeom>
          <a:solidFill>
            <a:srgbClr val="FF0000"/>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890" name="Google Shape;5890;p202"/>
          <p:cNvCxnSpPr>
            <a:stCxn id="5889" idx="3"/>
          </p:cNvCxnSpPr>
          <p:nvPr/>
        </p:nvCxnSpPr>
        <p:spPr>
          <a:xfrm>
            <a:off x="7060350" y="837842"/>
            <a:ext cx="609900" cy="192300"/>
          </a:xfrm>
          <a:prstGeom prst="straightConnector1">
            <a:avLst/>
          </a:prstGeom>
          <a:noFill/>
          <a:ln cap="flat" cmpd="sng" w="6425">
            <a:solidFill>
              <a:srgbClr val="000000"/>
            </a:solidFill>
            <a:prstDash val="solid"/>
            <a:round/>
            <a:headEnd len="med" w="med" type="none"/>
            <a:tailEnd len="med" w="med" type="none"/>
          </a:ln>
        </p:spPr>
      </p:cxnSp>
      <p:pic>
        <p:nvPicPr>
          <p:cNvPr descr="cowboy hat icon vector outline illustration (Provided by Getty Images)" id="5891" name="Google Shape;5891;p202"/>
          <p:cNvPicPr preferRelativeResize="0"/>
          <p:nvPr/>
        </p:nvPicPr>
        <p:blipFill rotWithShape="1">
          <a:blip r:embed="rId4">
            <a:alphaModFix/>
          </a:blip>
          <a:srcRect b="28376" l="12375" r="10949" t="24332"/>
          <a:stretch/>
        </p:blipFill>
        <p:spPr>
          <a:xfrm>
            <a:off x="6550981" y="-186578"/>
            <a:ext cx="734920" cy="268462"/>
          </a:xfrm>
          <a:prstGeom prst="rect">
            <a:avLst/>
          </a:prstGeom>
          <a:noFill/>
          <a:ln>
            <a:noFill/>
          </a:ln>
        </p:spPr>
      </p:pic>
      <p:sp>
        <p:nvSpPr>
          <p:cNvPr id="5892" name="Google Shape;5892;p202"/>
          <p:cNvSpPr/>
          <p:nvPr/>
        </p:nvSpPr>
        <p:spPr>
          <a:xfrm>
            <a:off x="7975336" y="2633713"/>
            <a:ext cx="630600" cy="661200"/>
          </a:xfrm>
          <a:prstGeom prst="ellipse">
            <a:avLst/>
          </a:prstGeom>
          <a:no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893" name="Google Shape;5893;p202"/>
          <p:cNvSpPr/>
          <p:nvPr/>
        </p:nvSpPr>
        <p:spPr>
          <a:xfrm>
            <a:off x="8151458" y="281628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894" name="Google Shape;5894;p202"/>
          <p:cNvSpPr/>
          <p:nvPr/>
        </p:nvSpPr>
        <p:spPr>
          <a:xfrm>
            <a:off x="8367559" y="281628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cxnSp>
        <p:nvCxnSpPr>
          <p:cNvPr id="5895" name="Google Shape;5895;p202"/>
          <p:cNvCxnSpPr/>
          <p:nvPr/>
        </p:nvCxnSpPr>
        <p:spPr>
          <a:xfrm flipH="1" rot="10800000">
            <a:off x="8208755" y="3118407"/>
            <a:ext cx="141900" cy="71100"/>
          </a:xfrm>
          <a:prstGeom prst="straightConnector1">
            <a:avLst/>
          </a:prstGeom>
          <a:noFill/>
          <a:ln cap="flat" cmpd="sng" w="6850">
            <a:solidFill>
              <a:schemeClr val="dk2"/>
            </a:solidFill>
            <a:prstDash val="solid"/>
            <a:round/>
            <a:headEnd len="med" w="med" type="none"/>
            <a:tailEnd len="med" w="med" type="none"/>
          </a:ln>
        </p:spPr>
      </p:cxnSp>
      <p:cxnSp>
        <p:nvCxnSpPr>
          <p:cNvPr id="5896" name="Google Shape;5896;p202"/>
          <p:cNvCxnSpPr/>
          <p:nvPr/>
        </p:nvCxnSpPr>
        <p:spPr>
          <a:xfrm flipH="1">
            <a:off x="8328441" y="3140708"/>
            <a:ext cx="4500" cy="71100"/>
          </a:xfrm>
          <a:prstGeom prst="straightConnector1">
            <a:avLst/>
          </a:prstGeom>
          <a:noFill/>
          <a:ln cap="flat" cmpd="sng" w="6850">
            <a:solidFill>
              <a:schemeClr val="dk2"/>
            </a:solidFill>
            <a:prstDash val="solid"/>
            <a:round/>
            <a:headEnd len="med" w="med" type="none"/>
            <a:tailEnd len="med" w="med" type="none"/>
          </a:ln>
        </p:spPr>
      </p:cxnSp>
      <p:cxnSp>
        <p:nvCxnSpPr>
          <p:cNvPr id="5897" name="Google Shape;5897;p202"/>
          <p:cNvCxnSpPr>
            <a:endCxn id="5893" idx="7"/>
          </p:cNvCxnSpPr>
          <p:nvPr/>
        </p:nvCxnSpPr>
        <p:spPr>
          <a:xfrm>
            <a:off x="8151252" y="2697078"/>
            <a:ext cx="69600" cy="139200"/>
          </a:xfrm>
          <a:prstGeom prst="straightConnector1">
            <a:avLst/>
          </a:prstGeom>
          <a:noFill/>
          <a:ln cap="flat" cmpd="sng" w="6850">
            <a:solidFill>
              <a:schemeClr val="dk2"/>
            </a:solidFill>
            <a:prstDash val="solid"/>
            <a:round/>
            <a:headEnd len="med" w="med" type="none"/>
            <a:tailEnd len="med" w="med" type="none"/>
          </a:ln>
        </p:spPr>
      </p:cxnSp>
      <p:cxnSp>
        <p:nvCxnSpPr>
          <p:cNvPr id="5898" name="Google Shape;5898;p202"/>
          <p:cNvCxnSpPr/>
          <p:nvPr/>
        </p:nvCxnSpPr>
        <p:spPr>
          <a:xfrm flipH="1" rot="10800000">
            <a:off x="8337369" y="2730455"/>
            <a:ext cx="176100" cy="51000"/>
          </a:xfrm>
          <a:prstGeom prst="straightConnector1">
            <a:avLst/>
          </a:prstGeom>
          <a:noFill/>
          <a:ln cap="flat" cmpd="sng" w="6850">
            <a:solidFill>
              <a:schemeClr val="dk2"/>
            </a:solidFill>
            <a:prstDash val="solid"/>
            <a:round/>
            <a:headEnd len="med" w="med" type="none"/>
            <a:tailEnd len="med" w="med" type="none"/>
          </a:ln>
        </p:spPr>
      </p:cxnSp>
      <p:pic>
        <p:nvPicPr>
          <p:cNvPr descr="Police hat icon / vector graphics (Provided by Getty Images)" id="5899" name="Google Shape;5899;p202"/>
          <p:cNvPicPr preferRelativeResize="0"/>
          <p:nvPr/>
        </p:nvPicPr>
        <p:blipFill rotWithShape="1">
          <a:blip r:embed="rId5">
            <a:alphaModFix/>
          </a:blip>
          <a:srcRect b="14259" l="13020" r="8215" t="12238"/>
          <a:stretch/>
        </p:blipFill>
        <p:spPr>
          <a:xfrm>
            <a:off x="8028833" y="2157123"/>
            <a:ext cx="577055" cy="538506"/>
          </a:xfrm>
          <a:prstGeom prst="rect">
            <a:avLst/>
          </a:prstGeom>
          <a:noFill/>
          <a:ln>
            <a:noFill/>
          </a:ln>
        </p:spPr>
      </p:pic>
      <p:sp>
        <p:nvSpPr>
          <p:cNvPr id="5900" name="Google Shape;5900;p202"/>
          <p:cNvSpPr/>
          <p:nvPr/>
        </p:nvSpPr>
        <p:spPr>
          <a:xfrm>
            <a:off x="8097925" y="3331512"/>
            <a:ext cx="393478" cy="743676"/>
          </a:xfrm>
          <a:prstGeom prst="flowChartProcess">
            <a:avLst/>
          </a:prstGeom>
          <a:solidFill>
            <a:srgbClr val="0000FF"/>
          </a:solidFill>
          <a:ln cap="flat" cmpd="sng" w="4175">
            <a:solidFill>
              <a:srgbClr val="FF0000"/>
            </a:solidFill>
            <a:prstDash val="solid"/>
            <a:round/>
            <a:headEnd len="sm" w="sm" type="none"/>
            <a:tailEnd len="sm" w="sm" type="none"/>
          </a:ln>
        </p:spPr>
        <p:txBody>
          <a:bodyPr anchorCtr="0" anchor="ctr" bIns="39875" lIns="39875" spcFirstLastPara="1" rIns="39875" wrap="square" tIns="39875">
            <a:noAutofit/>
          </a:bodyPr>
          <a:lstStyle/>
          <a:p>
            <a:pPr indent="0" lvl="0" marL="0" rtl="0" algn="ctr">
              <a:spcBef>
                <a:spcPts val="0"/>
              </a:spcBef>
              <a:spcAft>
                <a:spcPts val="0"/>
              </a:spcAft>
              <a:buNone/>
            </a:pPr>
            <a:r>
              <a:t/>
            </a:r>
            <a:endParaRPr sz="611"/>
          </a:p>
        </p:txBody>
      </p:sp>
      <p:cxnSp>
        <p:nvCxnSpPr>
          <p:cNvPr id="5901" name="Google Shape;5901;p202"/>
          <p:cNvCxnSpPr/>
          <p:nvPr/>
        </p:nvCxnSpPr>
        <p:spPr>
          <a:xfrm flipH="1">
            <a:off x="8061177" y="4075188"/>
            <a:ext cx="171600" cy="405000"/>
          </a:xfrm>
          <a:prstGeom prst="straightConnector1">
            <a:avLst/>
          </a:prstGeom>
          <a:noFill/>
          <a:ln cap="flat" cmpd="sng" w="6850">
            <a:solidFill>
              <a:schemeClr val="dk2"/>
            </a:solidFill>
            <a:prstDash val="solid"/>
            <a:round/>
            <a:headEnd len="med" w="med" type="none"/>
            <a:tailEnd len="med" w="med" type="none"/>
          </a:ln>
        </p:spPr>
      </p:cxnSp>
      <p:cxnSp>
        <p:nvCxnSpPr>
          <p:cNvPr id="5902" name="Google Shape;5902;p202"/>
          <p:cNvCxnSpPr/>
          <p:nvPr/>
        </p:nvCxnSpPr>
        <p:spPr>
          <a:xfrm>
            <a:off x="8400939" y="4075188"/>
            <a:ext cx="191100" cy="421200"/>
          </a:xfrm>
          <a:prstGeom prst="straightConnector1">
            <a:avLst/>
          </a:prstGeom>
          <a:noFill/>
          <a:ln cap="flat" cmpd="sng" w="6850">
            <a:solidFill>
              <a:schemeClr val="dk2"/>
            </a:solidFill>
            <a:prstDash val="solid"/>
            <a:round/>
            <a:headEnd len="med" w="med" type="none"/>
            <a:tailEnd len="med" w="med" type="none"/>
          </a:ln>
        </p:spPr>
      </p:cxnSp>
      <p:cxnSp>
        <p:nvCxnSpPr>
          <p:cNvPr id="5903" name="Google Shape;5903;p202"/>
          <p:cNvCxnSpPr/>
          <p:nvPr/>
        </p:nvCxnSpPr>
        <p:spPr>
          <a:xfrm flipH="1">
            <a:off x="7861518" y="3495389"/>
            <a:ext cx="269700" cy="269700"/>
          </a:xfrm>
          <a:prstGeom prst="straightConnector1">
            <a:avLst/>
          </a:prstGeom>
          <a:noFill/>
          <a:ln cap="flat" cmpd="sng" w="6850">
            <a:solidFill>
              <a:schemeClr val="dk2"/>
            </a:solidFill>
            <a:prstDash val="solid"/>
            <a:round/>
            <a:headEnd len="med" w="med" type="none"/>
            <a:tailEnd len="med" w="med" type="none"/>
          </a:ln>
        </p:spPr>
      </p:cxnSp>
      <p:cxnSp>
        <p:nvCxnSpPr>
          <p:cNvPr id="5904" name="Google Shape;5904;p202"/>
          <p:cNvCxnSpPr/>
          <p:nvPr/>
        </p:nvCxnSpPr>
        <p:spPr>
          <a:xfrm>
            <a:off x="8448915" y="3471563"/>
            <a:ext cx="269700" cy="285900"/>
          </a:xfrm>
          <a:prstGeom prst="straightConnector1">
            <a:avLst/>
          </a:prstGeom>
          <a:noFill/>
          <a:ln cap="flat" cmpd="sng" w="6850">
            <a:solidFill>
              <a:schemeClr val="dk2"/>
            </a:solidFill>
            <a:prstDash val="solid"/>
            <a:round/>
            <a:headEnd len="med" w="med" type="none"/>
            <a:tailEnd len="med" w="med" type="none"/>
          </a:ln>
        </p:spPr>
      </p:cxnSp>
      <p:pic>
        <p:nvPicPr>
          <p:cNvPr descr="a golden police badge with a star and the word police on it (Provided by Tenor)" id="5905" name="Google Shape;5905;p202"/>
          <p:cNvPicPr preferRelativeResize="0"/>
          <p:nvPr/>
        </p:nvPicPr>
        <p:blipFill>
          <a:blip r:embed="rId6">
            <a:alphaModFix/>
          </a:blip>
          <a:stretch>
            <a:fillRect/>
          </a:stretch>
        </p:blipFill>
        <p:spPr>
          <a:xfrm>
            <a:off x="8227455" y="3363055"/>
            <a:ext cx="269991" cy="269991"/>
          </a:xfrm>
          <a:prstGeom prst="rect">
            <a:avLst/>
          </a:prstGeom>
          <a:noFill/>
          <a:ln>
            <a:noFill/>
          </a:ln>
        </p:spPr>
      </p:pic>
      <p:sp>
        <p:nvSpPr>
          <p:cNvPr id="5906" name="Google Shape;5906;p202"/>
          <p:cNvSpPr/>
          <p:nvPr/>
        </p:nvSpPr>
        <p:spPr>
          <a:xfrm>
            <a:off x="244730" y="2718582"/>
            <a:ext cx="653400" cy="685200"/>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907" name="Google Shape;5907;p202"/>
          <p:cNvSpPr/>
          <p:nvPr/>
        </p:nvSpPr>
        <p:spPr>
          <a:xfrm>
            <a:off x="384354" y="2907775"/>
            <a:ext cx="1269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908" name="Google Shape;5908;p202"/>
          <p:cNvSpPr/>
          <p:nvPr/>
        </p:nvSpPr>
        <p:spPr>
          <a:xfrm>
            <a:off x="539155" y="2931257"/>
            <a:ext cx="840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5909" name="Google Shape;5909;p202"/>
          <p:cNvCxnSpPr/>
          <p:nvPr/>
        </p:nvCxnSpPr>
        <p:spPr>
          <a:xfrm flipH="1" rot="10800000">
            <a:off x="486616" y="3221042"/>
            <a:ext cx="147000" cy="73500"/>
          </a:xfrm>
          <a:prstGeom prst="straightConnector1">
            <a:avLst/>
          </a:prstGeom>
          <a:noFill/>
          <a:ln cap="flat" cmpd="sng" w="7075">
            <a:solidFill>
              <a:schemeClr val="dk2"/>
            </a:solidFill>
            <a:prstDash val="solid"/>
            <a:round/>
            <a:headEnd len="med" w="med" type="none"/>
            <a:tailEnd len="med" w="med" type="none"/>
          </a:ln>
        </p:spPr>
      </p:cxnSp>
      <p:cxnSp>
        <p:nvCxnSpPr>
          <p:cNvPr id="5910" name="Google Shape;5910;p202"/>
          <p:cNvCxnSpPr/>
          <p:nvPr/>
        </p:nvCxnSpPr>
        <p:spPr>
          <a:xfrm flipH="1">
            <a:off x="610806" y="3243972"/>
            <a:ext cx="4500" cy="73500"/>
          </a:xfrm>
          <a:prstGeom prst="straightConnector1">
            <a:avLst/>
          </a:prstGeom>
          <a:noFill/>
          <a:ln cap="flat" cmpd="sng" w="7075">
            <a:solidFill>
              <a:schemeClr val="dk2"/>
            </a:solidFill>
            <a:prstDash val="solid"/>
            <a:round/>
            <a:headEnd len="med" w="med" type="none"/>
            <a:tailEnd len="med" w="med" type="none"/>
          </a:ln>
        </p:spPr>
      </p:cxnSp>
      <p:cxnSp>
        <p:nvCxnSpPr>
          <p:cNvPr id="5911" name="Google Shape;5911;p202"/>
          <p:cNvCxnSpPr>
            <a:endCxn id="5907" idx="7"/>
          </p:cNvCxnSpPr>
          <p:nvPr/>
        </p:nvCxnSpPr>
        <p:spPr>
          <a:xfrm>
            <a:off x="420670" y="2784168"/>
            <a:ext cx="72000" cy="144300"/>
          </a:xfrm>
          <a:prstGeom prst="straightConnector1">
            <a:avLst/>
          </a:prstGeom>
          <a:noFill/>
          <a:ln cap="flat" cmpd="sng" w="7075">
            <a:solidFill>
              <a:schemeClr val="dk2"/>
            </a:solidFill>
            <a:prstDash val="solid"/>
            <a:round/>
            <a:headEnd len="med" w="med" type="none"/>
            <a:tailEnd len="med" w="med" type="none"/>
          </a:ln>
        </p:spPr>
      </p:cxnSp>
      <p:cxnSp>
        <p:nvCxnSpPr>
          <p:cNvPr id="5912" name="Google Shape;5912;p202"/>
          <p:cNvCxnSpPr/>
          <p:nvPr/>
        </p:nvCxnSpPr>
        <p:spPr>
          <a:xfrm flipH="1" rot="10800000">
            <a:off x="619895" y="2818885"/>
            <a:ext cx="182400" cy="52800"/>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5913" name="Google Shape;5913;p202"/>
          <p:cNvPicPr preferRelativeResize="0"/>
          <p:nvPr/>
        </p:nvPicPr>
        <p:blipFill rotWithShape="1">
          <a:blip r:embed="rId5">
            <a:alphaModFix/>
          </a:blip>
          <a:srcRect b="14259" l="13020" r="8215" t="12238"/>
          <a:stretch/>
        </p:blipFill>
        <p:spPr>
          <a:xfrm>
            <a:off x="300167" y="2224700"/>
            <a:ext cx="597985" cy="558049"/>
          </a:xfrm>
          <a:prstGeom prst="rect">
            <a:avLst/>
          </a:prstGeom>
          <a:noFill/>
          <a:ln>
            <a:noFill/>
          </a:ln>
        </p:spPr>
      </p:pic>
      <p:sp>
        <p:nvSpPr>
          <p:cNvPr id="5914" name="Google Shape;5914;p202"/>
          <p:cNvSpPr/>
          <p:nvPr/>
        </p:nvSpPr>
        <p:spPr>
          <a:xfrm>
            <a:off x="371765" y="344169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5915" name="Google Shape;5915;p202"/>
          <p:cNvCxnSpPr/>
          <p:nvPr/>
        </p:nvCxnSpPr>
        <p:spPr>
          <a:xfrm flipH="1">
            <a:off x="333609" y="4212358"/>
            <a:ext cx="177900" cy="419700"/>
          </a:xfrm>
          <a:prstGeom prst="straightConnector1">
            <a:avLst/>
          </a:prstGeom>
          <a:noFill/>
          <a:ln cap="flat" cmpd="sng" w="7075">
            <a:solidFill>
              <a:schemeClr val="dk2"/>
            </a:solidFill>
            <a:prstDash val="solid"/>
            <a:round/>
            <a:headEnd len="med" w="med" type="none"/>
            <a:tailEnd len="med" w="med" type="none"/>
          </a:ln>
        </p:spPr>
      </p:cxnSp>
      <p:cxnSp>
        <p:nvCxnSpPr>
          <p:cNvPr id="5916" name="Google Shape;5916;p202"/>
          <p:cNvCxnSpPr/>
          <p:nvPr/>
        </p:nvCxnSpPr>
        <p:spPr>
          <a:xfrm>
            <a:off x="685771" y="4212358"/>
            <a:ext cx="197700" cy="436200"/>
          </a:xfrm>
          <a:prstGeom prst="straightConnector1">
            <a:avLst/>
          </a:prstGeom>
          <a:noFill/>
          <a:ln cap="flat" cmpd="sng" w="7075">
            <a:solidFill>
              <a:schemeClr val="dk2"/>
            </a:solidFill>
            <a:prstDash val="solid"/>
            <a:round/>
            <a:headEnd len="med" w="med" type="none"/>
            <a:tailEnd len="med" w="med" type="none"/>
          </a:ln>
        </p:spPr>
      </p:cxnSp>
      <p:cxnSp>
        <p:nvCxnSpPr>
          <p:cNvPr id="5917" name="Google Shape;5917;p202"/>
          <p:cNvCxnSpPr/>
          <p:nvPr/>
        </p:nvCxnSpPr>
        <p:spPr>
          <a:xfrm flipH="1">
            <a:off x="126366" y="3611523"/>
            <a:ext cx="279900" cy="279900"/>
          </a:xfrm>
          <a:prstGeom prst="straightConnector1">
            <a:avLst/>
          </a:prstGeom>
          <a:noFill/>
          <a:ln cap="flat" cmpd="sng" w="7075">
            <a:solidFill>
              <a:schemeClr val="dk2"/>
            </a:solidFill>
            <a:prstDash val="solid"/>
            <a:round/>
            <a:headEnd len="med" w="med" type="none"/>
            <a:tailEnd len="med" w="med" type="none"/>
          </a:ln>
        </p:spPr>
      </p:cxnSp>
      <p:cxnSp>
        <p:nvCxnSpPr>
          <p:cNvPr id="5918" name="Google Shape;5918;p202"/>
          <p:cNvCxnSpPr/>
          <p:nvPr/>
        </p:nvCxnSpPr>
        <p:spPr>
          <a:xfrm>
            <a:off x="735487" y="3586832"/>
            <a:ext cx="279900" cy="296100"/>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5919" name="Google Shape;5919;p202"/>
          <p:cNvPicPr preferRelativeResize="0"/>
          <p:nvPr/>
        </p:nvPicPr>
        <p:blipFill>
          <a:blip r:embed="rId6">
            <a:alphaModFix/>
          </a:blip>
          <a:stretch>
            <a:fillRect/>
          </a:stretch>
        </p:blipFill>
        <p:spPr>
          <a:xfrm>
            <a:off x="505995" y="3474387"/>
            <a:ext cx="279786" cy="279786"/>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5920" name="Google Shape;5920;p202"/>
          <p:cNvPicPr preferRelativeResize="0"/>
          <p:nvPr/>
        </p:nvPicPr>
        <p:blipFill rotWithShape="1">
          <a:blip r:embed="rId7">
            <a:alphaModFix/>
          </a:blip>
          <a:srcRect b="27060" l="0" r="51590" t="27460"/>
          <a:stretch/>
        </p:blipFill>
        <p:spPr>
          <a:xfrm>
            <a:off x="7105795" y="518370"/>
            <a:ext cx="680100" cy="638945"/>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5921" name="Google Shape;5921;p202"/>
          <p:cNvPicPr preferRelativeResize="0"/>
          <p:nvPr/>
        </p:nvPicPr>
        <p:blipFill rotWithShape="1">
          <a:blip r:embed="rId7">
            <a:alphaModFix/>
          </a:blip>
          <a:srcRect b="27060" l="0" r="51590" t="27460"/>
          <a:stretch/>
        </p:blipFill>
        <p:spPr>
          <a:xfrm flipH="1">
            <a:off x="6181681" y="394825"/>
            <a:ext cx="529198" cy="638950"/>
          </a:xfrm>
          <a:prstGeom prst="rect">
            <a:avLst/>
          </a:prstGeom>
          <a:noFill/>
          <a:ln>
            <a:noFill/>
          </a:ln>
        </p:spPr>
      </p:pic>
      <p:cxnSp>
        <p:nvCxnSpPr>
          <p:cNvPr id="5922" name="Google Shape;5922;p202"/>
          <p:cNvCxnSpPr/>
          <p:nvPr/>
        </p:nvCxnSpPr>
        <p:spPr>
          <a:xfrm rot="10800000">
            <a:off x="6688825" y="128850"/>
            <a:ext cx="211500" cy="95100"/>
          </a:xfrm>
          <a:prstGeom prst="straightConnector1">
            <a:avLst/>
          </a:prstGeom>
          <a:noFill/>
          <a:ln cap="flat" cmpd="sng" w="9525">
            <a:solidFill>
              <a:schemeClr val="dk2"/>
            </a:solidFill>
            <a:prstDash val="solid"/>
            <a:round/>
            <a:headEnd len="med" w="med" type="none"/>
            <a:tailEnd len="med" w="med" type="none"/>
          </a:ln>
        </p:spPr>
      </p:cxnSp>
      <p:cxnSp>
        <p:nvCxnSpPr>
          <p:cNvPr id="5923" name="Google Shape;5923;p202"/>
          <p:cNvCxnSpPr/>
          <p:nvPr/>
        </p:nvCxnSpPr>
        <p:spPr>
          <a:xfrm flipH="1" rot="10800000">
            <a:off x="6900325" y="126688"/>
            <a:ext cx="264600" cy="180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7" name="Shape 5927"/>
        <p:cNvGrpSpPr/>
        <p:nvPr/>
      </p:nvGrpSpPr>
      <p:grpSpPr>
        <a:xfrm>
          <a:off x="0" y="0"/>
          <a:ext cx="0" cy="0"/>
          <a:chOff x="0" y="0"/>
          <a:chExt cx="0" cy="0"/>
        </a:xfrm>
      </p:grpSpPr>
      <p:cxnSp>
        <p:nvCxnSpPr>
          <p:cNvPr id="5928" name="Google Shape;5928;p203"/>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929" name="Google Shape;5929;p203"/>
          <p:cNvSpPr txBox="1"/>
          <p:nvPr/>
        </p:nvSpPr>
        <p:spPr>
          <a:xfrm>
            <a:off x="6659805" y="471108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02 - ENTRANCE</a:t>
            </a:r>
            <a:endParaRPr sz="1800">
              <a:solidFill>
                <a:srgbClr val="FFFFFF"/>
              </a:solidFill>
              <a:latin typeface="Times New Roman"/>
              <a:ea typeface="Times New Roman"/>
              <a:cs typeface="Times New Roman"/>
              <a:sym typeface="Times New Roman"/>
            </a:endParaRPr>
          </a:p>
        </p:txBody>
      </p:sp>
      <p:pic>
        <p:nvPicPr>
          <p:cNvPr id="5930" name="Google Shape;5930;p203" title="a-noise-and-static-filled-cctv-overlay-for-your-footage-composite-using-the-multiply-compositing-style-60-sec-duration-video.jpg"/>
          <p:cNvPicPr preferRelativeResize="0"/>
          <p:nvPr/>
        </p:nvPicPr>
        <p:blipFill>
          <a:blip r:embed="rId3">
            <a:alphaModFix amt="13000"/>
          </a:blip>
          <a:stretch>
            <a:fillRect/>
          </a:stretch>
        </p:blipFill>
        <p:spPr>
          <a:xfrm>
            <a:off x="0" y="0"/>
            <a:ext cx="9144000" cy="5143500"/>
          </a:xfrm>
          <a:prstGeom prst="rect">
            <a:avLst/>
          </a:prstGeom>
          <a:noFill/>
          <a:ln>
            <a:noFill/>
          </a:ln>
          <a:effectLst>
            <a:outerShdw blurRad="57150" rotWithShape="0" algn="bl" dir="5400000" dist="19050">
              <a:srgbClr val="000000">
                <a:alpha val="50000"/>
              </a:srgbClr>
            </a:outerShdw>
          </a:effectLst>
        </p:spPr>
      </p:pic>
      <p:cxnSp>
        <p:nvCxnSpPr>
          <p:cNvPr id="5931" name="Google Shape;5931;p203"/>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932" name="Google Shape;5932;p203"/>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933" name="Google Shape;5933;p203"/>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934" name="Google Shape;5934;p203"/>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935" name="Google Shape;5935;p203"/>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5936" name="Google Shape;5936;p203"/>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5937" name="Google Shape;5937;p203"/>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5938" name="Google Shape;5938;p203"/>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5939" name="Google Shape;5939;p203"/>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5940" name="Google Shape;5940;p203"/>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5941" name="Google Shape;5941;p203"/>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5942" name="Google Shape;5942;p203"/>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5943" name="Google Shape;5943;p203"/>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5944" name="Google Shape;5944;p203"/>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5945" name="Google Shape;5945;p203"/>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5946" name="Google Shape;5946;p203"/>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5947" name="Google Shape;5947;p203"/>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5948" name="Google Shape;5948;p203"/>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5949" name="Google Shape;5949;p203"/>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5950" name="Google Shape;5950;p203"/>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5951" name="Google Shape;5951;p203"/>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5952" name="Google Shape;5952;p203"/>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5953" name="Google Shape;5953;p203"/>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5954" name="Google Shape;5954;p203"/>
          <p:cNvSpPr/>
          <p:nvPr/>
        </p:nvSpPr>
        <p:spPr>
          <a:xfrm>
            <a:off x="4305146" y="1365691"/>
            <a:ext cx="592200" cy="544800"/>
          </a:xfrm>
          <a:prstGeom prst="ellipse">
            <a:avLst/>
          </a:prstGeom>
          <a:no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cxnSp>
        <p:nvCxnSpPr>
          <p:cNvPr id="5955" name="Google Shape;5955;p203"/>
          <p:cNvCxnSpPr/>
          <p:nvPr/>
        </p:nvCxnSpPr>
        <p:spPr>
          <a:xfrm>
            <a:off x="4459944" y="1700341"/>
            <a:ext cx="282300" cy="123900"/>
          </a:xfrm>
          <a:prstGeom prst="curvedConnector3">
            <a:avLst>
              <a:gd fmla="val 50000" name="adj1"/>
            </a:avLst>
          </a:prstGeom>
          <a:noFill/>
          <a:ln cap="flat" cmpd="sng" w="6425">
            <a:solidFill>
              <a:srgbClr val="000000"/>
            </a:solidFill>
            <a:prstDash val="solid"/>
            <a:round/>
            <a:headEnd len="med" w="med" type="none"/>
            <a:tailEnd len="med" w="med" type="none"/>
          </a:ln>
        </p:spPr>
      </p:cxnSp>
      <p:sp>
        <p:nvSpPr>
          <p:cNvPr id="5956" name="Google Shape;5956;p203"/>
          <p:cNvSpPr/>
          <p:nvPr/>
        </p:nvSpPr>
        <p:spPr>
          <a:xfrm>
            <a:off x="4449159" y="1532526"/>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957" name="Google Shape;5957;p203"/>
          <p:cNvSpPr/>
          <p:nvPr/>
        </p:nvSpPr>
        <p:spPr>
          <a:xfrm>
            <a:off x="4665744" y="1576158"/>
            <a:ext cx="76500" cy="123900"/>
          </a:xfrm>
          <a:prstGeom prst="ellipse">
            <a:avLst/>
          </a:prstGeom>
          <a:solidFill>
            <a:schemeClr val="lt2"/>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sp>
        <p:nvSpPr>
          <p:cNvPr id="5958" name="Google Shape;5958;p203"/>
          <p:cNvSpPr/>
          <p:nvPr/>
        </p:nvSpPr>
        <p:spPr>
          <a:xfrm>
            <a:off x="4449150" y="1953892"/>
            <a:ext cx="304025" cy="465600"/>
          </a:xfrm>
          <a:prstGeom prst="flowChartProcess">
            <a:avLst/>
          </a:prstGeom>
          <a:solidFill>
            <a:srgbClr val="FF0000"/>
          </a:solidFill>
          <a:ln cap="flat" cmpd="sng" w="6425">
            <a:solidFill>
              <a:srgbClr val="000000"/>
            </a:solidFill>
            <a:prstDash val="solid"/>
            <a:round/>
            <a:headEnd len="sm" w="sm" type="none"/>
            <a:tailEnd len="sm" w="sm" type="none"/>
          </a:ln>
        </p:spPr>
        <p:txBody>
          <a:bodyPr anchorCtr="0" anchor="ctr" bIns="37425" lIns="37425" spcFirstLastPara="1" rIns="37425" wrap="square" tIns="37425">
            <a:noAutofit/>
          </a:bodyPr>
          <a:lstStyle/>
          <a:p>
            <a:pPr indent="0" lvl="0" marL="0" rtl="0" algn="ctr">
              <a:spcBef>
                <a:spcPts val="0"/>
              </a:spcBef>
              <a:spcAft>
                <a:spcPts val="0"/>
              </a:spcAft>
              <a:buNone/>
            </a:pPr>
            <a:r>
              <a:t/>
            </a:r>
            <a:endParaRPr sz="573"/>
          </a:p>
        </p:txBody>
      </p:sp>
      <p:pic>
        <p:nvPicPr>
          <p:cNvPr descr="cowboy hat icon vector outline illustration (Provided by Getty Images)" id="5959" name="Google Shape;5959;p203"/>
          <p:cNvPicPr preferRelativeResize="0"/>
          <p:nvPr/>
        </p:nvPicPr>
        <p:blipFill rotWithShape="1">
          <a:blip r:embed="rId4">
            <a:alphaModFix/>
          </a:blip>
          <a:srcRect b="28376" l="12375" r="10949" t="24332"/>
          <a:stretch/>
        </p:blipFill>
        <p:spPr>
          <a:xfrm>
            <a:off x="4243806" y="1162272"/>
            <a:ext cx="734920" cy="268462"/>
          </a:xfrm>
          <a:prstGeom prst="rect">
            <a:avLst/>
          </a:prstGeom>
          <a:noFill/>
          <a:ln>
            <a:noFill/>
          </a:ln>
        </p:spPr>
      </p:pic>
      <p:sp>
        <p:nvSpPr>
          <p:cNvPr id="5960" name="Google Shape;5960;p203"/>
          <p:cNvSpPr/>
          <p:nvPr/>
        </p:nvSpPr>
        <p:spPr>
          <a:xfrm>
            <a:off x="7975336" y="2633713"/>
            <a:ext cx="630600" cy="661200"/>
          </a:xfrm>
          <a:prstGeom prst="ellipse">
            <a:avLst/>
          </a:prstGeom>
          <a:no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961" name="Google Shape;5961;p203"/>
          <p:cNvSpPr/>
          <p:nvPr/>
        </p:nvSpPr>
        <p:spPr>
          <a:xfrm>
            <a:off x="8086683" y="277143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sp>
        <p:nvSpPr>
          <p:cNvPr id="5962" name="Google Shape;5962;p203"/>
          <p:cNvSpPr/>
          <p:nvPr/>
        </p:nvSpPr>
        <p:spPr>
          <a:xfrm>
            <a:off x="8322059" y="2808338"/>
            <a:ext cx="81300" cy="136500"/>
          </a:xfrm>
          <a:prstGeom prst="ellipse">
            <a:avLst/>
          </a:prstGeom>
          <a:solidFill>
            <a:schemeClr val="lt2"/>
          </a:solidFill>
          <a:ln cap="flat" cmpd="sng" w="6850">
            <a:solidFill>
              <a:schemeClr val="dk2"/>
            </a:solidFill>
            <a:prstDash val="solid"/>
            <a:round/>
            <a:headEnd len="sm" w="sm" type="none"/>
            <a:tailEnd len="sm" w="sm" type="none"/>
          </a:ln>
        </p:spPr>
        <p:txBody>
          <a:bodyPr anchorCtr="0" anchor="ctr" bIns="65550" lIns="65550" spcFirstLastPara="1" rIns="65550" wrap="square" tIns="65550">
            <a:noAutofit/>
          </a:bodyPr>
          <a:lstStyle/>
          <a:p>
            <a:pPr indent="0" lvl="0" marL="0" rtl="0" algn="ctr">
              <a:spcBef>
                <a:spcPts val="0"/>
              </a:spcBef>
              <a:spcAft>
                <a:spcPts val="0"/>
              </a:spcAft>
              <a:buNone/>
            </a:pPr>
            <a:r>
              <a:t/>
            </a:r>
            <a:endParaRPr sz="1004"/>
          </a:p>
        </p:txBody>
      </p:sp>
      <p:cxnSp>
        <p:nvCxnSpPr>
          <p:cNvPr id="5963" name="Google Shape;5963;p203"/>
          <p:cNvCxnSpPr/>
          <p:nvPr/>
        </p:nvCxnSpPr>
        <p:spPr>
          <a:xfrm flipH="1" rot="10800000">
            <a:off x="8208755" y="3118407"/>
            <a:ext cx="141900" cy="71100"/>
          </a:xfrm>
          <a:prstGeom prst="straightConnector1">
            <a:avLst/>
          </a:prstGeom>
          <a:noFill/>
          <a:ln cap="flat" cmpd="sng" w="6850">
            <a:solidFill>
              <a:schemeClr val="dk2"/>
            </a:solidFill>
            <a:prstDash val="solid"/>
            <a:round/>
            <a:headEnd len="med" w="med" type="none"/>
            <a:tailEnd len="med" w="med" type="none"/>
          </a:ln>
        </p:spPr>
      </p:cxnSp>
      <p:cxnSp>
        <p:nvCxnSpPr>
          <p:cNvPr id="5964" name="Google Shape;5964;p203"/>
          <p:cNvCxnSpPr/>
          <p:nvPr/>
        </p:nvCxnSpPr>
        <p:spPr>
          <a:xfrm flipH="1">
            <a:off x="8328441" y="3140708"/>
            <a:ext cx="4500" cy="71100"/>
          </a:xfrm>
          <a:prstGeom prst="straightConnector1">
            <a:avLst/>
          </a:prstGeom>
          <a:noFill/>
          <a:ln cap="flat" cmpd="sng" w="6850">
            <a:solidFill>
              <a:schemeClr val="dk2"/>
            </a:solidFill>
            <a:prstDash val="solid"/>
            <a:round/>
            <a:headEnd len="med" w="med" type="none"/>
            <a:tailEnd len="med" w="med" type="none"/>
          </a:ln>
        </p:spPr>
      </p:cxnSp>
      <p:pic>
        <p:nvPicPr>
          <p:cNvPr descr="Police hat icon / vector graphics (Provided by Getty Images)" id="5965" name="Google Shape;5965;p203"/>
          <p:cNvPicPr preferRelativeResize="0"/>
          <p:nvPr/>
        </p:nvPicPr>
        <p:blipFill rotWithShape="1">
          <a:blip r:embed="rId5">
            <a:alphaModFix/>
          </a:blip>
          <a:srcRect b="14259" l="13020" r="8215" t="12238"/>
          <a:stretch/>
        </p:blipFill>
        <p:spPr>
          <a:xfrm>
            <a:off x="8028833" y="2157123"/>
            <a:ext cx="577055" cy="538506"/>
          </a:xfrm>
          <a:prstGeom prst="rect">
            <a:avLst/>
          </a:prstGeom>
          <a:noFill/>
          <a:ln>
            <a:noFill/>
          </a:ln>
        </p:spPr>
      </p:pic>
      <p:sp>
        <p:nvSpPr>
          <p:cNvPr id="5966" name="Google Shape;5966;p203"/>
          <p:cNvSpPr/>
          <p:nvPr/>
        </p:nvSpPr>
        <p:spPr>
          <a:xfrm>
            <a:off x="8097925" y="3331512"/>
            <a:ext cx="393478" cy="743676"/>
          </a:xfrm>
          <a:prstGeom prst="flowChartProcess">
            <a:avLst/>
          </a:prstGeom>
          <a:solidFill>
            <a:srgbClr val="0000FF"/>
          </a:solidFill>
          <a:ln cap="flat" cmpd="sng" w="4175">
            <a:solidFill>
              <a:srgbClr val="FF0000"/>
            </a:solidFill>
            <a:prstDash val="solid"/>
            <a:round/>
            <a:headEnd len="sm" w="sm" type="none"/>
            <a:tailEnd len="sm" w="sm" type="none"/>
          </a:ln>
        </p:spPr>
        <p:txBody>
          <a:bodyPr anchorCtr="0" anchor="ctr" bIns="39875" lIns="39875" spcFirstLastPara="1" rIns="39875" wrap="square" tIns="39875">
            <a:noAutofit/>
          </a:bodyPr>
          <a:lstStyle/>
          <a:p>
            <a:pPr indent="0" lvl="0" marL="0" rtl="0" algn="ctr">
              <a:spcBef>
                <a:spcPts val="0"/>
              </a:spcBef>
              <a:spcAft>
                <a:spcPts val="0"/>
              </a:spcAft>
              <a:buNone/>
            </a:pPr>
            <a:r>
              <a:t/>
            </a:r>
            <a:endParaRPr sz="611"/>
          </a:p>
        </p:txBody>
      </p:sp>
      <p:cxnSp>
        <p:nvCxnSpPr>
          <p:cNvPr id="5967" name="Google Shape;5967;p203"/>
          <p:cNvCxnSpPr/>
          <p:nvPr/>
        </p:nvCxnSpPr>
        <p:spPr>
          <a:xfrm flipH="1">
            <a:off x="8061177" y="4075188"/>
            <a:ext cx="171600" cy="405000"/>
          </a:xfrm>
          <a:prstGeom prst="straightConnector1">
            <a:avLst/>
          </a:prstGeom>
          <a:noFill/>
          <a:ln cap="flat" cmpd="sng" w="6850">
            <a:solidFill>
              <a:schemeClr val="dk2"/>
            </a:solidFill>
            <a:prstDash val="solid"/>
            <a:round/>
            <a:headEnd len="med" w="med" type="none"/>
            <a:tailEnd len="med" w="med" type="none"/>
          </a:ln>
        </p:spPr>
      </p:cxnSp>
      <p:cxnSp>
        <p:nvCxnSpPr>
          <p:cNvPr id="5968" name="Google Shape;5968;p203"/>
          <p:cNvCxnSpPr/>
          <p:nvPr/>
        </p:nvCxnSpPr>
        <p:spPr>
          <a:xfrm>
            <a:off x="8400939" y="4075188"/>
            <a:ext cx="191100" cy="421200"/>
          </a:xfrm>
          <a:prstGeom prst="straightConnector1">
            <a:avLst/>
          </a:prstGeom>
          <a:noFill/>
          <a:ln cap="flat" cmpd="sng" w="6850">
            <a:solidFill>
              <a:schemeClr val="dk2"/>
            </a:solidFill>
            <a:prstDash val="solid"/>
            <a:round/>
            <a:headEnd len="med" w="med" type="none"/>
            <a:tailEnd len="med" w="med" type="none"/>
          </a:ln>
        </p:spPr>
      </p:cxnSp>
      <p:cxnSp>
        <p:nvCxnSpPr>
          <p:cNvPr id="5969" name="Google Shape;5969;p203"/>
          <p:cNvCxnSpPr/>
          <p:nvPr/>
        </p:nvCxnSpPr>
        <p:spPr>
          <a:xfrm flipH="1">
            <a:off x="7861518" y="3495389"/>
            <a:ext cx="269700" cy="269700"/>
          </a:xfrm>
          <a:prstGeom prst="straightConnector1">
            <a:avLst/>
          </a:prstGeom>
          <a:noFill/>
          <a:ln cap="flat" cmpd="sng" w="6850">
            <a:solidFill>
              <a:schemeClr val="dk2"/>
            </a:solidFill>
            <a:prstDash val="solid"/>
            <a:round/>
            <a:headEnd len="med" w="med" type="none"/>
            <a:tailEnd len="med" w="med" type="none"/>
          </a:ln>
        </p:spPr>
      </p:cxnSp>
      <p:cxnSp>
        <p:nvCxnSpPr>
          <p:cNvPr id="5970" name="Google Shape;5970;p203"/>
          <p:cNvCxnSpPr/>
          <p:nvPr/>
        </p:nvCxnSpPr>
        <p:spPr>
          <a:xfrm>
            <a:off x="8448915" y="3471563"/>
            <a:ext cx="269700" cy="285900"/>
          </a:xfrm>
          <a:prstGeom prst="straightConnector1">
            <a:avLst/>
          </a:prstGeom>
          <a:noFill/>
          <a:ln cap="flat" cmpd="sng" w="6850">
            <a:solidFill>
              <a:schemeClr val="dk2"/>
            </a:solidFill>
            <a:prstDash val="solid"/>
            <a:round/>
            <a:headEnd len="med" w="med" type="none"/>
            <a:tailEnd len="med" w="med" type="none"/>
          </a:ln>
        </p:spPr>
      </p:cxnSp>
      <p:pic>
        <p:nvPicPr>
          <p:cNvPr descr="a golden police badge with a star and the word police on it (Provided by Tenor)" id="5971" name="Google Shape;5971;p203"/>
          <p:cNvPicPr preferRelativeResize="0"/>
          <p:nvPr/>
        </p:nvPicPr>
        <p:blipFill>
          <a:blip r:embed="rId6">
            <a:alphaModFix/>
          </a:blip>
          <a:stretch>
            <a:fillRect/>
          </a:stretch>
        </p:blipFill>
        <p:spPr>
          <a:xfrm>
            <a:off x="8227455" y="3363055"/>
            <a:ext cx="269991" cy="269991"/>
          </a:xfrm>
          <a:prstGeom prst="rect">
            <a:avLst/>
          </a:prstGeom>
          <a:noFill/>
          <a:ln>
            <a:noFill/>
          </a:ln>
        </p:spPr>
      </p:pic>
      <p:sp>
        <p:nvSpPr>
          <p:cNvPr id="5972" name="Google Shape;5972;p203"/>
          <p:cNvSpPr/>
          <p:nvPr/>
        </p:nvSpPr>
        <p:spPr>
          <a:xfrm>
            <a:off x="965130" y="2514432"/>
            <a:ext cx="653400" cy="685200"/>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973" name="Google Shape;5973;p203"/>
          <p:cNvSpPr/>
          <p:nvPr/>
        </p:nvSpPr>
        <p:spPr>
          <a:xfrm>
            <a:off x="1141079" y="2727100"/>
            <a:ext cx="1269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5974" name="Google Shape;5974;p203"/>
          <p:cNvSpPr/>
          <p:nvPr/>
        </p:nvSpPr>
        <p:spPr>
          <a:xfrm>
            <a:off x="1409830" y="2703657"/>
            <a:ext cx="84000" cy="141300"/>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5975" name="Google Shape;5975;p203"/>
          <p:cNvCxnSpPr/>
          <p:nvPr/>
        </p:nvCxnSpPr>
        <p:spPr>
          <a:xfrm flipH="1" rot="10800000">
            <a:off x="1207016" y="3016892"/>
            <a:ext cx="147000" cy="73500"/>
          </a:xfrm>
          <a:prstGeom prst="straightConnector1">
            <a:avLst/>
          </a:prstGeom>
          <a:noFill/>
          <a:ln cap="flat" cmpd="sng" w="7075">
            <a:solidFill>
              <a:schemeClr val="dk2"/>
            </a:solidFill>
            <a:prstDash val="solid"/>
            <a:round/>
            <a:headEnd len="med" w="med" type="none"/>
            <a:tailEnd len="med" w="med" type="none"/>
          </a:ln>
        </p:spPr>
      </p:cxnSp>
      <p:cxnSp>
        <p:nvCxnSpPr>
          <p:cNvPr id="5976" name="Google Shape;5976;p203"/>
          <p:cNvCxnSpPr/>
          <p:nvPr/>
        </p:nvCxnSpPr>
        <p:spPr>
          <a:xfrm flipH="1">
            <a:off x="1331206" y="3039822"/>
            <a:ext cx="4500" cy="73500"/>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5977" name="Google Shape;5977;p203"/>
          <p:cNvPicPr preferRelativeResize="0"/>
          <p:nvPr/>
        </p:nvPicPr>
        <p:blipFill rotWithShape="1">
          <a:blip r:embed="rId5">
            <a:alphaModFix/>
          </a:blip>
          <a:srcRect b="14259" l="13020" r="8215" t="12238"/>
          <a:stretch/>
        </p:blipFill>
        <p:spPr>
          <a:xfrm>
            <a:off x="1020567" y="2020550"/>
            <a:ext cx="597985" cy="558049"/>
          </a:xfrm>
          <a:prstGeom prst="rect">
            <a:avLst/>
          </a:prstGeom>
          <a:noFill/>
          <a:ln>
            <a:noFill/>
          </a:ln>
        </p:spPr>
      </p:pic>
      <p:sp>
        <p:nvSpPr>
          <p:cNvPr id="5978" name="Google Shape;5978;p203"/>
          <p:cNvSpPr/>
          <p:nvPr/>
        </p:nvSpPr>
        <p:spPr>
          <a:xfrm>
            <a:off x="1092165" y="323754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5979" name="Google Shape;5979;p203"/>
          <p:cNvCxnSpPr/>
          <p:nvPr/>
        </p:nvCxnSpPr>
        <p:spPr>
          <a:xfrm flipH="1">
            <a:off x="1054009" y="4008208"/>
            <a:ext cx="177900" cy="419700"/>
          </a:xfrm>
          <a:prstGeom prst="straightConnector1">
            <a:avLst/>
          </a:prstGeom>
          <a:noFill/>
          <a:ln cap="flat" cmpd="sng" w="7075">
            <a:solidFill>
              <a:schemeClr val="dk2"/>
            </a:solidFill>
            <a:prstDash val="solid"/>
            <a:round/>
            <a:headEnd len="med" w="med" type="none"/>
            <a:tailEnd len="med" w="med" type="none"/>
          </a:ln>
        </p:spPr>
      </p:cxnSp>
      <p:cxnSp>
        <p:nvCxnSpPr>
          <p:cNvPr id="5980" name="Google Shape;5980;p203"/>
          <p:cNvCxnSpPr/>
          <p:nvPr/>
        </p:nvCxnSpPr>
        <p:spPr>
          <a:xfrm>
            <a:off x="1406171" y="4008208"/>
            <a:ext cx="197700" cy="436200"/>
          </a:xfrm>
          <a:prstGeom prst="straightConnector1">
            <a:avLst/>
          </a:prstGeom>
          <a:noFill/>
          <a:ln cap="flat" cmpd="sng" w="7075">
            <a:solidFill>
              <a:schemeClr val="dk2"/>
            </a:solidFill>
            <a:prstDash val="solid"/>
            <a:round/>
            <a:headEnd len="med" w="med" type="none"/>
            <a:tailEnd len="med" w="med" type="none"/>
          </a:ln>
        </p:spPr>
      </p:cxnSp>
      <p:cxnSp>
        <p:nvCxnSpPr>
          <p:cNvPr id="5981" name="Google Shape;5981;p203"/>
          <p:cNvCxnSpPr/>
          <p:nvPr/>
        </p:nvCxnSpPr>
        <p:spPr>
          <a:xfrm flipH="1">
            <a:off x="846766" y="3407373"/>
            <a:ext cx="279900" cy="279900"/>
          </a:xfrm>
          <a:prstGeom prst="straightConnector1">
            <a:avLst/>
          </a:prstGeom>
          <a:noFill/>
          <a:ln cap="flat" cmpd="sng" w="7075">
            <a:solidFill>
              <a:schemeClr val="dk2"/>
            </a:solidFill>
            <a:prstDash val="solid"/>
            <a:round/>
            <a:headEnd len="med" w="med" type="none"/>
            <a:tailEnd len="med" w="med" type="none"/>
          </a:ln>
        </p:spPr>
      </p:cxnSp>
      <p:cxnSp>
        <p:nvCxnSpPr>
          <p:cNvPr id="5982" name="Google Shape;5982;p203"/>
          <p:cNvCxnSpPr/>
          <p:nvPr/>
        </p:nvCxnSpPr>
        <p:spPr>
          <a:xfrm flipH="1" rot="10800000">
            <a:off x="1455887" y="3196982"/>
            <a:ext cx="404100" cy="185700"/>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5983" name="Google Shape;5983;p203"/>
          <p:cNvPicPr preferRelativeResize="0"/>
          <p:nvPr/>
        </p:nvPicPr>
        <p:blipFill>
          <a:blip r:embed="rId6">
            <a:alphaModFix/>
          </a:blip>
          <a:stretch>
            <a:fillRect/>
          </a:stretch>
        </p:blipFill>
        <p:spPr>
          <a:xfrm>
            <a:off x="1226395" y="3270237"/>
            <a:ext cx="279786" cy="279786"/>
          </a:xfrm>
          <a:prstGeom prst="rect">
            <a:avLst/>
          </a:prstGeom>
          <a:noFill/>
          <a:ln>
            <a:noFill/>
          </a:ln>
        </p:spPr>
      </p:pic>
      <p:cxnSp>
        <p:nvCxnSpPr>
          <p:cNvPr id="5984" name="Google Shape;5984;p203"/>
          <p:cNvCxnSpPr/>
          <p:nvPr/>
        </p:nvCxnSpPr>
        <p:spPr>
          <a:xfrm rot="5400000">
            <a:off x="4156900" y="2600486"/>
            <a:ext cx="518100" cy="167700"/>
          </a:xfrm>
          <a:prstGeom prst="curvedConnector3">
            <a:avLst>
              <a:gd fmla="val 50000" name="adj1"/>
            </a:avLst>
          </a:prstGeom>
          <a:noFill/>
          <a:ln cap="flat" cmpd="sng" w="5800">
            <a:solidFill>
              <a:schemeClr val="dk2"/>
            </a:solidFill>
            <a:prstDash val="solid"/>
            <a:round/>
            <a:headEnd len="med" w="med" type="none"/>
            <a:tailEnd len="med" w="med" type="none"/>
          </a:ln>
        </p:spPr>
      </p:cxnSp>
      <p:cxnSp>
        <p:nvCxnSpPr>
          <p:cNvPr id="5985" name="Google Shape;5985;p203"/>
          <p:cNvCxnSpPr/>
          <p:nvPr/>
        </p:nvCxnSpPr>
        <p:spPr>
          <a:xfrm flipH="1" rot="-5400000">
            <a:off x="4491787" y="2590453"/>
            <a:ext cx="539100" cy="170400"/>
          </a:xfrm>
          <a:prstGeom prst="curvedConnector3">
            <a:avLst>
              <a:gd fmla="val 50000" name="adj1"/>
            </a:avLst>
          </a:prstGeom>
          <a:noFill/>
          <a:ln cap="flat" cmpd="sng" w="5800">
            <a:solidFill>
              <a:schemeClr val="dk2"/>
            </a:solidFill>
            <a:prstDash val="solid"/>
            <a:round/>
            <a:headEnd len="med" w="med" type="none"/>
            <a:tailEnd len="med" w="med" type="none"/>
          </a:ln>
        </p:spPr>
      </p:cxnSp>
      <p:pic>
        <p:nvPicPr>
          <p:cNvPr descr="Biceps line and solid icon, gym workout concept, bicep sign on white background, sportsman arm icon in outline style for mobile concept and web design. Vector graphics. (Provided by Getty Images)" id="5986" name="Google Shape;5986;p203"/>
          <p:cNvPicPr preferRelativeResize="0"/>
          <p:nvPr/>
        </p:nvPicPr>
        <p:blipFill rotWithShape="1">
          <a:blip r:embed="rId7">
            <a:alphaModFix/>
          </a:blip>
          <a:srcRect b="27060" l="0" r="51590" t="27460"/>
          <a:stretch/>
        </p:blipFill>
        <p:spPr>
          <a:xfrm>
            <a:off x="4748650" y="1862930"/>
            <a:ext cx="529172" cy="465603"/>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5987" name="Google Shape;5987;p203"/>
          <p:cNvPicPr preferRelativeResize="0"/>
          <p:nvPr/>
        </p:nvPicPr>
        <p:blipFill rotWithShape="1">
          <a:blip r:embed="rId7">
            <a:alphaModFix/>
          </a:blip>
          <a:srcRect b="27060" l="0" r="51590" t="27460"/>
          <a:stretch/>
        </p:blipFill>
        <p:spPr>
          <a:xfrm flipH="1">
            <a:off x="3942999" y="1869663"/>
            <a:ext cx="490921" cy="419702"/>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1" name="Shape 5991"/>
        <p:cNvGrpSpPr/>
        <p:nvPr/>
      </p:nvGrpSpPr>
      <p:grpSpPr>
        <a:xfrm>
          <a:off x="0" y="0"/>
          <a:ext cx="0" cy="0"/>
          <a:chOff x="0" y="0"/>
          <a:chExt cx="0" cy="0"/>
        </a:xfrm>
      </p:grpSpPr>
      <p:cxnSp>
        <p:nvCxnSpPr>
          <p:cNvPr id="5992" name="Google Shape;5992;p204"/>
          <p:cNvCxnSpPr/>
          <p:nvPr/>
        </p:nvCxnSpPr>
        <p:spPr>
          <a:xfrm>
            <a:off x="7332317" y="-1356292"/>
            <a:ext cx="529200" cy="455100"/>
          </a:xfrm>
          <a:prstGeom prst="straightConnector1">
            <a:avLst/>
          </a:prstGeom>
          <a:noFill/>
          <a:ln cap="flat" cmpd="sng" w="9525">
            <a:solidFill>
              <a:schemeClr val="dk2"/>
            </a:solidFill>
            <a:prstDash val="solid"/>
            <a:round/>
            <a:headEnd len="med" w="med" type="none"/>
            <a:tailEnd len="med" w="med" type="none"/>
          </a:ln>
        </p:spPr>
      </p:cxnSp>
      <p:sp>
        <p:nvSpPr>
          <p:cNvPr id="5993" name="Google Shape;5993;p204"/>
          <p:cNvSpPr txBox="1"/>
          <p:nvPr/>
        </p:nvSpPr>
        <p:spPr>
          <a:xfrm>
            <a:off x="6659805" y="4711082"/>
            <a:ext cx="2545200" cy="4617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FFFF"/>
                </a:solidFill>
                <a:latin typeface="Times New Roman"/>
                <a:ea typeface="Times New Roman"/>
                <a:cs typeface="Times New Roman"/>
                <a:sym typeface="Times New Roman"/>
              </a:rPr>
              <a:t>CAM 02 - ENTRANCE</a:t>
            </a:r>
            <a:endParaRPr sz="1800">
              <a:solidFill>
                <a:srgbClr val="FFFFFF"/>
              </a:solidFill>
              <a:latin typeface="Times New Roman"/>
              <a:ea typeface="Times New Roman"/>
              <a:cs typeface="Times New Roman"/>
              <a:sym typeface="Times New Roman"/>
            </a:endParaRPr>
          </a:p>
        </p:txBody>
      </p:sp>
      <p:pic>
        <p:nvPicPr>
          <p:cNvPr id="5994" name="Google Shape;5994;p204" title="a-noise-and-static-filled-cctv-overlay-for-your-footage-composite-using-the-multiply-compositing-style-60-sec-duration-video.jpg"/>
          <p:cNvPicPr preferRelativeResize="0"/>
          <p:nvPr/>
        </p:nvPicPr>
        <p:blipFill>
          <a:blip r:embed="rId3">
            <a:alphaModFix amt="13000"/>
          </a:blip>
          <a:stretch>
            <a:fillRect/>
          </a:stretch>
        </p:blipFill>
        <p:spPr>
          <a:xfrm>
            <a:off x="20050" y="38075"/>
            <a:ext cx="9144000" cy="5143500"/>
          </a:xfrm>
          <a:prstGeom prst="rect">
            <a:avLst/>
          </a:prstGeom>
          <a:noFill/>
          <a:ln>
            <a:noFill/>
          </a:ln>
          <a:effectLst>
            <a:outerShdw blurRad="57150" rotWithShape="0" algn="bl" dir="5400000" dist="19050">
              <a:srgbClr val="000000">
                <a:alpha val="50000"/>
              </a:srgbClr>
            </a:outerShdw>
          </a:effectLst>
        </p:spPr>
      </p:pic>
      <p:cxnSp>
        <p:nvCxnSpPr>
          <p:cNvPr id="5995" name="Google Shape;5995;p204"/>
          <p:cNvCxnSpPr/>
          <p:nvPr/>
        </p:nvCxnSpPr>
        <p:spPr>
          <a:xfrm flipH="1" rot="10800000">
            <a:off x="6093400" y="1077475"/>
            <a:ext cx="3111600" cy="21300"/>
          </a:xfrm>
          <a:prstGeom prst="straightConnector1">
            <a:avLst/>
          </a:prstGeom>
          <a:noFill/>
          <a:ln cap="flat" cmpd="sng" w="9525">
            <a:solidFill>
              <a:schemeClr val="dk2"/>
            </a:solidFill>
            <a:prstDash val="solid"/>
            <a:round/>
            <a:headEnd len="med" w="med" type="none"/>
            <a:tailEnd len="med" w="med" type="none"/>
          </a:ln>
        </p:spPr>
      </p:cxnSp>
      <p:cxnSp>
        <p:nvCxnSpPr>
          <p:cNvPr id="5996" name="Google Shape;5996;p204"/>
          <p:cNvCxnSpPr/>
          <p:nvPr/>
        </p:nvCxnSpPr>
        <p:spPr>
          <a:xfrm rot="10800000">
            <a:off x="7900" y="1003625"/>
            <a:ext cx="2010900" cy="52800"/>
          </a:xfrm>
          <a:prstGeom prst="straightConnector1">
            <a:avLst/>
          </a:prstGeom>
          <a:noFill/>
          <a:ln cap="flat" cmpd="sng" w="9525">
            <a:solidFill>
              <a:schemeClr val="dk2"/>
            </a:solidFill>
            <a:prstDash val="solid"/>
            <a:round/>
            <a:headEnd len="med" w="med" type="none"/>
            <a:tailEnd len="med" w="med" type="none"/>
          </a:ln>
        </p:spPr>
      </p:cxnSp>
      <p:cxnSp>
        <p:nvCxnSpPr>
          <p:cNvPr id="5997" name="Google Shape;5997;p204"/>
          <p:cNvCxnSpPr/>
          <p:nvPr/>
        </p:nvCxnSpPr>
        <p:spPr>
          <a:xfrm rot="10800000">
            <a:off x="2018925" y="1088225"/>
            <a:ext cx="52800" cy="730200"/>
          </a:xfrm>
          <a:prstGeom prst="straightConnector1">
            <a:avLst/>
          </a:prstGeom>
          <a:noFill/>
          <a:ln cap="flat" cmpd="sng" w="9525">
            <a:solidFill>
              <a:schemeClr val="dk2"/>
            </a:solidFill>
            <a:prstDash val="solid"/>
            <a:round/>
            <a:headEnd len="med" w="med" type="none"/>
            <a:tailEnd len="med" w="med" type="none"/>
          </a:ln>
        </p:spPr>
      </p:cxnSp>
      <p:cxnSp>
        <p:nvCxnSpPr>
          <p:cNvPr id="5998" name="Google Shape;5998;p204"/>
          <p:cNvCxnSpPr/>
          <p:nvPr/>
        </p:nvCxnSpPr>
        <p:spPr>
          <a:xfrm rot="10800000">
            <a:off x="6093425" y="1109225"/>
            <a:ext cx="42300" cy="783300"/>
          </a:xfrm>
          <a:prstGeom prst="straightConnector1">
            <a:avLst/>
          </a:prstGeom>
          <a:noFill/>
          <a:ln cap="flat" cmpd="sng" w="9525">
            <a:solidFill>
              <a:schemeClr val="dk2"/>
            </a:solidFill>
            <a:prstDash val="solid"/>
            <a:round/>
            <a:headEnd len="med" w="med" type="none"/>
            <a:tailEnd len="med" w="med" type="none"/>
          </a:ln>
        </p:spPr>
      </p:cxnSp>
      <p:cxnSp>
        <p:nvCxnSpPr>
          <p:cNvPr id="5999" name="Google Shape;5999;p204"/>
          <p:cNvCxnSpPr/>
          <p:nvPr/>
        </p:nvCxnSpPr>
        <p:spPr>
          <a:xfrm>
            <a:off x="2071725" y="1754925"/>
            <a:ext cx="137700" cy="317400"/>
          </a:xfrm>
          <a:prstGeom prst="straightConnector1">
            <a:avLst/>
          </a:prstGeom>
          <a:noFill/>
          <a:ln cap="flat" cmpd="sng" w="9525">
            <a:solidFill>
              <a:schemeClr val="dk2"/>
            </a:solidFill>
            <a:prstDash val="solid"/>
            <a:round/>
            <a:headEnd len="med" w="med" type="none"/>
            <a:tailEnd len="med" w="med" type="none"/>
          </a:ln>
        </p:spPr>
      </p:cxnSp>
      <p:cxnSp>
        <p:nvCxnSpPr>
          <p:cNvPr id="6000" name="Google Shape;6000;p204"/>
          <p:cNvCxnSpPr/>
          <p:nvPr/>
        </p:nvCxnSpPr>
        <p:spPr>
          <a:xfrm flipH="1" rot="10800000">
            <a:off x="2209300" y="2072475"/>
            <a:ext cx="21300" cy="232800"/>
          </a:xfrm>
          <a:prstGeom prst="straightConnector1">
            <a:avLst/>
          </a:prstGeom>
          <a:noFill/>
          <a:ln cap="flat" cmpd="sng" w="9525">
            <a:solidFill>
              <a:schemeClr val="dk2"/>
            </a:solidFill>
            <a:prstDash val="solid"/>
            <a:round/>
            <a:headEnd len="med" w="med" type="none"/>
            <a:tailEnd len="med" w="med" type="none"/>
          </a:ln>
        </p:spPr>
      </p:cxnSp>
      <p:cxnSp>
        <p:nvCxnSpPr>
          <p:cNvPr id="6001" name="Google Shape;6001;p204"/>
          <p:cNvCxnSpPr/>
          <p:nvPr/>
        </p:nvCxnSpPr>
        <p:spPr>
          <a:xfrm>
            <a:off x="2219900" y="2294675"/>
            <a:ext cx="84600" cy="116400"/>
          </a:xfrm>
          <a:prstGeom prst="straightConnector1">
            <a:avLst/>
          </a:prstGeom>
          <a:noFill/>
          <a:ln cap="flat" cmpd="sng" w="9525">
            <a:solidFill>
              <a:schemeClr val="dk2"/>
            </a:solidFill>
            <a:prstDash val="solid"/>
            <a:round/>
            <a:headEnd len="med" w="med" type="none"/>
            <a:tailEnd len="med" w="med" type="none"/>
          </a:ln>
        </p:spPr>
      </p:cxnSp>
      <p:cxnSp>
        <p:nvCxnSpPr>
          <p:cNvPr id="6002" name="Google Shape;6002;p204"/>
          <p:cNvCxnSpPr/>
          <p:nvPr/>
        </p:nvCxnSpPr>
        <p:spPr>
          <a:xfrm flipH="1">
            <a:off x="2283550" y="2368775"/>
            <a:ext cx="21000" cy="391500"/>
          </a:xfrm>
          <a:prstGeom prst="straightConnector1">
            <a:avLst/>
          </a:prstGeom>
          <a:noFill/>
          <a:ln cap="flat" cmpd="sng" w="9525">
            <a:solidFill>
              <a:schemeClr val="dk2"/>
            </a:solidFill>
            <a:prstDash val="solid"/>
            <a:round/>
            <a:headEnd len="med" w="med" type="none"/>
            <a:tailEnd len="med" w="med" type="none"/>
          </a:ln>
        </p:spPr>
      </p:cxnSp>
      <p:cxnSp>
        <p:nvCxnSpPr>
          <p:cNvPr id="6003" name="Google Shape;6003;p204"/>
          <p:cNvCxnSpPr/>
          <p:nvPr/>
        </p:nvCxnSpPr>
        <p:spPr>
          <a:xfrm>
            <a:off x="6167475" y="1839600"/>
            <a:ext cx="211800" cy="222300"/>
          </a:xfrm>
          <a:prstGeom prst="straightConnector1">
            <a:avLst/>
          </a:prstGeom>
          <a:noFill/>
          <a:ln cap="flat" cmpd="sng" w="9525">
            <a:solidFill>
              <a:schemeClr val="dk2"/>
            </a:solidFill>
            <a:prstDash val="solid"/>
            <a:round/>
            <a:headEnd len="med" w="med" type="none"/>
            <a:tailEnd len="med" w="med" type="none"/>
          </a:ln>
        </p:spPr>
      </p:cxnSp>
      <p:cxnSp>
        <p:nvCxnSpPr>
          <p:cNvPr id="6004" name="Google Shape;6004;p204"/>
          <p:cNvCxnSpPr/>
          <p:nvPr/>
        </p:nvCxnSpPr>
        <p:spPr>
          <a:xfrm flipH="1">
            <a:off x="6294375" y="2072425"/>
            <a:ext cx="63600" cy="306900"/>
          </a:xfrm>
          <a:prstGeom prst="straightConnector1">
            <a:avLst/>
          </a:prstGeom>
          <a:noFill/>
          <a:ln cap="flat" cmpd="sng" w="9525">
            <a:solidFill>
              <a:schemeClr val="dk2"/>
            </a:solidFill>
            <a:prstDash val="solid"/>
            <a:round/>
            <a:headEnd len="med" w="med" type="none"/>
            <a:tailEnd len="med" w="med" type="none"/>
          </a:ln>
        </p:spPr>
      </p:cxnSp>
      <p:cxnSp>
        <p:nvCxnSpPr>
          <p:cNvPr id="6005" name="Google Shape;6005;p204"/>
          <p:cNvCxnSpPr/>
          <p:nvPr/>
        </p:nvCxnSpPr>
        <p:spPr>
          <a:xfrm>
            <a:off x="6305050" y="2411100"/>
            <a:ext cx="137700" cy="105900"/>
          </a:xfrm>
          <a:prstGeom prst="straightConnector1">
            <a:avLst/>
          </a:prstGeom>
          <a:noFill/>
          <a:ln cap="flat" cmpd="sng" w="9525">
            <a:solidFill>
              <a:schemeClr val="dk2"/>
            </a:solidFill>
            <a:prstDash val="solid"/>
            <a:round/>
            <a:headEnd len="med" w="med" type="none"/>
            <a:tailEnd len="med" w="med" type="none"/>
          </a:ln>
        </p:spPr>
      </p:cxnSp>
      <p:cxnSp>
        <p:nvCxnSpPr>
          <p:cNvPr id="6006" name="Google Shape;6006;p204"/>
          <p:cNvCxnSpPr/>
          <p:nvPr/>
        </p:nvCxnSpPr>
        <p:spPr>
          <a:xfrm flipH="1">
            <a:off x="6400250" y="2538100"/>
            <a:ext cx="31800" cy="211800"/>
          </a:xfrm>
          <a:prstGeom prst="straightConnector1">
            <a:avLst/>
          </a:prstGeom>
          <a:noFill/>
          <a:ln cap="flat" cmpd="sng" w="9525">
            <a:solidFill>
              <a:schemeClr val="dk2"/>
            </a:solidFill>
            <a:prstDash val="solid"/>
            <a:round/>
            <a:headEnd len="med" w="med" type="none"/>
            <a:tailEnd len="med" w="med" type="none"/>
          </a:ln>
        </p:spPr>
      </p:cxnSp>
      <p:cxnSp>
        <p:nvCxnSpPr>
          <p:cNvPr id="6007" name="Google Shape;6007;p204"/>
          <p:cNvCxnSpPr/>
          <p:nvPr/>
        </p:nvCxnSpPr>
        <p:spPr>
          <a:xfrm>
            <a:off x="2304550" y="2707425"/>
            <a:ext cx="201000" cy="201000"/>
          </a:xfrm>
          <a:prstGeom prst="straightConnector1">
            <a:avLst/>
          </a:prstGeom>
          <a:noFill/>
          <a:ln cap="flat" cmpd="sng" w="9525">
            <a:solidFill>
              <a:schemeClr val="dk2"/>
            </a:solidFill>
            <a:prstDash val="solid"/>
            <a:round/>
            <a:headEnd len="med" w="med" type="none"/>
            <a:tailEnd len="med" w="med" type="none"/>
          </a:ln>
        </p:spPr>
      </p:cxnSp>
      <p:cxnSp>
        <p:nvCxnSpPr>
          <p:cNvPr id="6008" name="Google Shape;6008;p204"/>
          <p:cNvCxnSpPr/>
          <p:nvPr/>
        </p:nvCxnSpPr>
        <p:spPr>
          <a:xfrm flipH="1">
            <a:off x="2463250" y="2897925"/>
            <a:ext cx="31800" cy="328200"/>
          </a:xfrm>
          <a:prstGeom prst="straightConnector1">
            <a:avLst/>
          </a:prstGeom>
          <a:noFill/>
          <a:ln cap="flat" cmpd="sng" w="9525">
            <a:solidFill>
              <a:schemeClr val="dk2"/>
            </a:solidFill>
            <a:prstDash val="solid"/>
            <a:round/>
            <a:headEnd len="med" w="med" type="none"/>
            <a:tailEnd len="med" w="med" type="none"/>
          </a:ln>
        </p:spPr>
      </p:cxnSp>
      <p:cxnSp>
        <p:nvCxnSpPr>
          <p:cNvPr id="6009" name="Google Shape;6009;p204"/>
          <p:cNvCxnSpPr/>
          <p:nvPr/>
        </p:nvCxnSpPr>
        <p:spPr>
          <a:xfrm flipH="1" rot="10800000">
            <a:off x="2505650" y="3067225"/>
            <a:ext cx="3873600" cy="148200"/>
          </a:xfrm>
          <a:prstGeom prst="straightConnector1">
            <a:avLst/>
          </a:prstGeom>
          <a:noFill/>
          <a:ln cap="flat" cmpd="sng" w="9525">
            <a:solidFill>
              <a:schemeClr val="dk2"/>
            </a:solidFill>
            <a:prstDash val="solid"/>
            <a:round/>
            <a:headEnd len="med" w="med" type="none"/>
            <a:tailEnd len="med" w="med" type="none"/>
          </a:ln>
        </p:spPr>
      </p:cxnSp>
      <p:cxnSp>
        <p:nvCxnSpPr>
          <p:cNvPr id="6010" name="Google Shape;6010;p204"/>
          <p:cNvCxnSpPr/>
          <p:nvPr/>
        </p:nvCxnSpPr>
        <p:spPr>
          <a:xfrm flipH="1">
            <a:off x="6368625" y="2739175"/>
            <a:ext cx="84600" cy="328200"/>
          </a:xfrm>
          <a:prstGeom prst="straightConnector1">
            <a:avLst/>
          </a:prstGeom>
          <a:noFill/>
          <a:ln cap="flat" cmpd="sng" w="9525">
            <a:solidFill>
              <a:schemeClr val="dk2"/>
            </a:solidFill>
            <a:prstDash val="solid"/>
            <a:round/>
            <a:headEnd len="med" w="med" type="none"/>
            <a:tailEnd len="med" w="med" type="none"/>
          </a:ln>
        </p:spPr>
      </p:cxnSp>
      <p:cxnSp>
        <p:nvCxnSpPr>
          <p:cNvPr id="6011" name="Google Shape;6011;p204"/>
          <p:cNvCxnSpPr/>
          <p:nvPr/>
        </p:nvCxnSpPr>
        <p:spPr>
          <a:xfrm flipH="1" rot="10800000">
            <a:off x="2336300" y="2411250"/>
            <a:ext cx="3968700" cy="285600"/>
          </a:xfrm>
          <a:prstGeom prst="straightConnector1">
            <a:avLst/>
          </a:prstGeom>
          <a:noFill/>
          <a:ln cap="flat" cmpd="sng" w="9525">
            <a:solidFill>
              <a:schemeClr val="dk2"/>
            </a:solidFill>
            <a:prstDash val="solid"/>
            <a:round/>
            <a:headEnd len="med" w="med" type="none"/>
            <a:tailEnd len="med" w="med" type="none"/>
          </a:ln>
        </p:spPr>
      </p:cxnSp>
      <p:cxnSp>
        <p:nvCxnSpPr>
          <p:cNvPr id="6012" name="Google Shape;6012;p204"/>
          <p:cNvCxnSpPr/>
          <p:nvPr/>
        </p:nvCxnSpPr>
        <p:spPr>
          <a:xfrm flipH="1">
            <a:off x="2526900" y="2760350"/>
            <a:ext cx="3936900" cy="158700"/>
          </a:xfrm>
          <a:prstGeom prst="straightConnector1">
            <a:avLst/>
          </a:prstGeom>
          <a:noFill/>
          <a:ln cap="flat" cmpd="sng" w="9525">
            <a:solidFill>
              <a:schemeClr val="dk2"/>
            </a:solidFill>
            <a:prstDash val="solid"/>
            <a:round/>
            <a:headEnd len="med" w="med" type="none"/>
            <a:tailEnd len="med" w="med" type="none"/>
          </a:ln>
        </p:spPr>
      </p:cxnSp>
      <p:cxnSp>
        <p:nvCxnSpPr>
          <p:cNvPr id="6013" name="Google Shape;6013;p204"/>
          <p:cNvCxnSpPr/>
          <p:nvPr/>
        </p:nvCxnSpPr>
        <p:spPr>
          <a:xfrm flipH="1">
            <a:off x="1870750" y="1162275"/>
            <a:ext cx="126900" cy="1820400"/>
          </a:xfrm>
          <a:prstGeom prst="straightConnector1">
            <a:avLst/>
          </a:prstGeom>
          <a:noFill/>
          <a:ln cap="flat" cmpd="sng" w="9525">
            <a:solidFill>
              <a:schemeClr val="dk2"/>
            </a:solidFill>
            <a:prstDash val="solid"/>
            <a:round/>
            <a:headEnd len="med" w="med" type="none"/>
            <a:tailEnd len="med" w="med" type="none"/>
          </a:ln>
        </p:spPr>
      </p:cxnSp>
      <p:cxnSp>
        <p:nvCxnSpPr>
          <p:cNvPr id="6014" name="Google Shape;6014;p204"/>
          <p:cNvCxnSpPr/>
          <p:nvPr/>
        </p:nvCxnSpPr>
        <p:spPr>
          <a:xfrm>
            <a:off x="1870650" y="2887350"/>
            <a:ext cx="656100" cy="370500"/>
          </a:xfrm>
          <a:prstGeom prst="straightConnector1">
            <a:avLst/>
          </a:prstGeom>
          <a:noFill/>
          <a:ln cap="flat" cmpd="sng" w="9525">
            <a:solidFill>
              <a:schemeClr val="dk2"/>
            </a:solidFill>
            <a:prstDash val="solid"/>
            <a:round/>
            <a:headEnd len="med" w="med" type="none"/>
            <a:tailEnd len="med" w="med" type="none"/>
          </a:ln>
        </p:spPr>
      </p:cxnSp>
      <p:cxnSp>
        <p:nvCxnSpPr>
          <p:cNvPr id="6015" name="Google Shape;6015;p204"/>
          <p:cNvCxnSpPr/>
          <p:nvPr/>
        </p:nvCxnSpPr>
        <p:spPr>
          <a:xfrm flipH="1" rot="10800000">
            <a:off x="2241050" y="1955900"/>
            <a:ext cx="3915900" cy="328200"/>
          </a:xfrm>
          <a:prstGeom prst="straightConnector1">
            <a:avLst/>
          </a:prstGeom>
          <a:noFill/>
          <a:ln cap="flat" cmpd="sng" w="9525">
            <a:solidFill>
              <a:schemeClr val="dk2"/>
            </a:solidFill>
            <a:prstDash val="solid"/>
            <a:round/>
            <a:headEnd len="med" w="med" type="none"/>
            <a:tailEnd len="med" w="med" type="none"/>
          </a:ln>
        </p:spPr>
      </p:cxnSp>
      <p:cxnSp>
        <p:nvCxnSpPr>
          <p:cNvPr id="6016" name="Google Shape;6016;p204"/>
          <p:cNvCxnSpPr/>
          <p:nvPr/>
        </p:nvCxnSpPr>
        <p:spPr>
          <a:xfrm flipH="1" rot="10800000">
            <a:off x="2092900" y="1649175"/>
            <a:ext cx="3683100" cy="84600"/>
          </a:xfrm>
          <a:prstGeom prst="straightConnector1">
            <a:avLst/>
          </a:prstGeom>
          <a:noFill/>
          <a:ln cap="flat" cmpd="sng" w="9525">
            <a:solidFill>
              <a:schemeClr val="dk2"/>
            </a:solidFill>
            <a:prstDash val="solid"/>
            <a:round/>
            <a:headEnd len="med" w="med" type="none"/>
            <a:tailEnd len="med" w="med" type="none"/>
          </a:ln>
        </p:spPr>
      </p:cxnSp>
      <p:cxnSp>
        <p:nvCxnSpPr>
          <p:cNvPr id="6017" name="Google Shape;6017;p204"/>
          <p:cNvCxnSpPr/>
          <p:nvPr/>
        </p:nvCxnSpPr>
        <p:spPr>
          <a:xfrm flipH="1" rot="10800000">
            <a:off x="5775900" y="1215250"/>
            <a:ext cx="296400" cy="465600"/>
          </a:xfrm>
          <a:prstGeom prst="straightConnector1">
            <a:avLst/>
          </a:prstGeom>
          <a:noFill/>
          <a:ln cap="flat" cmpd="sng" w="9525">
            <a:solidFill>
              <a:schemeClr val="dk2"/>
            </a:solidFill>
            <a:prstDash val="solid"/>
            <a:round/>
            <a:headEnd len="med" w="med" type="none"/>
            <a:tailEnd len="med" w="med" type="none"/>
          </a:ln>
        </p:spPr>
      </p:cxnSp>
      <p:sp>
        <p:nvSpPr>
          <p:cNvPr id="6018" name="Google Shape;6018;p204"/>
          <p:cNvSpPr/>
          <p:nvPr/>
        </p:nvSpPr>
        <p:spPr>
          <a:xfrm rot="-4853274">
            <a:off x="1519239" y="3476901"/>
            <a:ext cx="653548" cy="685161"/>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6019" name="Google Shape;6019;p204"/>
          <p:cNvSpPr/>
          <p:nvPr/>
        </p:nvSpPr>
        <p:spPr>
          <a:xfrm rot="-4853621">
            <a:off x="1771998" y="3898298"/>
            <a:ext cx="127001" cy="16128"/>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6020" name="Google Shape;6020;p204"/>
          <p:cNvSpPr/>
          <p:nvPr/>
        </p:nvSpPr>
        <p:spPr>
          <a:xfrm rot="-4856527">
            <a:off x="1798499" y="3637566"/>
            <a:ext cx="83846" cy="38273"/>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6021" name="Google Shape;6021;p204"/>
          <p:cNvCxnSpPr/>
          <p:nvPr/>
        </p:nvCxnSpPr>
        <p:spPr>
          <a:xfrm flipH="1" rot="5949294">
            <a:off x="1964864" y="3824947"/>
            <a:ext cx="147073" cy="73537"/>
          </a:xfrm>
          <a:prstGeom prst="straightConnector1">
            <a:avLst/>
          </a:prstGeom>
          <a:noFill/>
          <a:ln cap="flat" cmpd="sng" w="7075">
            <a:solidFill>
              <a:schemeClr val="dk2"/>
            </a:solidFill>
            <a:prstDash val="solid"/>
            <a:round/>
            <a:headEnd len="med" w="med" type="none"/>
            <a:tailEnd len="med" w="med" type="none"/>
          </a:ln>
        </p:spPr>
      </p:cxnSp>
      <p:cxnSp>
        <p:nvCxnSpPr>
          <p:cNvPr id="6022" name="Google Shape;6022;p204"/>
          <p:cNvCxnSpPr/>
          <p:nvPr/>
        </p:nvCxnSpPr>
        <p:spPr>
          <a:xfrm flipH="1" rot="-4944321">
            <a:off x="2067169" y="3776425"/>
            <a:ext cx="4540" cy="73537"/>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6023" name="Google Shape;6023;p204"/>
          <p:cNvPicPr preferRelativeResize="0"/>
          <p:nvPr/>
        </p:nvPicPr>
        <p:blipFill rotWithShape="1">
          <a:blip r:embed="rId4">
            <a:alphaModFix/>
          </a:blip>
          <a:srcRect b="14259" l="13020" r="8215" t="12238"/>
          <a:stretch/>
        </p:blipFill>
        <p:spPr>
          <a:xfrm rot="-4853518">
            <a:off x="1000978" y="3424837"/>
            <a:ext cx="597983" cy="558050"/>
          </a:xfrm>
          <a:prstGeom prst="rect">
            <a:avLst/>
          </a:prstGeom>
          <a:noFill/>
          <a:ln>
            <a:noFill/>
          </a:ln>
        </p:spPr>
      </p:pic>
      <p:sp>
        <p:nvSpPr>
          <p:cNvPr id="6024" name="Google Shape;6024;p204"/>
          <p:cNvSpPr/>
          <p:nvPr/>
        </p:nvSpPr>
        <p:spPr>
          <a:xfrm rot="-4853531">
            <a:off x="2398990" y="3551223"/>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6025" name="Google Shape;6025;p204"/>
          <p:cNvCxnSpPr/>
          <p:nvPr/>
        </p:nvCxnSpPr>
        <p:spPr>
          <a:xfrm flipH="1" rot="-4853211">
            <a:off x="3077212" y="3972134"/>
            <a:ext cx="178047" cy="419571"/>
          </a:xfrm>
          <a:prstGeom prst="straightConnector1">
            <a:avLst/>
          </a:prstGeom>
          <a:noFill/>
          <a:ln cap="flat" cmpd="sng" w="7075">
            <a:solidFill>
              <a:schemeClr val="dk2"/>
            </a:solidFill>
            <a:prstDash val="solid"/>
            <a:round/>
            <a:headEnd len="med" w="med" type="none"/>
            <a:tailEnd len="med" w="med" type="none"/>
          </a:ln>
        </p:spPr>
      </p:cxnSp>
      <p:cxnSp>
        <p:nvCxnSpPr>
          <p:cNvPr id="6026" name="Google Shape;6026;p204"/>
          <p:cNvCxnSpPr/>
          <p:nvPr/>
        </p:nvCxnSpPr>
        <p:spPr>
          <a:xfrm rot="-4855407">
            <a:off x="3132882" y="3607510"/>
            <a:ext cx="197776" cy="436291"/>
          </a:xfrm>
          <a:prstGeom prst="straightConnector1">
            <a:avLst/>
          </a:prstGeom>
          <a:noFill/>
          <a:ln cap="flat" cmpd="sng" w="7075">
            <a:solidFill>
              <a:schemeClr val="dk2"/>
            </a:solidFill>
            <a:prstDash val="solid"/>
            <a:round/>
            <a:headEnd len="med" w="med" type="none"/>
            <a:tailEnd len="med" w="med" type="none"/>
          </a:ln>
        </p:spPr>
      </p:cxnSp>
      <p:cxnSp>
        <p:nvCxnSpPr>
          <p:cNvPr id="6027" name="Google Shape;6027;p204"/>
          <p:cNvCxnSpPr/>
          <p:nvPr/>
        </p:nvCxnSpPr>
        <p:spPr>
          <a:xfrm flipH="1" rot="-4852254">
            <a:off x="2339293" y="4090106"/>
            <a:ext cx="279845" cy="279845"/>
          </a:xfrm>
          <a:prstGeom prst="straightConnector1">
            <a:avLst/>
          </a:prstGeom>
          <a:noFill/>
          <a:ln cap="flat" cmpd="sng" w="7075">
            <a:solidFill>
              <a:schemeClr val="dk2"/>
            </a:solidFill>
            <a:prstDash val="solid"/>
            <a:round/>
            <a:headEnd len="med" w="med" type="none"/>
            <a:tailEnd len="med" w="med" type="none"/>
          </a:ln>
        </p:spPr>
      </p:cxnSp>
      <p:cxnSp>
        <p:nvCxnSpPr>
          <p:cNvPr id="6028" name="Google Shape;6028;p204"/>
          <p:cNvCxnSpPr/>
          <p:nvPr/>
        </p:nvCxnSpPr>
        <p:spPr>
          <a:xfrm flipH="1" rot="10800000">
            <a:off x="2391000" y="3374100"/>
            <a:ext cx="220500" cy="366600"/>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6029" name="Google Shape;6029;p204"/>
          <p:cNvPicPr preferRelativeResize="0"/>
          <p:nvPr/>
        </p:nvPicPr>
        <p:blipFill>
          <a:blip r:embed="rId5">
            <a:alphaModFix/>
          </a:blip>
          <a:stretch>
            <a:fillRect/>
          </a:stretch>
        </p:blipFill>
        <p:spPr>
          <a:xfrm rot="-4853529">
            <a:off x="2264026" y="3693621"/>
            <a:ext cx="279787" cy="279787"/>
          </a:xfrm>
          <a:prstGeom prst="rect">
            <a:avLst/>
          </a:prstGeom>
          <a:noFill/>
          <a:ln>
            <a:noFill/>
          </a:ln>
        </p:spPr>
      </p:pic>
      <p:sp>
        <p:nvSpPr>
          <p:cNvPr id="6030" name="Google Shape;6030;p204"/>
          <p:cNvSpPr/>
          <p:nvPr/>
        </p:nvSpPr>
        <p:spPr>
          <a:xfrm rot="4529121">
            <a:off x="7614565" y="2995859"/>
            <a:ext cx="653559" cy="685138"/>
          </a:xfrm>
          <a:prstGeom prst="ellipse">
            <a:avLst/>
          </a:prstGeom>
          <a:no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6031" name="Google Shape;6031;p204"/>
          <p:cNvSpPr/>
          <p:nvPr/>
        </p:nvSpPr>
        <p:spPr>
          <a:xfrm rot="4530261">
            <a:off x="7912054" y="3170656"/>
            <a:ext cx="127044" cy="138245"/>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sp>
        <p:nvSpPr>
          <p:cNvPr id="6032" name="Google Shape;6032;p204"/>
          <p:cNvSpPr/>
          <p:nvPr/>
        </p:nvSpPr>
        <p:spPr>
          <a:xfrm rot="4527933">
            <a:off x="7969653" y="3465993"/>
            <a:ext cx="83678" cy="38419"/>
          </a:xfrm>
          <a:prstGeom prst="ellipse">
            <a:avLst/>
          </a:prstGeom>
          <a:solidFill>
            <a:schemeClr val="lt2"/>
          </a:solidFill>
          <a:ln cap="flat" cmpd="sng" w="7075">
            <a:solidFill>
              <a:schemeClr val="dk2"/>
            </a:solidFill>
            <a:prstDash val="solid"/>
            <a:round/>
            <a:headEnd len="sm" w="sm" type="none"/>
            <a:tailEnd len="sm" w="sm" type="none"/>
          </a:ln>
        </p:spPr>
        <p:txBody>
          <a:bodyPr anchorCtr="0" anchor="ctr" bIns="67925" lIns="67925" spcFirstLastPara="1" rIns="67925" wrap="square" tIns="67925">
            <a:noAutofit/>
          </a:bodyPr>
          <a:lstStyle/>
          <a:p>
            <a:pPr indent="0" lvl="0" marL="0" rtl="0" algn="ctr">
              <a:spcBef>
                <a:spcPts val="0"/>
              </a:spcBef>
              <a:spcAft>
                <a:spcPts val="0"/>
              </a:spcAft>
              <a:buNone/>
            </a:pPr>
            <a:r>
              <a:t/>
            </a:r>
            <a:endParaRPr sz="1040"/>
          </a:p>
        </p:txBody>
      </p:sp>
      <p:cxnSp>
        <p:nvCxnSpPr>
          <p:cNvPr id="6033" name="Google Shape;6033;p204"/>
          <p:cNvCxnSpPr/>
          <p:nvPr/>
        </p:nvCxnSpPr>
        <p:spPr>
          <a:xfrm flipH="1" rot="-6271063">
            <a:off x="7674662" y="3340003"/>
            <a:ext cx="147200" cy="73708"/>
          </a:xfrm>
          <a:prstGeom prst="straightConnector1">
            <a:avLst/>
          </a:prstGeom>
          <a:noFill/>
          <a:ln cap="flat" cmpd="sng" w="7075">
            <a:solidFill>
              <a:schemeClr val="dk2"/>
            </a:solidFill>
            <a:prstDash val="solid"/>
            <a:round/>
            <a:headEnd len="med" w="med" type="none"/>
            <a:tailEnd len="med" w="med" type="none"/>
          </a:ln>
        </p:spPr>
      </p:cxnSp>
      <p:cxnSp>
        <p:nvCxnSpPr>
          <p:cNvPr id="6034" name="Google Shape;6034;p204"/>
          <p:cNvCxnSpPr/>
          <p:nvPr/>
        </p:nvCxnSpPr>
        <p:spPr>
          <a:xfrm flipH="1" rot="4443276">
            <a:off x="7736828" y="3396868"/>
            <a:ext cx="4368" cy="73708"/>
          </a:xfrm>
          <a:prstGeom prst="straightConnector1">
            <a:avLst/>
          </a:prstGeom>
          <a:noFill/>
          <a:ln cap="flat" cmpd="sng" w="7075">
            <a:solidFill>
              <a:schemeClr val="dk2"/>
            </a:solidFill>
            <a:prstDash val="solid"/>
            <a:round/>
            <a:headEnd len="med" w="med" type="none"/>
            <a:tailEnd len="med" w="med" type="none"/>
          </a:ln>
        </p:spPr>
      </p:cxnSp>
      <p:pic>
        <p:nvPicPr>
          <p:cNvPr descr="Police hat icon / vector graphics (Provided by Getty Images)" id="6035" name="Google Shape;6035;p204"/>
          <p:cNvPicPr preferRelativeResize="0"/>
          <p:nvPr/>
        </p:nvPicPr>
        <p:blipFill rotWithShape="1">
          <a:blip r:embed="rId4">
            <a:alphaModFix/>
          </a:blip>
          <a:srcRect b="14259" l="13020" r="8215" t="12238"/>
          <a:stretch/>
        </p:blipFill>
        <p:spPr>
          <a:xfrm rot="4529384">
            <a:off x="8188909" y="2946541"/>
            <a:ext cx="597982" cy="558053"/>
          </a:xfrm>
          <a:prstGeom prst="rect">
            <a:avLst/>
          </a:prstGeom>
          <a:noFill/>
          <a:ln>
            <a:noFill/>
          </a:ln>
        </p:spPr>
      </p:pic>
      <p:sp>
        <p:nvSpPr>
          <p:cNvPr id="6036" name="Google Shape;6036;p204"/>
          <p:cNvSpPr/>
          <p:nvPr/>
        </p:nvSpPr>
        <p:spPr>
          <a:xfrm rot="4529382">
            <a:off x="6997040" y="3149029"/>
            <a:ext cx="407751" cy="770659"/>
          </a:xfrm>
          <a:prstGeom prst="flowChartProcess">
            <a:avLst/>
          </a:prstGeom>
          <a:solidFill>
            <a:srgbClr val="0000FF"/>
          </a:solidFill>
          <a:ln cap="flat" cmpd="sng" w="4325">
            <a:solidFill>
              <a:srgbClr val="FF0000"/>
            </a:solidFill>
            <a:prstDash val="solid"/>
            <a:round/>
            <a:headEnd len="sm" w="sm" type="none"/>
            <a:tailEnd len="sm" w="sm" type="none"/>
          </a:ln>
        </p:spPr>
        <p:txBody>
          <a:bodyPr anchorCtr="0" anchor="ctr" bIns="41325" lIns="41325" spcFirstLastPara="1" rIns="41325" wrap="square" tIns="41325">
            <a:noAutofit/>
          </a:bodyPr>
          <a:lstStyle/>
          <a:p>
            <a:pPr indent="0" lvl="0" marL="0" rtl="0" algn="ctr">
              <a:spcBef>
                <a:spcPts val="0"/>
              </a:spcBef>
              <a:spcAft>
                <a:spcPts val="0"/>
              </a:spcAft>
              <a:buNone/>
            </a:pPr>
            <a:r>
              <a:t/>
            </a:r>
            <a:endParaRPr sz="633"/>
          </a:p>
        </p:txBody>
      </p:sp>
      <p:cxnSp>
        <p:nvCxnSpPr>
          <p:cNvPr id="6037" name="Google Shape;6037;p204"/>
          <p:cNvCxnSpPr/>
          <p:nvPr/>
        </p:nvCxnSpPr>
        <p:spPr>
          <a:xfrm flipH="1" rot="4528348">
            <a:off x="6497260" y="3325405"/>
            <a:ext cx="178197" cy="419627"/>
          </a:xfrm>
          <a:prstGeom prst="straightConnector1">
            <a:avLst/>
          </a:prstGeom>
          <a:noFill/>
          <a:ln cap="flat" cmpd="sng" w="7075">
            <a:solidFill>
              <a:schemeClr val="dk2"/>
            </a:solidFill>
            <a:prstDash val="solid"/>
            <a:round/>
            <a:headEnd len="med" w="med" type="none"/>
            <a:tailEnd len="med" w="med" type="none"/>
          </a:ln>
        </p:spPr>
      </p:cxnSp>
      <p:cxnSp>
        <p:nvCxnSpPr>
          <p:cNvPr id="6038" name="Google Shape;6038;p204"/>
          <p:cNvCxnSpPr/>
          <p:nvPr/>
        </p:nvCxnSpPr>
        <p:spPr>
          <a:xfrm rot="4529990">
            <a:off x="6570172" y="3669791"/>
            <a:ext cx="197697" cy="436362"/>
          </a:xfrm>
          <a:prstGeom prst="straightConnector1">
            <a:avLst/>
          </a:prstGeom>
          <a:noFill/>
          <a:ln cap="flat" cmpd="sng" w="7075">
            <a:solidFill>
              <a:schemeClr val="dk2"/>
            </a:solidFill>
            <a:prstDash val="solid"/>
            <a:round/>
            <a:headEnd len="med" w="med" type="none"/>
            <a:tailEnd len="med" w="med" type="none"/>
          </a:ln>
        </p:spPr>
      </p:cxnSp>
      <p:cxnSp>
        <p:nvCxnSpPr>
          <p:cNvPr id="6039" name="Google Shape;6039;p204"/>
          <p:cNvCxnSpPr/>
          <p:nvPr/>
        </p:nvCxnSpPr>
        <p:spPr>
          <a:xfrm flipH="1" rot="4531897">
            <a:off x="7056824" y="3076004"/>
            <a:ext cx="279773" cy="279773"/>
          </a:xfrm>
          <a:prstGeom prst="straightConnector1">
            <a:avLst/>
          </a:prstGeom>
          <a:noFill/>
          <a:ln cap="flat" cmpd="sng" w="7075">
            <a:solidFill>
              <a:schemeClr val="dk2"/>
            </a:solidFill>
            <a:prstDash val="solid"/>
            <a:round/>
            <a:headEnd len="med" w="med" type="none"/>
            <a:tailEnd len="med" w="med" type="none"/>
          </a:ln>
        </p:spPr>
      </p:cxnSp>
      <p:cxnSp>
        <p:nvCxnSpPr>
          <p:cNvPr id="6040" name="Google Shape;6040;p204"/>
          <p:cNvCxnSpPr/>
          <p:nvPr/>
        </p:nvCxnSpPr>
        <p:spPr>
          <a:xfrm flipH="1" rot="-1420174">
            <a:off x="7335678" y="3657847"/>
            <a:ext cx="220445" cy="366354"/>
          </a:xfrm>
          <a:prstGeom prst="straightConnector1">
            <a:avLst/>
          </a:prstGeom>
          <a:noFill/>
          <a:ln cap="flat" cmpd="sng" w="7075">
            <a:solidFill>
              <a:schemeClr val="dk2"/>
            </a:solidFill>
            <a:prstDash val="solid"/>
            <a:round/>
            <a:headEnd len="med" w="med" type="none"/>
            <a:tailEnd len="med" w="med" type="none"/>
          </a:ln>
        </p:spPr>
      </p:cxnSp>
      <p:pic>
        <p:nvPicPr>
          <p:cNvPr descr="a golden police badge with a star and the word police on it (Provided by Tenor)" id="6041" name="Google Shape;6041;p204"/>
          <p:cNvPicPr preferRelativeResize="0"/>
          <p:nvPr/>
        </p:nvPicPr>
        <p:blipFill>
          <a:blip r:embed="rId5">
            <a:alphaModFix/>
          </a:blip>
          <a:stretch>
            <a:fillRect/>
          </a:stretch>
        </p:blipFill>
        <p:spPr>
          <a:xfrm rot="4529376">
            <a:off x="7284585" y="3409167"/>
            <a:ext cx="279787" cy="279787"/>
          </a:xfrm>
          <a:prstGeom prst="rect">
            <a:avLst/>
          </a:prstGeom>
          <a:noFill/>
          <a:ln>
            <a:noFill/>
          </a:ln>
        </p:spPr>
      </p:pic>
      <p:sp>
        <p:nvSpPr>
          <p:cNvPr id="6042" name="Google Shape;6042;p204"/>
          <p:cNvSpPr/>
          <p:nvPr/>
        </p:nvSpPr>
        <p:spPr>
          <a:xfrm>
            <a:off x="4488701" y="2135687"/>
            <a:ext cx="708000" cy="651300"/>
          </a:xfrm>
          <a:prstGeom prst="ellipse">
            <a:avLst/>
          </a:prstGeom>
          <a:noFill/>
          <a:ln cap="flat" cmpd="sng" w="7675">
            <a:solidFill>
              <a:srgbClr val="000000"/>
            </a:solidFill>
            <a:prstDash val="solid"/>
            <a:round/>
            <a:headEnd len="sm" w="sm" type="none"/>
            <a:tailEnd len="sm" w="sm" type="none"/>
          </a:ln>
        </p:spPr>
        <p:txBody>
          <a:bodyPr anchorCtr="0" anchor="ctr" bIns="44750" lIns="44750" spcFirstLastPara="1" rIns="44750" wrap="square" tIns="44750">
            <a:noAutofit/>
          </a:bodyPr>
          <a:lstStyle/>
          <a:p>
            <a:pPr indent="0" lvl="0" marL="0" rtl="0" algn="ctr">
              <a:spcBef>
                <a:spcPts val="0"/>
              </a:spcBef>
              <a:spcAft>
                <a:spcPts val="0"/>
              </a:spcAft>
              <a:buNone/>
            </a:pPr>
            <a:r>
              <a:t/>
            </a:r>
            <a:endParaRPr sz="685"/>
          </a:p>
        </p:txBody>
      </p:sp>
      <p:cxnSp>
        <p:nvCxnSpPr>
          <p:cNvPr id="6043" name="Google Shape;6043;p204"/>
          <p:cNvCxnSpPr/>
          <p:nvPr/>
        </p:nvCxnSpPr>
        <p:spPr>
          <a:xfrm>
            <a:off x="4673746" y="2535733"/>
            <a:ext cx="337500" cy="148200"/>
          </a:xfrm>
          <a:prstGeom prst="curvedConnector3">
            <a:avLst>
              <a:gd fmla="val 50000" name="adj1"/>
            </a:avLst>
          </a:prstGeom>
          <a:noFill/>
          <a:ln cap="flat" cmpd="sng" w="7675">
            <a:solidFill>
              <a:srgbClr val="000000"/>
            </a:solidFill>
            <a:prstDash val="solid"/>
            <a:round/>
            <a:headEnd len="med" w="med" type="none"/>
            <a:tailEnd len="med" w="med" type="none"/>
          </a:ln>
        </p:spPr>
      </p:cxnSp>
      <p:sp>
        <p:nvSpPr>
          <p:cNvPr id="6044" name="Google Shape;6044;p204"/>
          <p:cNvSpPr/>
          <p:nvPr/>
        </p:nvSpPr>
        <p:spPr>
          <a:xfrm>
            <a:off x="4660854" y="2335124"/>
            <a:ext cx="91500" cy="148200"/>
          </a:xfrm>
          <a:prstGeom prst="ellipse">
            <a:avLst/>
          </a:prstGeom>
          <a:solidFill>
            <a:schemeClr val="lt2"/>
          </a:solidFill>
          <a:ln cap="flat" cmpd="sng" w="7675">
            <a:solidFill>
              <a:srgbClr val="000000"/>
            </a:solidFill>
            <a:prstDash val="solid"/>
            <a:round/>
            <a:headEnd len="sm" w="sm" type="none"/>
            <a:tailEnd len="sm" w="sm" type="none"/>
          </a:ln>
        </p:spPr>
        <p:txBody>
          <a:bodyPr anchorCtr="0" anchor="ctr" bIns="44750" lIns="44750" spcFirstLastPara="1" rIns="44750" wrap="square" tIns="44750">
            <a:noAutofit/>
          </a:bodyPr>
          <a:lstStyle/>
          <a:p>
            <a:pPr indent="0" lvl="0" marL="0" rtl="0" algn="ctr">
              <a:spcBef>
                <a:spcPts val="0"/>
              </a:spcBef>
              <a:spcAft>
                <a:spcPts val="0"/>
              </a:spcAft>
              <a:buNone/>
            </a:pPr>
            <a:r>
              <a:t/>
            </a:r>
            <a:endParaRPr sz="685"/>
          </a:p>
        </p:txBody>
      </p:sp>
      <p:sp>
        <p:nvSpPr>
          <p:cNvPr id="6045" name="Google Shape;6045;p204"/>
          <p:cNvSpPr/>
          <p:nvPr/>
        </p:nvSpPr>
        <p:spPr>
          <a:xfrm>
            <a:off x="4808900" y="2439417"/>
            <a:ext cx="91500" cy="148200"/>
          </a:xfrm>
          <a:prstGeom prst="ellipse">
            <a:avLst/>
          </a:prstGeom>
          <a:solidFill>
            <a:schemeClr val="lt2"/>
          </a:solidFill>
          <a:ln cap="flat" cmpd="sng" w="7675">
            <a:solidFill>
              <a:srgbClr val="000000"/>
            </a:solidFill>
            <a:prstDash val="solid"/>
            <a:round/>
            <a:headEnd len="sm" w="sm" type="none"/>
            <a:tailEnd len="sm" w="sm" type="none"/>
          </a:ln>
        </p:spPr>
        <p:txBody>
          <a:bodyPr anchorCtr="0" anchor="ctr" bIns="44750" lIns="44750" spcFirstLastPara="1" rIns="44750" wrap="square" tIns="44750">
            <a:noAutofit/>
          </a:bodyPr>
          <a:lstStyle/>
          <a:p>
            <a:pPr indent="0" lvl="0" marL="0" rtl="0" algn="ctr">
              <a:spcBef>
                <a:spcPts val="0"/>
              </a:spcBef>
              <a:spcAft>
                <a:spcPts val="0"/>
              </a:spcAft>
              <a:buNone/>
            </a:pPr>
            <a:r>
              <a:t/>
            </a:r>
            <a:endParaRPr sz="685"/>
          </a:p>
        </p:txBody>
      </p:sp>
      <p:sp>
        <p:nvSpPr>
          <p:cNvPr id="6046" name="Google Shape;6046;p204"/>
          <p:cNvSpPr/>
          <p:nvPr/>
        </p:nvSpPr>
        <p:spPr>
          <a:xfrm>
            <a:off x="4660843" y="2838831"/>
            <a:ext cx="363431" cy="556585"/>
          </a:xfrm>
          <a:prstGeom prst="flowChartProcess">
            <a:avLst/>
          </a:prstGeom>
          <a:solidFill>
            <a:srgbClr val="FF0000"/>
          </a:solidFill>
          <a:ln cap="flat" cmpd="sng" w="7675">
            <a:solidFill>
              <a:srgbClr val="000000"/>
            </a:solidFill>
            <a:prstDash val="solid"/>
            <a:round/>
            <a:headEnd len="sm" w="sm" type="none"/>
            <a:tailEnd len="sm" w="sm" type="none"/>
          </a:ln>
        </p:spPr>
        <p:txBody>
          <a:bodyPr anchorCtr="0" anchor="ctr" bIns="44750" lIns="44750" spcFirstLastPara="1" rIns="44750" wrap="square" tIns="44750">
            <a:noAutofit/>
          </a:bodyPr>
          <a:lstStyle/>
          <a:p>
            <a:pPr indent="0" lvl="0" marL="0" rtl="0" algn="ctr">
              <a:spcBef>
                <a:spcPts val="0"/>
              </a:spcBef>
              <a:spcAft>
                <a:spcPts val="0"/>
              </a:spcAft>
              <a:buNone/>
            </a:pPr>
            <a:r>
              <a:t/>
            </a:r>
            <a:endParaRPr sz="685"/>
          </a:p>
        </p:txBody>
      </p:sp>
      <p:pic>
        <p:nvPicPr>
          <p:cNvPr descr="cowboy hat icon vector outline illustration (Provided by Getty Images)" id="6047" name="Google Shape;6047;p204"/>
          <p:cNvPicPr preferRelativeResize="0"/>
          <p:nvPr/>
        </p:nvPicPr>
        <p:blipFill rotWithShape="1">
          <a:blip r:embed="rId6">
            <a:alphaModFix/>
          </a:blip>
          <a:srcRect b="28376" l="12375" r="10949" t="24332"/>
          <a:stretch/>
        </p:blipFill>
        <p:spPr>
          <a:xfrm>
            <a:off x="4415375" y="1892517"/>
            <a:ext cx="878520" cy="320922"/>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048" name="Google Shape;6048;p204"/>
          <p:cNvPicPr preferRelativeResize="0"/>
          <p:nvPr/>
        </p:nvPicPr>
        <p:blipFill rotWithShape="1">
          <a:blip r:embed="rId7">
            <a:alphaModFix/>
          </a:blip>
          <a:srcRect b="27060" l="0" r="51590" t="27460"/>
          <a:stretch/>
        </p:blipFill>
        <p:spPr>
          <a:xfrm>
            <a:off x="5078599" y="2735222"/>
            <a:ext cx="812989" cy="763807"/>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049" name="Google Shape;6049;p204"/>
          <p:cNvPicPr preferRelativeResize="0"/>
          <p:nvPr/>
        </p:nvPicPr>
        <p:blipFill rotWithShape="1">
          <a:blip r:embed="rId7">
            <a:alphaModFix/>
          </a:blip>
          <a:srcRect b="27060" l="0" r="51590" t="27460"/>
          <a:stretch/>
        </p:blipFill>
        <p:spPr>
          <a:xfrm flipH="1">
            <a:off x="3973915" y="2587535"/>
            <a:ext cx="632602" cy="763812"/>
          </a:xfrm>
          <a:prstGeom prst="rect">
            <a:avLst/>
          </a:prstGeom>
          <a:noFill/>
          <a:ln>
            <a:noFill/>
          </a:ln>
        </p:spPr>
      </p:pic>
      <p:cxnSp>
        <p:nvCxnSpPr>
          <p:cNvPr id="6050" name="Google Shape;6050;p204"/>
          <p:cNvCxnSpPr/>
          <p:nvPr/>
        </p:nvCxnSpPr>
        <p:spPr>
          <a:xfrm rot="10800000">
            <a:off x="4580080" y="2269568"/>
            <a:ext cx="252900" cy="113700"/>
          </a:xfrm>
          <a:prstGeom prst="straightConnector1">
            <a:avLst/>
          </a:prstGeom>
          <a:noFill/>
          <a:ln cap="flat" cmpd="sng" w="11375">
            <a:solidFill>
              <a:schemeClr val="dk2"/>
            </a:solidFill>
            <a:prstDash val="solid"/>
            <a:round/>
            <a:headEnd len="med" w="med" type="none"/>
            <a:tailEnd len="med" w="med" type="none"/>
          </a:ln>
        </p:spPr>
      </p:cxnSp>
      <p:cxnSp>
        <p:nvCxnSpPr>
          <p:cNvPr id="6051" name="Google Shape;6051;p204"/>
          <p:cNvCxnSpPr/>
          <p:nvPr/>
        </p:nvCxnSpPr>
        <p:spPr>
          <a:xfrm flipH="1" rot="10800000">
            <a:off x="4832980" y="2267074"/>
            <a:ext cx="316200" cy="215100"/>
          </a:xfrm>
          <a:prstGeom prst="straightConnector1">
            <a:avLst/>
          </a:prstGeom>
          <a:noFill/>
          <a:ln cap="flat" cmpd="sng" w="11375">
            <a:solidFill>
              <a:schemeClr val="dk2"/>
            </a:solidFill>
            <a:prstDash val="solid"/>
            <a:round/>
            <a:headEnd len="med" w="med" type="none"/>
            <a:tailEnd len="med" w="med" type="none"/>
          </a:ln>
        </p:spPr>
      </p:cxnSp>
      <p:cxnSp>
        <p:nvCxnSpPr>
          <p:cNvPr id="6052" name="Google Shape;6052;p204"/>
          <p:cNvCxnSpPr/>
          <p:nvPr/>
        </p:nvCxnSpPr>
        <p:spPr>
          <a:xfrm flipH="1">
            <a:off x="4510900" y="3399325"/>
            <a:ext cx="162300" cy="508800"/>
          </a:xfrm>
          <a:prstGeom prst="straightConnector1">
            <a:avLst/>
          </a:prstGeom>
          <a:noFill/>
          <a:ln cap="flat" cmpd="sng" w="9525">
            <a:solidFill>
              <a:schemeClr val="dk2"/>
            </a:solidFill>
            <a:prstDash val="solid"/>
            <a:round/>
            <a:headEnd len="med" w="med" type="none"/>
            <a:tailEnd len="med" w="med" type="none"/>
          </a:ln>
        </p:spPr>
      </p:cxnSp>
      <p:cxnSp>
        <p:nvCxnSpPr>
          <p:cNvPr id="6053" name="Google Shape;6053;p204"/>
          <p:cNvCxnSpPr/>
          <p:nvPr/>
        </p:nvCxnSpPr>
        <p:spPr>
          <a:xfrm>
            <a:off x="5030400" y="3377675"/>
            <a:ext cx="238200" cy="53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7" name="Shape 6057"/>
        <p:cNvGrpSpPr/>
        <p:nvPr/>
      </p:nvGrpSpPr>
      <p:grpSpPr>
        <a:xfrm>
          <a:off x="0" y="0"/>
          <a:ext cx="0" cy="0"/>
          <a:chOff x="0" y="0"/>
          <a:chExt cx="0" cy="0"/>
        </a:xfrm>
      </p:grpSpPr>
      <p:cxnSp>
        <p:nvCxnSpPr>
          <p:cNvPr id="6058" name="Google Shape;6058;p205"/>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6059" name="Google Shape;6059;p205"/>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060" name="Google Shape;6060;p205"/>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6061" name="Google Shape;6061;p205"/>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6062" name="Google Shape;6062;p205"/>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6063" name="Google Shape;6063;p205"/>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6064" name="Google Shape;6064;p205"/>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6065" name="Google Shape;6065;p205"/>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6066" name="Google Shape;6066;p205"/>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6067" name="Google Shape;6067;p205"/>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6068" name="Google Shape;6068;p205"/>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6069" name="Google Shape;6069;p205"/>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6070" name="Google Shape;6070;p205"/>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6071" name="Google Shape;6071;p205"/>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6072" name="Google Shape;6072;p205"/>
          <p:cNvSpPr/>
          <p:nvPr/>
        </p:nvSpPr>
        <p:spPr>
          <a:xfrm>
            <a:off x="1572956" y="2928366"/>
            <a:ext cx="487800" cy="448800"/>
          </a:xfrm>
          <a:prstGeom prst="ellipse">
            <a:avLst/>
          </a:prstGeom>
          <a:no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cxnSp>
        <p:nvCxnSpPr>
          <p:cNvPr id="6073" name="Google Shape;6073;p205"/>
          <p:cNvCxnSpPr/>
          <p:nvPr/>
        </p:nvCxnSpPr>
        <p:spPr>
          <a:xfrm>
            <a:off x="1700432" y="3203951"/>
            <a:ext cx="232500" cy="102000"/>
          </a:xfrm>
          <a:prstGeom prst="curvedConnector3">
            <a:avLst>
              <a:gd fmla="val 50000" name="adj1"/>
            </a:avLst>
          </a:prstGeom>
          <a:noFill/>
          <a:ln cap="flat" cmpd="sng" w="5300">
            <a:solidFill>
              <a:srgbClr val="000000"/>
            </a:solidFill>
            <a:prstDash val="solid"/>
            <a:round/>
            <a:headEnd len="med" w="med" type="none"/>
            <a:tailEnd len="med" w="med" type="none"/>
          </a:ln>
        </p:spPr>
      </p:cxnSp>
      <p:sp>
        <p:nvSpPr>
          <p:cNvPr id="6074" name="Google Shape;6074;p205"/>
          <p:cNvSpPr/>
          <p:nvPr/>
        </p:nvSpPr>
        <p:spPr>
          <a:xfrm>
            <a:off x="1758226" y="3083530"/>
            <a:ext cx="63000" cy="102000"/>
          </a:xfrm>
          <a:prstGeom prst="ellipse">
            <a:avLst/>
          </a:prstGeom>
          <a:solidFill>
            <a:schemeClr val="lt2"/>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sp>
        <p:nvSpPr>
          <p:cNvPr id="6075" name="Google Shape;6075;p205"/>
          <p:cNvSpPr/>
          <p:nvPr/>
        </p:nvSpPr>
        <p:spPr>
          <a:xfrm>
            <a:off x="1878888" y="3101776"/>
            <a:ext cx="63000" cy="102000"/>
          </a:xfrm>
          <a:prstGeom prst="ellipse">
            <a:avLst/>
          </a:prstGeom>
          <a:solidFill>
            <a:schemeClr val="lt2"/>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sp>
        <p:nvSpPr>
          <p:cNvPr id="6076" name="Google Shape;6076;p205"/>
          <p:cNvSpPr/>
          <p:nvPr/>
        </p:nvSpPr>
        <p:spPr>
          <a:xfrm>
            <a:off x="1691543" y="3412750"/>
            <a:ext cx="250363" cy="383422"/>
          </a:xfrm>
          <a:prstGeom prst="flowChartProcess">
            <a:avLst/>
          </a:prstGeom>
          <a:solidFill>
            <a:srgbClr val="FF0000"/>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pic>
        <p:nvPicPr>
          <p:cNvPr descr="cowboy hat icon vector outline illustration (Provided by Getty Images)" id="6077" name="Google Shape;6077;p205"/>
          <p:cNvPicPr preferRelativeResize="0"/>
          <p:nvPr/>
        </p:nvPicPr>
        <p:blipFill rotWithShape="1">
          <a:blip r:embed="rId3">
            <a:alphaModFix/>
          </a:blip>
          <a:srcRect b="28376" l="12375" r="10949" t="24332"/>
          <a:stretch/>
        </p:blipFill>
        <p:spPr>
          <a:xfrm>
            <a:off x="1522443" y="2760850"/>
            <a:ext cx="605204" cy="221076"/>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078" name="Google Shape;6078;p205"/>
          <p:cNvPicPr preferRelativeResize="0"/>
          <p:nvPr/>
        </p:nvPicPr>
        <p:blipFill rotWithShape="1">
          <a:blip r:embed="rId4">
            <a:alphaModFix/>
          </a:blip>
          <a:srcRect b="27060" l="0" r="51590" t="27460"/>
          <a:stretch/>
        </p:blipFill>
        <p:spPr>
          <a:xfrm>
            <a:off x="1878905" y="3239626"/>
            <a:ext cx="560056" cy="526172"/>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079" name="Google Shape;6079;p205"/>
          <p:cNvPicPr preferRelativeResize="0"/>
          <p:nvPr/>
        </p:nvPicPr>
        <p:blipFill rotWithShape="1">
          <a:blip r:embed="rId4">
            <a:alphaModFix/>
          </a:blip>
          <a:srcRect b="27060" l="0" r="51590" t="27460"/>
          <a:stretch/>
        </p:blipFill>
        <p:spPr>
          <a:xfrm flipH="1">
            <a:off x="1252824" y="3239636"/>
            <a:ext cx="435794" cy="526172"/>
          </a:xfrm>
          <a:prstGeom prst="rect">
            <a:avLst/>
          </a:prstGeom>
          <a:noFill/>
          <a:ln>
            <a:noFill/>
          </a:ln>
        </p:spPr>
      </p:pic>
      <p:cxnSp>
        <p:nvCxnSpPr>
          <p:cNvPr id="6080" name="Google Shape;6080;p205"/>
          <p:cNvCxnSpPr/>
          <p:nvPr/>
        </p:nvCxnSpPr>
        <p:spPr>
          <a:xfrm rot="10800000">
            <a:off x="1656589" y="2986796"/>
            <a:ext cx="174000" cy="78300"/>
          </a:xfrm>
          <a:prstGeom prst="straightConnector1">
            <a:avLst/>
          </a:prstGeom>
          <a:noFill/>
          <a:ln cap="flat" cmpd="sng" w="7825">
            <a:solidFill>
              <a:schemeClr val="dk2"/>
            </a:solidFill>
            <a:prstDash val="solid"/>
            <a:round/>
            <a:headEnd len="med" w="med" type="none"/>
            <a:tailEnd len="med" w="med" type="none"/>
          </a:ln>
        </p:spPr>
      </p:cxnSp>
      <p:cxnSp>
        <p:nvCxnSpPr>
          <p:cNvPr id="6081" name="Google Shape;6081;p205"/>
          <p:cNvCxnSpPr/>
          <p:nvPr/>
        </p:nvCxnSpPr>
        <p:spPr>
          <a:xfrm flipH="1" rot="10800000">
            <a:off x="1856551" y="2986793"/>
            <a:ext cx="218100" cy="148200"/>
          </a:xfrm>
          <a:prstGeom prst="straightConnector1">
            <a:avLst/>
          </a:prstGeom>
          <a:noFill/>
          <a:ln cap="flat" cmpd="sng" w="7825">
            <a:solidFill>
              <a:schemeClr val="dk2"/>
            </a:solidFill>
            <a:prstDash val="solid"/>
            <a:round/>
            <a:headEnd len="med" w="med" type="none"/>
            <a:tailEnd len="med" w="med" type="none"/>
          </a:ln>
        </p:spPr>
      </p:cxnSp>
      <p:cxnSp>
        <p:nvCxnSpPr>
          <p:cNvPr id="6082" name="Google Shape;6082;p205"/>
          <p:cNvCxnSpPr/>
          <p:nvPr/>
        </p:nvCxnSpPr>
        <p:spPr>
          <a:xfrm flipH="1">
            <a:off x="1534550" y="3805875"/>
            <a:ext cx="178500" cy="696600"/>
          </a:xfrm>
          <a:prstGeom prst="straightConnector1">
            <a:avLst/>
          </a:prstGeom>
          <a:noFill/>
          <a:ln cap="flat" cmpd="sng" w="9525">
            <a:solidFill>
              <a:schemeClr val="dk2"/>
            </a:solidFill>
            <a:prstDash val="solid"/>
            <a:round/>
            <a:headEnd len="med" w="med" type="none"/>
            <a:tailEnd len="med" w="med" type="none"/>
          </a:ln>
        </p:spPr>
      </p:cxnSp>
      <p:cxnSp>
        <p:nvCxnSpPr>
          <p:cNvPr id="6083" name="Google Shape;6083;p205"/>
          <p:cNvCxnSpPr/>
          <p:nvPr/>
        </p:nvCxnSpPr>
        <p:spPr>
          <a:xfrm>
            <a:off x="1951175" y="3799925"/>
            <a:ext cx="119100" cy="672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7" name="Shape 6087"/>
        <p:cNvGrpSpPr/>
        <p:nvPr/>
      </p:nvGrpSpPr>
      <p:grpSpPr>
        <a:xfrm>
          <a:off x="0" y="0"/>
          <a:ext cx="0" cy="0"/>
          <a:chOff x="0" y="0"/>
          <a:chExt cx="0" cy="0"/>
        </a:xfrm>
      </p:grpSpPr>
      <p:cxnSp>
        <p:nvCxnSpPr>
          <p:cNvPr id="6088" name="Google Shape;6088;p206"/>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6089" name="Google Shape;6089;p206"/>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090" name="Google Shape;6090;p206"/>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6091" name="Google Shape;6091;p206"/>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6092" name="Google Shape;6092;p206"/>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6093" name="Google Shape;6093;p206"/>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6094" name="Google Shape;6094;p206"/>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6095" name="Google Shape;6095;p206"/>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6096" name="Google Shape;6096;p206"/>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6097" name="Google Shape;6097;p206"/>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6098" name="Google Shape;6098;p206"/>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6099" name="Google Shape;6099;p206"/>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6100" name="Google Shape;6100;p206"/>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6101" name="Google Shape;6101;p206"/>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6102" name="Google Shape;6102;p206"/>
          <p:cNvSpPr/>
          <p:nvPr/>
        </p:nvSpPr>
        <p:spPr>
          <a:xfrm>
            <a:off x="3626406" y="3328429"/>
            <a:ext cx="487800" cy="448800"/>
          </a:xfrm>
          <a:prstGeom prst="ellipse">
            <a:avLst/>
          </a:prstGeom>
          <a:no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cxnSp>
        <p:nvCxnSpPr>
          <p:cNvPr id="6103" name="Google Shape;6103;p206"/>
          <p:cNvCxnSpPr/>
          <p:nvPr/>
        </p:nvCxnSpPr>
        <p:spPr>
          <a:xfrm>
            <a:off x="3753882" y="3604014"/>
            <a:ext cx="232500" cy="102000"/>
          </a:xfrm>
          <a:prstGeom prst="curvedConnector3">
            <a:avLst>
              <a:gd fmla="val 50000" name="adj1"/>
            </a:avLst>
          </a:prstGeom>
          <a:noFill/>
          <a:ln cap="flat" cmpd="sng" w="5300">
            <a:solidFill>
              <a:srgbClr val="000000"/>
            </a:solidFill>
            <a:prstDash val="solid"/>
            <a:round/>
            <a:headEnd len="med" w="med" type="none"/>
            <a:tailEnd len="med" w="med" type="none"/>
          </a:ln>
        </p:spPr>
      </p:cxnSp>
      <p:sp>
        <p:nvSpPr>
          <p:cNvPr id="6104" name="Google Shape;6104;p206"/>
          <p:cNvSpPr/>
          <p:nvPr/>
        </p:nvSpPr>
        <p:spPr>
          <a:xfrm>
            <a:off x="3811676" y="3483593"/>
            <a:ext cx="63000" cy="102000"/>
          </a:xfrm>
          <a:prstGeom prst="ellipse">
            <a:avLst/>
          </a:prstGeom>
          <a:solidFill>
            <a:schemeClr val="lt2"/>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sp>
        <p:nvSpPr>
          <p:cNvPr id="6105" name="Google Shape;6105;p206"/>
          <p:cNvSpPr/>
          <p:nvPr/>
        </p:nvSpPr>
        <p:spPr>
          <a:xfrm>
            <a:off x="3932338" y="3501838"/>
            <a:ext cx="63000" cy="102000"/>
          </a:xfrm>
          <a:prstGeom prst="ellipse">
            <a:avLst/>
          </a:prstGeom>
          <a:solidFill>
            <a:schemeClr val="lt2"/>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sp>
        <p:nvSpPr>
          <p:cNvPr id="6106" name="Google Shape;6106;p206"/>
          <p:cNvSpPr/>
          <p:nvPr/>
        </p:nvSpPr>
        <p:spPr>
          <a:xfrm>
            <a:off x="3744993" y="3812813"/>
            <a:ext cx="250363" cy="383422"/>
          </a:xfrm>
          <a:prstGeom prst="flowChartProcess">
            <a:avLst/>
          </a:prstGeom>
          <a:solidFill>
            <a:srgbClr val="FF0000"/>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pic>
        <p:nvPicPr>
          <p:cNvPr descr="cowboy hat icon vector outline illustration (Provided by Getty Images)" id="6107" name="Google Shape;6107;p206"/>
          <p:cNvPicPr preferRelativeResize="0"/>
          <p:nvPr/>
        </p:nvPicPr>
        <p:blipFill rotWithShape="1">
          <a:blip r:embed="rId3">
            <a:alphaModFix/>
          </a:blip>
          <a:srcRect b="28376" l="12375" r="10949" t="24332"/>
          <a:stretch/>
        </p:blipFill>
        <p:spPr>
          <a:xfrm>
            <a:off x="3575893" y="3160913"/>
            <a:ext cx="605204" cy="221076"/>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108" name="Google Shape;6108;p206"/>
          <p:cNvPicPr preferRelativeResize="0"/>
          <p:nvPr/>
        </p:nvPicPr>
        <p:blipFill rotWithShape="1">
          <a:blip r:embed="rId4">
            <a:alphaModFix/>
          </a:blip>
          <a:srcRect b="27060" l="0" r="51590" t="27460"/>
          <a:stretch/>
        </p:blipFill>
        <p:spPr>
          <a:xfrm>
            <a:off x="3932355" y="3639688"/>
            <a:ext cx="560056" cy="526172"/>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109" name="Google Shape;6109;p206"/>
          <p:cNvPicPr preferRelativeResize="0"/>
          <p:nvPr/>
        </p:nvPicPr>
        <p:blipFill rotWithShape="1">
          <a:blip r:embed="rId4">
            <a:alphaModFix/>
          </a:blip>
          <a:srcRect b="27060" l="0" r="51590" t="27460"/>
          <a:stretch/>
        </p:blipFill>
        <p:spPr>
          <a:xfrm flipH="1">
            <a:off x="3306274" y="3639699"/>
            <a:ext cx="435794" cy="526172"/>
          </a:xfrm>
          <a:prstGeom prst="rect">
            <a:avLst/>
          </a:prstGeom>
          <a:noFill/>
          <a:ln>
            <a:noFill/>
          </a:ln>
        </p:spPr>
      </p:pic>
      <p:cxnSp>
        <p:nvCxnSpPr>
          <p:cNvPr id="6110" name="Google Shape;6110;p206"/>
          <p:cNvCxnSpPr/>
          <p:nvPr/>
        </p:nvCxnSpPr>
        <p:spPr>
          <a:xfrm rot="10800000">
            <a:off x="3710039" y="3386858"/>
            <a:ext cx="174000" cy="78300"/>
          </a:xfrm>
          <a:prstGeom prst="straightConnector1">
            <a:avLst/>
          </a:prstGeom>
          <a:noFill/>
          <a:ln cap="flat" cmpd="sng" w="7825">
            <a:solidFill>
              <a:schemeClr val="dk2"/>
            </a:solidFill>
            <a:prstDash val="solid"/>
            <a:round/>
            <a:headEnd len="med" w="med" type="none"/>
            <a:tailEnd len="med" w="med" type="none"/>
          </a:ln>
        </p:spPr>
      </p:cxnSp>
      <p:cxnSp>
        <p:nvCxnSpPr>
          <p:cNvPr id="6111" name="Google Shape;6111;p206"/>
          <p:cNvCxnSpPr/>
          <p:nvPr/>
        </p:nvCxnSpPr>
        <p:spPr>
          <a:xfrm flipH="1" rot="10800000">
            <a:off x="3910001" y="3386855"/>
            <a:ext cx="218100" cy="148200"/>
          </a:xfrm>
          <a:prstGeom prst="straightConnector1">
            <a:avLst/>
          </a:prstGeom>
          <a:noFill/>
          <a:ln cap="flat" cmpd="sng" w="7825">
            <a:solidFill>
              <a:schemeClr val="dk2"/>
            </a:solidFill>
            <a:prstDash val="solid"/>
            <a:round/>
            <a:headEnd len="med" w="med" type="none"/>
            <a:tailEnd len="med" w="med" type="none"/>
          </a:ln>
        </p:spPr>
      </p:cxnSp>
      <p:cxnSp>
        <p:nvCxnSpPr>
          <p:cNvPr id="6112" name="Google Shape;6112;p206"/>
          <p:cNvCxnSpPr/>
          <p:nvPr/>
        </p:nvCxnSpPr>
        <p:spPr>
          <a:xfrm>
            <a:off x="3766500" y="4205938"/>
            <a:ext cx="27300" cy="735300"/>
          </a:xfrm>
          <a:prstGeom prst="straightConnector1">
            <a:avLst/>
          </a:prstGeom>
          <a:noFill/>
          <a:ln cap="flat" cmpd="sng" w="9525">
            <a:solidFill>
              <a:schemeClr val="dk2"/>
            </a:solidFill>
            <a:prstDash val="solid"/>
            <a:round/>
            <a:headEnd len="med" w="med" type="none"/>
            <a:tailEnd len="med" w="med" type="none"/>
          </a:ln>
        </p:spPr>
      </p:cxnSp>
      <p:cxnSp>
        <p:nvCxnSpPr>
          <p:cNvPr id="6113" name="Google Shape;6113;p206"/>
          <p:cNvCxnSpPr/>
          <p:nvPr/>
        </p:nvCxnSpPr>
        <p:spPr>
          <a:xfrm>
            <a:off x="4004625" y="4199988"/>
            <a:ext cx="99900" cy="634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7" name="Shape 6117"/>
        <p:cNvGrpSpPr/>
        <p:nvPr/>
      </p:nvGrpSpPr>
      <p:grpSpPr>
        <a:xfrm>
          <a:off x="0" y="0"/>
          <a:ext cx="0" cy="0"/>
          <a:chOff x="0" y="0"/>
          <a:chExt cx="0" cy="0"/>
        </a:xfrm>
      </p:grpSpPr>
      <p:cxnSp>
        <p:nvCxnSpPr>
          <p:cNvPr id="6118" name="Google Shape;6118;p207"/>
          <p:cNvCxnSpPr/>
          <p:nvPr/>
        </p:nvCxnSpPr>
        <p:spPr>
          <a:xfrm>
            <a:off x="-16100" y="4811350"/>
            <a:ext cx="9216000" cy="129900"/>
          </a:xfrm>
          <a:prstGeom prst="straightConnector1">
            <a:avLst/>
          </a:prstGeom>
          <a:noFill/>
          <a:ln cap="flat" cmpd="sng" w="114300">
            <a:solidFill>
              <a:srgbClr val="00FF00"/>
            </a:solidFill>
            <a:prstDash val="solid"/>
            <a:round/>
            <a:headEnd len="med" w="med" type="none"/>
            <a:tailEnd len="med" w="med" type="none"/>
          </a:ln>
        </p:spPr>
      </p:cxnSp>
      <p:sp>
        <p:nvSpPr>
          <p:cNvPr id="6119" name="Google Shape;6119;p207"/>
          <p:cNvSpPr/>
          <p:nvPr/>
        </p:nvSpPr>
        <p:spPr>
          <a:xfrm>
            <a:off x="-159525" y="4885825"/>
            <a:ext cx="9373200" cy="1839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120" name="Google Shape;6120;p207"/>
          <p:cNvCxnSpPr/>
          <p:nvPr/>
        </p:nvCxnSpPr>
        <p:spPr>
          <a:xfrm>
            <a:off x="-130075" y="4598600"/>
            <a:ext cx="2739600" cy="49200"/>
          </a:xfrm>
          <a:prstGeom prst="straightConnector1">
            <a:avLst/>
          </a:prstGeom>
          <a:noFill/>
          <a:ln cap="flat" cmpd="sng" w="9525">
            <a:solidFill>
              <a:schemeClr val="dk2"/>
            </a:solidFill>
            <a:prstDash val="solid"/>
            <a:round/>
            <a:headEnd len="med" w="med" type="none"/>
            <a:tailEnd len="med" w="med" type="none"/>
          </a:ln>
        </p:spPr>
      </p:cxnSp>
      <p:cxnSp>
        <p:nvCxnSpPr>
          <p:cNvPr id="6121" name="Google Shape;6121;p207"/>
          <p:cNvCxnSpPr/>
          <p:nvPr/>
        </p:nvCxnSpPr>
        <p:spPr>
          <a:xfrm flipH="1" rot="10800000">
            <a:off x="2629225" y="3100"/>
            <a:ext cx="58800" cy="4644600"/>
          </a:xfrm>
          <a:prstGeom prst="straightConnector1">
            <a:avLst/>
          </a:prstGeom>
          <a:noFill/>
          <a:ln cap="flat" cmpd="sng" w="9525">
            <a:solidFill>
              <a:schemeClr val="dk2"/>
            </a:solidFill>
            <a:prstDash val="solid"/>
            <a:round/>
            <a:headEnd len="med" w="med" type="none"/>
            <a:tailEnd len="med" w="med" type="none"/>
          </a:ln>
        </p:spPr>
      </p:cxnSp>
      <p:cxnSp>
        <p:nvCxnSpPr>
          <p:cNvPr id="6122" name="Google Shape;6122;p207"/>
          <p:cNvCxnSpPr/>
          <p:nvPr/>
        </p:nvCxnSpPr>
        <p:spPr>
          <a:xfrm flipH="1" rot="10800000">
            <a:off x="1470525" y="975100"/>
            <a:ext cx="638400" cy="9900"/>
          </a:xfrm>
          <a:prstGeom prst="straightConnector1">
            <a:avLst/>
          </a:prstGeom>
          <a:noFill/>
          <a:ln cap="flat" cmpd="sng" w="9525">
            <a:solidFill>
              <a:schemeClr val="dk2"/>
            </a:solidFill>
            <a:prstDash val="solid"/>
            <a:round/>
            <a:headEnd len="med" w="med" type="none"/>
            <a:tailEnd len="med" w="med" type="none"/>
          </a:ln>
        </p:spPr>
      </p:cxnSp>
      <p:cxnSp>
        <p:nvCxnSpPr>
          <p:cNvPr id="6123" name="Google Shape;6123;p207"/>
          <p:cNvCxnSpPr/>
          <p:nvPr/>
        </p:nvCxnSpPr>
        <p:spPr>
          <a:xfrm rot="10800000">
            <a:off x="1499900" y="160000"/>
            <a:ext cx="9900" cy="825000"/>
          </a:xfrm>
          <a:prstGeom prst="straightConnector1">
            <a:avLst/>
          </a:prstGeom>
          <a:noFill/>
          <a:ln cap="flat" cmpd="sng" w="9525">
            <a:solidFill>
              <a:schemeClr val="dk2"/>
            </a:solidFill>
            <a:prstDash val="solid"/>
            <a:round/>
            <a:headEnd len="med" w="med" type="none"/>
            <a:tailEnd len="med" w="med" type="none"/>
          </a:ln>
        </p:spPr>
      </p:cxnSp>
      <p:cxnSp>
        <p:nvCxnSpPr>
          <p:cNvPr id="6124" name="Google Shape;6124;p207"/>
          <p:cNvCxnSpPr/>
          <p:nvPr/>
        </p:nvCxnSpPr>
        <p:spPr>
          <a:xfrm>
            <a:off x="1519625" y="209250"/>
            <a:ext cx="530400" cy="9900"/>
          </a:xfrm>
          <a:prstGeom prst="straightConnector1">
            <a:avLst/>
          </a:prstGeom>
          <a:noFill/>
          <a:ln cap="flat" cmpd="sng" w="9525">
            <a:solidFill>
              <a:schemeClr val="dk2"/>
            </a:solidFill>
            <a:prstDash val="solid"/>
            <a:round/>
            <a:headEnd len="med" w="med" type="none"/>
            <a:tailEnd len="med" w="med" type="none"/>
          </a:ln>
        </p:spPr>
      </p:cxnSp>
      <p:cxnSp>
        <p:nvCxnSpPr>
          <p:cNvPr id="6125" name="Google Shape;6125;p207"/>
          <p:cNvCxnSpPr/>
          <p:nvPr/>
        </p:nvCxnSpPr>
        <p:spPr>
          <a:xfrm rot="10800000">
            <a:off x="2069425" y="258300"/>
            <a:ext cx="9900" cy="736500"/>
          </a:xfrm>
          <a:prstGeom prst="straightConnector1">
            <a:avLst/>
          </a:prstGeom>
          <a:noFill/>
          <a:ln cap="flat" cmpd="sng" w="9525">
            <a:solidFill>
              <a:schemeClr val="dk2"/>
            </a:solidFill>
            <a:prstDash val="solid"/>
            <a:round/>
            <a:headEnd len="med" w="med" type="none"/>
            <a:tailEnd len="med" w="med" type="none"/>
          </a:ln>
        </p:spPr>
      </p:cxnSp>
      <p:cxnSp>
        <p:nvCxnSpPr>
          <p:cNvPr id="6126" name="Google Shape;6126;p207"/>
          <p:cNvCxnSpPr/>
          <p:nvPr/>
        </p:nvCxnSpPr>
        <p:spPr>
          <a:xfrm>
            <a:off x="1676725" y="199425"/>
            <a:ext cx="0" cy="775800"/>
          </a:xfrm>
          <a:prstGeom prst="straightConnector1">
            <a:avLst/>
          </a:prstGeom>
          <a:noFill/>
          <a:ln cap="flat" cmpd="sng" w="9525">
            <a:solidFill>
              <a:schemeClr val="dk2"/>
            </a:solidFill>
            <a:prstDash val="solid"/>
            <a:round/>
            <a:headEnd len="med" w="med" type="none"/>
            <a:tailEnd len="med" w="med" type="none"/>
          </a:ln>
        </p:spPr>
      </p:cxnSp>
      <p:cxnSp>
        <p:nvCxnSpPr>
          <p:cNvPr id="6127" name="Google Shape;6127;p207"/>
          <p:cNvCxnSpPr/>
          <p:nvPr/>
        </p:nvCxnSpPr>
        <p:spPr>
          <a:xfrm>
            <a:off x="1863300" y="238700"/>
            <a:ext cx="68700" cy="716700"/>
          </a:xfrm>
          <a:prstGeom prst="straightConnector1">
            <a:avLst/>
          </a:prstGeom>
          <a:noFill/>
          <a:ln cap="flat" cmpd="sng" w="9525">
            <a:solidFill>
              <a:schemeClr val="dk2"/>
            </a:solidFill>
            <a:prstDash val="solid"/>
            <a:round/>
            <a:headEnd len="med" w="med" type="none"/>
            <a:tailEnd len="med" w="med" type="none"/>
          </a:ln>
        </p:spPr>
      </p:cxnSp>
      <p:cxnSp>
        <p:nvCxnSpPr>
          <p:cNvPr id="6128" name="Google Shape;6128;p207"/>
          <p:cNvCxnSpPr/>
          <p:nvPr/>
        </p:nvCxnSpPr>
        <p:spPr>
          <a:xfrm>
            <a:off x="2020425" y="248525"/>
            <a:ext cx="0" cy="716700"/>
          </a:xfrm>
          <a:prstGeom prst="straightConnector1">
            <a:avLst/>
          </a:prstGeom>
          <a:noFill/>
          <a:ln cap="flat" cmpd="sng" w="9525">
            <a:solidFill>
              <a:schemeClr val="dk2"/>
            </a:solidFill>
            <a:prstDash val="solid"/>
            <a:round/>
            <a:headEnd len="med" w="med" type="none"/>
            <a:tailEnd len="med" w="med" type="none"/>
          </a:ln>
        </p:spPr>
      </p:cxnSp>
      <p:cxnSp>
        <p:nvCxnSpPr>
          <p:cNvPr id="6129" name="Google Shape;6129;p207"/>
          <p:cNvCxnSpPr/>
          <p:nvPr/>
        </p:nvCxnSpPr>
        <p:spPr>
          <a:xfrm>
            <a:off x="-18775" y="2760850"/>
            <a:ext cx="876600" cy="32400"/>
          </a:xfrm>
          <a:prstGeom prst="straightConnector1">
            <a:avLst/>
          </a:prstGeom>
          <a:noFill/>
          <a:ln cap="flat" cmpd="sng" w="9525">
            <a:solidFill>
              <a:schemeClr val="dk2"/>
            </a:solidFill>
            <a:prstDash val="solid"/>
            <a:round/>
            <a:headEnd len="med" w="med" type="none"/>
            <a:tailEnd len="med" w="med" type="none"/>
          </a:ln>
        </p:spPr>
      </p:cxnSp>
      <p:cxnSp>
        <p:nvCxnSpPr>
          <p:cNvPr id="6130" name="Google Shape;6130;p207"/>
          <p:cNvCxnSpPr/>
          <p:nvPr/>
        </p:nvCxnSpPr>
        <p:spPr>
          <a:xfrm flipH="1">
            <a:off x="825550" y="2804150"/>
            <a:ext cx="32400" cy="1807500"/>
          </a:xfrm>
          <a:prstGeom prst="straightConnector1">
            <a:avLst/>
          </a:prstGeom>
          <a:noFill/>
          <a:ln cap="flat" cmpd="sng" w="9525">
            <a:solidFill>
              <a:schemeClr val="dk2"/>
            </a:solidFill>
            <a:prstDash val="solid"/>
            <a:round/>
            <a:headEnd len="med" w="med" type="none"/>
            <a:tailEnd len="med" w="med" type="none"/>
          </a:ln>
        </p:spPr>
      </p:cxnSp>
      <p:sp>
        <p:nvSpPr>
          <p:cNvPr id="6131" name="Google Shape;6131;p207"/>
          <p:cNvSpPr txBox="1"/>
          <p:nvPr/>
        </p:nvSpPr>
        <p:spPr>
          <a:xfrm>
            <a:off x="-228127" y="2108725"/>
            <a:ext cx="3939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ENTRANCE</a:t>
            </a:r>
            <a:endParaRPr sz="2700">
              <a:solidFill>
                <a:schemeClr val="dk2"/>
              </a:solidFill>
            </a:endParaRPr>
          </a:p>
        </p:txBody>
      </p:sp>
      <p:sp>
        <p:nvSpPr>
          <p:cNvPr id="6132" name="Google Shape;6132;p207"/>
          <p:cNvSpPr/>
          <p:nvPr/>
        </p:nvSpPr>
        <p:spPr>
          <a:xfrm>
            <a:off x="3626406" y="3328429"/>
            <a:ext cx="487800" cy="448800"/>
          </a:xfrm>
          <a:prstGeom prst="ellipse">
            <a:avLst/>
          </a:prstGeom>
          <a:no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cxnSp>
        <p:nvCxnSpPr>
          <p:cNvPr id="6133" name="Google Shape;6133;p207"/>
          <p:cNvCxnSpPr/>
          <p:nvPr/>
        </p:nvCxnSpPr>
        <p:spPr>
          <a:xfrm>
            <a:off x="3753882" y="3604014"/>
            <a:ext cx="232500" cy="102000"/>
          </a:xfrm>
          <a:prstGeom prst="curvedConnector3">
            <a:avLst>
              <a:gd fmla="val 50000" name="adj1"/>
            </a:avLst>
          </a:prstGeom>
          <a:noFill/>
          <a:ln cap="flat" cmpd="sng" w="5300">
            <a:solidFill>
              <a:srgbClr val="000000"/>
            </a:solidFill>
            <a:prstDash val="solid"/>
            <a:round/>
            <a:headEnd len="med" w="med" type="none"/>
            <a:tailEnd len="med" w="med" type="none"/>
          </a:ln>
        </p:spPr>
      </p:cxnSp>
      <p:sp>
        <p:nvSpPr>
          <p:cNvPr id="6134" name="Google Shape;6134;p207"/>
          <p:cNvSpPr/>
          <p:nvPr/>
        </p:nvSpPr>
        <p:spPr>
          <a:xfrm>
            <a:off x="3811676" y="3483593"/>
            <a:ext cx="63000" cy="102000"/>
          </a:xfrm>
          <a:prstGeom prst="ellipse">
            <a:avLst/>
          </a:prstGeom>
          <a:solidFill>
            <a:schemeClr val="lt2"/>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sp>
        <p:nvSpPr>
          <p:cNvPr id="6135" name="Google Shape;6135;p207"/>
          <p:cNvSpPr/>
          <p:nvPr/>
        </p:nvSpPr>
        <p:spPr>
          <a:xfrm>
            <a:off x="3932338" y="3501838"/>
            <a:ext cx="63000" cy="102000"/>
          </a:xfrm>
          <a:prstGeom prst="ellipse">
            <a:avLst/>
          </a:prstGeom>
          <a:solidFill>
            <a:schemeClr val="lt2"/>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sp>
        <p:nvSpPr>
          <p:cNvPr id="6136" name="Google Shape;6136;p207"/>
          <p:cNvSpPr/>
          <p:nvPr/>
        </p:nvSpPr>
        <p:spPr>
          <a:xfrm>
            <a:off x="3744993" y="3812813"/>
            <a:ext cx="250363" cy="383422"/>
          </a:xfrm>
          <a:prstGeom prst="flowChartProcess">
            <a:avLst/>
          </a:prstGeom>
          <a:solidFill>
            <a:srgbClr val="FF0000"/>
          </a:solidFill>
          <a:ln cap="flat" cmpd="sng" w="5300">
            <a:solidFill>
              <a:srgbClr val="000000"/>
            </a:solidFill>
            <a:prstDash val="solid"/>
            <a:round/>
            <a:headEnd len="sm" w="sm" type="none"/>
            <a:tailEnd len="sm" w="sm" type="none"/>
          </a:ln>
        </p:spPr>
        <p:txBody>
          <a:bodyPr anchorCtr="0" anchor="ctr" bIns="30800" lIns="30800" spcFirstLastPara="1" rIns="30800" wrap="square" tIns="30800">
            <a:noAutofit/>
          </a:bodyPr>
          <a:lstStyle/>
          <a:p>
            <a:pPr indent="0" lvl="0" marL="0" rtl="0" algn="ctr">
              <a:spcBef>
                <a:spcPts val="0"/>
              </a:spcBef>
              <a:spcAft>
                <a:spcPts val="0"/>
              </a:spcAft>
              <a:buNone/>
            </a:pPr>
            <a:r>
              <a:t/>
            </a:r>
            <a:endParaRPr sz="472"/>
          </a:p>
        </p:txBody>
      </p:sp>
      <p:pic>
        <p:nvPicPr>
          <p:cNvPr descr="cowboy hat icon vector outline illustration (Provided by Getty Images)" id="6137" name="Google Shape;6137;p207"/>
          <p:cNvPicPr preferRelativeResize="0"/>
          <p:nvPr/>
        </p:nvPicPr>
        <p:blipFill rotWithShape="1">
          <a:blip r:embed="rId3">
            <a:alphaModFix/>
          </a:blip>
          <a:srcRect b="28376" l="12375" r="10949" t="24332"/>
          <a:stretch/>
        </p:blipFill>
        <p:spPr>
          <a:xfrm>
            <a:off x="3575893" y="3160913"/>
            <a:ext cx="605204" cy="221076"/>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138" name="Google Shape;6138;p207"/>
          <p:cNvPicPr preferRelativeResize="0"/>
          <p:nvPr/>
        </p:nvPicPr>
        <p:blipFill rotWithShape="1">
          <a:blip r:embed="rId4">
            <a:alphaModFix/>
          </a:blip>
          <a:srcRect b="27060" l="0" r="51590" t="27460"/>
          <a:stretch/>
        </p:blipFill>
        <p:spPr>
          <a:xfrm rot="1726319">
            <a:off x="4002054" y="3741450"/>
            <a:ext cx="560054" cy="526175"/>
          </a:xfrm>
          <a:prstGeom prst="rect">
            <a:avLst/>
          </a:prstGeom>
          <a:noFill/>
          <a:ln>
            <a:noFill/>
          </a:ln>
        </p:spPr>
      </p:pic>
      <p:pic>
        <p:nvPicPr>
          <p:cNvPr descr="Biceps line and solid icon, gym workout concept, bicep sign on white background, sportsman arm icon in outline style for mobile concept and web design. Vector graphics. (Provided by Getty Images)" id="6139" name="Google Shape;6139;p207"/>
          <p:cNvPicPr preferRelativeResize="0"/>
          <p:nvPr/>
        </p:nvPicPr>
        <p:blipFill rotWithShape="1">
          <a:blip r:embed="rId4">
            <a:alphaModFix/>
          </a:blip>
          <a:srcRect b="27060" l="0" r="51590" t="27460"/>
          <a:stretch/>
        </p:blipFill>
        <p:spPr>
          <a:xfrm flipH="1" rot="-1051660">
            <a:off x="3288896" y="3741436"/>
            <a:ext cx="435793" cy="526172"/>
          </a:xfrm>
          <a:prstGeom prst="rect">
            <a:avLst/>
          </a:prstGeom>
          <a:noFill/>
          <a:ln>
            <a:noFill/>
          </a:ln>
        </p:spPr>
      </p:pic>
      <p:cxnSp>
        <p:nvCxnSpPr>
          <p:cNvPr id="6140" name="Google Shape;6140;p207"/>
          <p:cNvCxnSpPr/>
          <p:nvPr/>
        </p:nvCxnSpPr>
        <p:spPr>
          <a:xfrm rot="10800000">
            <a:off x="3710039" y="3386858"/>
            <a:ext cx="174000" cy="78300"/>
          </a:xfrm>
          <a:prstGeom prst="straightConnector1">
            <a:avLst/>
          </a:prstGeom>
          <a:noFill/>
          <a:ln cap="flat" cmpd="sng" w="7825">
            <a:solidFill>
              <a:schemeClr val="dk2"/>
            </a:solidFill>
            <a:prstDash val="solid"/>
            <a:round/>
            <a:headEnd len="med" w="med" type="none"/>
            <a:tailEnd len="med" w="med" type="none"/>
          </a:ln>
        </p:spPr>
      </p:cxnSp>
      <p:cxnSp>
        <p:nvCxnSpPr>
          <p:cNvPr id="6141" name="Google Shape;6141;p207"/>
          <p:cNvCxnSpPr/>
          <p:nvPr/>
        </p:nvCxnSpPr>
        <p:spPr>
          <a:xfrm flipH="1" rot="10800000">
            <a:off x="3910001" y="3386855"/>
            <a:ext cx="218100" cy="148200"/>
          </a:xfrm>
          <a:prstGeom prst="straightConnector1">
            <a:avLst/>
          </a:prstGeom>
          <a:noFill/>
          <a:ln cap="flat" cmpd="sng" w="7825">
            <a:solidFill>
              <a:schemeClr val="dk2"/>
            </a:solidFill>
            <a:prstDash val="solid"/>
            <a:round/>
            <a:headEnd len="med" w="med" type="none"/>
            <a:tailEnd len="med" w="med" type="none"/>
          </a:ln>
        </p:spPr>
      </p:cxnSp>
      <p:cxnSp>
        <p:nvCxnSpPr>
          <p:cNvPr id="6142" name="Google Shape;6142;p207"/>
          <p:cNvCxnSpPr/>
          <p:nvPr/>
        </p:nvCxnSpPr>
        <p:spPr>
          <a:xfrm>
            <a:off x="3766500" y="4205938"/>
            <a:ext cx="27300" cy="735300"/>
          </a:xfrm>
          <a:prstGeom prst="straightConnector1">
            <a:avLst/>
          </a:prstGeom>
          <a:noFill/>
          <a:ln cap="flat" cmpd="sng" w="9525">
            <a:solidFill>
              <a:schemeClr val="dk2"/>
            </a:solidFill>
            <a:prstDash val="solid"/>
            <a:round/>
            <a:headEnd len="med" w="med" type="none"/>
            <a:tailEnd len="med" w="med" type="none"/>
          </a:ln>
        </p:spPr>
      </p:cxnSp>
      <p:cxnSp>
        <p:nvCxnSpPr>
          <p:cNvPr id="6143" name="Google Shape;6143;p207"/>
          <p:cNvCxnSpPr/>
          <p:nvPr/>
        </p:nvCxnSpPr>
        <p:spPr>
          <a:xfrm>
            <a:off x="4004625" y="4199988"/>
            <a:ext cx="99900" cy="634200"/>
          </a:xfrm>
          <a:prstGeom prst="straightConnector1">
            <a:avLst/>
          </a:prstGeom>
          <a:noFill/>
          <a:ln cap="flat" cmpd="sng" w="9525">
            <a:solidFill>
              <a:schemeClr val="dk2"/>
            </a:solidFill>
            <a:prstDash val="solid"/>
            <a:round/>
            <a:headEnd len="med" w="med" type="none"/>
            <a:tailEnd len="med" w="med" type="none"/>
          </a:ln>
        </p:spPr>
      </p:cxnSp>
      <p:sp>
        <p:nvSpPr>
          <p:cNvPr id="6144" name="Google Shape;6144;p207"/>
          <p:cNvSpPr/>
          <p:nvPr/>
        </p:nvSpPr>
        <p:spPr>
          <a:xfrm>
            <a:off x="-60100" y="-346675"/>
            <a:ext cx="9302400" cy="5599200"/>
          </a:xfrm>
          <a:prstGeom prst="rect">
            <a:avLst/>
          </a:prstGeom>
          <a:solidFill>
            <a:srgbClr val="20FF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5" name="Google Shape;6145;p207"/>
          <p:cNvSpPr/>
          <p:nvPr/>
        </p:nvSpPr>
        <p:spPr>
          <a:xfrm>
            <a:off x="1989000" y="590585"/>
            <a:ext cx="4871400" cy="1110600"/>
          </a:xfrm>
          <a:prstGeom prst="parallelogram">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rgbClr val="FFFFFF"/>
                </a:solidFill>
              </a:rPr>
              <a:t>YOU ESCAPED</a:t>
            </a:r>
            <a:endParaRPr b="1" sz="4400">
              <a:solidFill>
                <a:srgbClr val="FFFFFF"/>
              </a:solidFill>
            </a:endParaRPr>
          </a:p>
        </p:txBody>
      </p:sp>
      <p:sp>
        <p:nvSpPr>
          <p:cNvPr id="6146" name="Google Shape;6146;p207"/>
          <p:cNvSpPr/>
          <p:nvPr/>
        </p:nvSpPr>
        <p:spPr>
          <a:xfrm>
            <a:off x="254825" y="3000900"/>
            <a:ext cx="4379100" cy="1676400"/>
          </a:xfrm>
          <a:prstGeom prst="parallelogram">
            <a:avLst>
              <a:gd fmla="val 25000" name="adj"/>
            </a:avLst>
          </a:prstGeom>
          <a:solidFill>
            <a:srgbClr val="20FF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You escaped by fighting.</a:t>
            </a:r>
            <a:endParaRPr/>
          </a:p>
        </p:txBody>
      </p:sp>
      <p:sp>
        <p:nvSpPr>
          <p:cNvPr id="6147" name="Google Shape;6147;p207">
            <a:hlinkClick action="ppaction://hlinksldjump" r:id="rId5"/>
          </p:cNvPr>
          <p:cNvSpPr/>
          <p:nvPr/>
        </p:nvSpPr>
        <p:spPr>
          <a:xfrm>
            <a:off x="5912675" y="3677000"/>
            <a:ext cx="2337900" cy="1038300"/>
          </a:xfrm>
          <a:prstGeom prst="parallelogram">
            <a:avLst>
              <a:gd fmla="val 25000" name="adj"/>
            </a:avLst>
          </a:prstGeom>
          <a:solidFill>
            <a:srgbClr val="20FF00">
              <a:alpha val="425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RETRY</a:t>
            </a:r>
            <a:endParaRPr b="1" sz="3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